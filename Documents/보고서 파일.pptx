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2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3" r:id="rId16"/>
    <p:sldId id="288" r:id="rId17"/>
    <p:sldId id="280" r:id="rId18"/>
    <p:sldId id="310" r:id="rId19"/>
    <p:sldId id="314" r:id="rId20"/>
    <p:sldId id="265" r:id="rId21"/>
    <p:sldId id="316" r:id="rId22"/>
    <p:sldId id="315" r:id="rId23"/>
    <p:sldId id="319" r:id="rId24"/>
    <p:sldId id="289" r:id="rId25"/>
    <p:sldId id="320" r:id="rId26"/>
    <p:sldId id="318" r:id="rId27"/>
    <p:sldId id="291" r:id="rId28"/>
    <p:sldId id="312" r:id="rId29"/>
    <p:sldId id="322" r:id="rId30"/>
    <p:sldId id="323" r:id="rId31"/>
    <p:sldId id="321" r:id="rId32"/>
    <p:sldId id="292" r:id="rId33"/>
    <p:sldId id="313" r:id="rId34"/>
    <p:sldId id="290" r:id="rId35"/>
    <p:sldId id="309" r:id="rId36"/>
    <p:sldId id="281" r:id="rId37"/>
    <p:sldId id="284" r:id="rId38"/>
    <p:sldId id="285" r:id="rId39"/>
    <p:sldId id="286" r:id="rId40"/>
    <p:sldId id="287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280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292"/>
            <p14:sldId id="313"/>
          </p14:sldIdLst>
        </p14:section>
        <p14:section name="탐구 과정-3) g05 비교" id="{24487452-C140-4C82-9100-7C10BAE9C1D6}">
          <p14:sldIdLst>
            <p14:sldId id="290"/>
            <p14:sldId id="309"/>
          </p14:sldIdLst>
        </p14:section>
        <p14:section name="탐구 결과 분석" id="{0E94D959-7BFC-44A2-984E-6A8399320528}">
          <p14:sldIdLst/>
        </p14:section>
        <p14:section name="느낀점" id="{24EFFBF0-5F96-42A7-9C45-6A74E515B8DC}">
          <p14:sldIdLst/>
        </p14:section>
        <p14:section name="KK계량 연출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13" autoAdjust="0"/>
    <p:restoredTop sz="94660"/>
  </p:normalViewPr>
  <p:slideViewPr>
    <p:cSldViewPr snapToGrid="0">
      <p:cViewPr>
        <p:scale>
          <a:sx n="50" d="100"/>
          <a:sy n="50" d="100"/>
        </p:scale>
        <p:origin x="807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1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0.png"/><Relationship Id="rId5" Type="http://schemas.microsoft.com/office/2017/06/relationships/model3d" Target="../media/model3d3.glb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microsoft.com/office/2017/06/relationships/model3d" Target="../media/model3d5.glb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9.png"/><Relationship Id="rId4" Type="http://schemas.microsoft.com/office/2017/06/relationships/model3d" Target="../media/model3d3.glb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1.svg"/><Relationship Id="rId4" Type="http://schemas.openxmlformats.org/officeDocument/2006/relationships/image" Target="../media/image17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0.jpg"/><Relationship Id="rId4" Type="http://schemas.openxmlformats.org/officeDocument/2006/relationships/image" Target="../media/image1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 분석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300">
        <p159:morph option="byObject"/>
      </p:transition>
    </mc:Choice>
    <mc:Fallback xmlns="">
      <p:transition advClick="0" advTm="3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35190-D583-8FD5-38D8-BFB89D8785E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35190-D583-8FD5-38D8-BFB89D878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195BFA-7FFD-D3C3-6F81-FA6177735BA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195BFA-7FFD-D3C3-6F81-FA6177735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0EDC9-4127-2E45-A8B0-0ECECC189B9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0EDC9-4127-2E45-A8B0-0ECECC189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7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5C4457-6C8C-B1F5-D789-C5B0073D1B5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5C4457-6C8C-B1F5-D789-C5B0073D1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5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D3AFD5-29E8-8AE5-91D6-615535D18D3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D3AFD5-29E8-8AE5-91D6-615535D18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3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2277767" y="2129296"/>
            <a:ext cx="3489130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극대 극소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29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214368C4-3740-4169-89A3-B722D32900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B4596C88-F78E-F9B7-2964-FDF18D188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1F4623D-5532-DCCF-2E54-372BCED1D6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E8882628-49CD-B576-F73E-23F7054726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F6B319F2-B2F3-7DDF-2625-F0087298C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A84D13E7-73DE-DB83-F9AE-7687D4D6011E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788076" y="2278424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1FF5724B-0F94-4A93-F922-AB68B4FC80AD}"/>
                </a:ext>
              </a:extLst>
            </p:cNvPr>
            <p:cNvSpPr/>
            <p:nvPr/>
          </p:nvSpPr>
          <p:spPr>
            <a:xfrm>
              <a:off x="3967199" y="2278424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4AF38A82-5829-519F-04FC-4E6E7E99E261}"/>
                </a:ext>
              </a:extLst>
            </p:cNvPr>
            <p:cNvSpPr/>
            <p:nvPr/>
          </p:nvSpPr>
          <p:spPr>
            <a:xfrm>
              <a:off x="3428718" y="2278424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08C85E39-823B-EC2D-7FDD-62CB1E84F622}"/>
                </a:ext>
              </a:extLst>
            </p:cNvPr>
            <p:cNvSpPr/>
            <p:nvPr/>
          </p:nvSpPr>
          <p:spPr>
            <a:xfrm>
              <a:off x="2336649" y="2278424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9D3AEF4F-F523-A643-D964-204BBA95628C}"/>
                </a:ext>
              </a:extLst>
            </p:cNvPr>
            <p:cNvSpPr/>
            <p:nvPr/>
          </p:nvSpPr>
          <p:spPr>
            <a:xfrm>
              <a:off x="1788076" y="2278424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1E68B2CE-D68A-9638-44E4-1FCBDD0C30FD}"/>
                </a:ext>
              </a:extLst>
            </p:cNvPr>
            <p:cNvSpPr/>
            <p:nvPr/>
          </p:nvSpPr>
          <p:spPr>
            <a:xfrm>
              <a:off x="2885222" y="2278424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37735 -0.00555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867" y="-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3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7" grpId="0" animBg="1"/>
      <p:bldP spid="33" grpId="0" animBg="1"/>
      <p:bldP spid="85" grpId="0" animBg="1"/>
      <p:bldP spid="9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90523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</a:t>
            </a:r>
            <a:r>
              <a:rPr lang="ko-KR" altLang="en-US" sz="2800" dirty="0" err="1">
                <a:latin typeface="+mj-ea"/>
                <a:ea typeface="+mj-ea"/>
              </a:rPr>
              <a:t>출력값</a:t>
            </a:r>
            <a:r>
              <a:rPr lang="ko-KR" altLang="en-US" sz="2800" dirty="0">
                <a:latin typeface="+mj-ea"/>
                <a:ea typeface="+mj-ea"/>
              </a:rPr>
              <a:t> 정렬 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2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11174</TotalTime>
  <Words>996</Words>
  <Application>Microsoft Office PowerPoint</Application>
  <PresentationFormat>와이드스크린</PresentationFormat>
  <Paragraphs>341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39</vt:i4>
      </vt:variant>
    </vt:vector>
  </HeadingPairs>
  <TitlesOfParts>
    <vt:vector size="45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339</cp:revision>
  <dcterms:created xsi:type="dcterms:W3CDTF">2026-08-20T04:49:28Z</dcterms:created>
  <dcterms:modified xsi:type="dcterms:W3CDTF">2026-08-30T08:28:57Z</dcterms:modified>
</cp:coreProperties>
</file>