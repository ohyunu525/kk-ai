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8"/>
  </p:notesMasterIdLst>
  <p:sldIdLst>
    <p:sldId id="256" r:id="rId3"/>
    <p:sldId id="257" r:id="rId4"/>
    <p:sldId id="311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277" r:id="rId13"/>
    <p:sldId id="279" r:id="rId14"/>
    <p:sldId id="282" r:id="rId15"/>
    <p:sldId id="283" r:id="rId16"/>
    <p:sldId id="288" r:id="rId17"/>
    <p:sldId id="280" r:id="rId18"/>
    <p:sldId id="310" r:id="rId19"/>
    <p:sldId id="314" r:id="rId20"/>
    <p:sldId id="265" r:id="rId21"/>
    <p:sldId id="316" r:id="rId22"/>
    <p:sldId id="315" r:id="rId23"/>
    <p:sldId id="319" r:id="rId24"/>
    <p:sldId id="289" r:id="rId25"/>
    <p:sldId id="318" r:id="rId26"/>
    <p:sldId id="317" r:id="rId27"/>
    <p:sldId id="294" r:id="rId28"/>
    <p:sldId id="296" r:id="rId29"/>
    <p:sldId id="298" r:id="rId30"/>
    <p:sldId id="300" r:id="rId31"/>
    <p:sldId id="302" r:id="rId32"/>
    <p:sldId id="304" r:id="rId33"/>
    <p:sldId id="306" r:id="rId34"/>
    <p:sldId id="308" r:id="rId35"/>
    <p:sldId id="293" r:id="rId36"/>
    <p:sldId id="291" r:id="rId37"/>
    <p:sldId id="312" r:id="rId38"/>
    <p:sldId id="292" r:id="rId39"/>
    <p:sldId id="313" r:id="rId40"/>
    <p:sldId id="290" r:id="rId41"/>
    <p:sldId id="309" r:id="rId42"/>
    <p:sldId id="281" r:id="rId43"/>
    <p:sldId id="284" r:id="rId44"/>
    <p:sldId id="285" r:id="rId45"/>
    <p:sldId id="286" r:id="rId46"/>
    <p:sldId id="287" r:id="rId4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과 목차" id="{070720AE-5B92-4DFA-A91E-C4AF5206D6EF}">
          <p14:sldIdLst>
            <p14:sldId id="256"/>
            <p14:sldId id="257"/>
          </p14:sldIdLst>
        </p14:section>
        <p14:section name="탐구 정체성" id="{D202829A-1289-4B5B-B235-18A9A200B619}">
          <p14:sldIdLst>
            <p14:sldId id="311"/>
          </p14:sldIdLst>
        </p14:section>
        <p14:section name="탐구 동기" id="{15E1E9EC-8296-49D7-8896-40C31C017E70}">
          <p14:sldIdLst>
            <p14:sldId id="272"/>
            <p14:sldId id="258"/>
            <p14:sldId id="267"/>
            <p14:sldId id="268"/>
            <p14:sldId id="274"/>
            <p14:sldId id="273"/>
            <p14:sldId id="276"/>
            <p14:sldId id="277"/>
            <p14:sldId id="279"/>
            <p14:sldId id="282"/>
          </p14:sldIdLst>
        </p14:section>
        <p14:section name="탐구 동기" id="{5B108BFD-1B3B-4B7A-A617-97F08E0BAD06}">
          <p14:sldIdLst>
            <p14:sldId id="283"/>
            <p14:sldId id="288"/>
            <p14:sldId id="280"/>
          </p14:sldIdLst>
        </p14:section>
        <p14:section name="탐구 과정-1) 데이터 생성" id="{7A31BE09-3A30-4DCC-B496-0EEC888692A2}">
          <p14:sldIdLst>
            <p14:sldId id="310"/>
            <p14:sldId id="314"/>
          </p14:sldIdLst>
        </p14:section>
        <p14:section name="탐구 과정-2) AI" id="{55CCE8CF-3CED-4214-8597-5CD11B0DAA9D}">
          <p14:sldIdLst>
            <p14:sldId id="265"/>
            <p14:sldId id="316"/>
            <p14:sldId id="315"/>
            <p14:sldId id="319"/>
            <p14:sldId id="289"/>
            <p14:sldId id="318"/>
            <p14:sldId id="317"/>
          </p14:sldIdLst>
        </p14:section>
        <p14:section name="g00 그래프 3d 연출" id="{64DC003C-3CF5-494D-A399-CC029C39FC62}">
          <p14:sldIdLst>
            <p14:sldId id="294"/>
            <p14:sldId id="296"/>
            <p14:sldId id="298"/>
            <p14:sldId id="300"/>
            <p14:sldId id="302"/>
            <p14:sldId id="304"/>
            <p14:sldId id="306"/>
            <p14:sldId id="308"/>
          </p14:sldIdLst>
        </p14:section>
        <p14:section name="탐구 과정-2) AI" id="{A9C0EE2F-802E-4CA6-B1B0-545D79EED64D}">
          <p14:sldIdLst>
            <p14:sldId id="293"/>
            <p14:sldId id="291"/>
            <p14:sldId id="312"/>
            <p14:sldId id="292"/>
            <p14:sldId id="313"/>
          </p14:sldIdLst>
        </p14:section>
        <p14:section name="탐구 과정-3) g05 비교" id="{24487452-C140-4C82-9100-7C10BAE9C1D6}">
          <p14:sldIdLst>
            <p14:sldId id="290"/>
            <p14:sldId id="309"/>
          </p14:sldIdLst>
        </p14:section>
        <p14:section name="탐구 결과 분석" id="{0E94D959-7BFC-44A2-984E-6A8399320528}">
          <p14:sldIdLst/>
        </p14:section>
        <p14:section name="느낀점" id="{24EFFBF0-5F96-42A7-9C45-6A74E515B8DC}">
          <p14:sldIdLst/>
        </p14:section>
        <p14:section name="KK계량 연출" id="{51796E8D-2770-4A1A-99A5-54D5AEA10880}">
          <p14:sldIdLst>
            <p14:sldId id="281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C"/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366" dt="2026-08-26T06:53:41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13" autoAdjust="0"/>
    <p:restoredTop sz="94660"/>
  </p:normalViewPr>
  <p:slideViewPr>
    <p:cSldViewPr snapToGrid="0">
      <p:cViewPr varScale="1">
        <p:scale>
          <a:sx n="76" d="100"/>
          <a:sy n="76" d="100"/>
        </p:scale>
        <p:origin x="7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microsoft.com/office/2016/11/relationships/changesInfo" Target="changesInfos/changesInfo1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6T06:54:04.059" v="7861" actId="20577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modSp add del mod ord">
        <pc:chgData name="연우 오" userId="c3558644dac54ca4" providerId="LiveId" clId="{9333FDCA-79D6-4088-A778-579BE454CE38}" dt="2026-08-26T06:41:01.183" v="7559" actId="20577"/>
        <pc:sldMkLst>
          <pc:docMk/>
          <pc:sldMk cId="0" sldId="260"/>
        </pc:sldMkLst>
        <pc:spChg chg="mod">
          <ac:chgData name="연우 오" userId="c3558644dac54ca4" providerId="LiveId" clId="{9333FDCA-79D6-4088-A778-579BE454CE38}" dt="2026-08-26T06:41:01.183" v="7559" actId="20577"/>
          <ac:spMkLst>
            <pc:docMk/>
            <pc:sldMk cId="0" sldId="260"/>
            <ac:spMk id="3" creationId="{00000000-0000-0000-0000-000000000000}"/>
          </ac:spMkLst>
        </pc:spChg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6T06:53:51.502" v="7857" actId="4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6T06:42:20.550" v="7610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modSp add del mod ord">
        <pc:chgData name="연우 오" userId="c3558644dac54ca4" providerId="LiveId" clId="{9333FDCA-79D6-4088-A778-579BE454CE38}" dt="2026-08-26T06:54:04.059" v="7861" actId="20577"/>
        <pc:sldMkLst>
          <pc:docMk/>
          <pc:sldMk cId="0" sldId="264"/>
        </pc:sldMkLst>
        <pc:spChg chg="mod">
          <ac:chgData name="연우 오" userId="c3558644dac54ca4" providerId="LiveId" clId="{9333FDCA-79D6-4088-A778-579BE454CE38}" dt="2026-08-26T06:54:04.059" v="7861" actId="20577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setBg modAnim">
        <pc:chgData name="연우 오" userId="c3558644dac54ca4" providerId="LiveId" clId="{9333FDCA-79D6-4088-A778-579BE454CE38}" dt="2026-08-26T00:32:36.799" v="7385"/>
        <pc:sldMkLst>
          <pc:docMk/>
          <pc:sldMk cId="1001799100" sldId="281"/>
        </pc:sldMkLst>
        <pc:spChg chg="del mod">
          <ac:chgData name="연우 오" userId="c3558644dac54ca4" providerId="LiveId" clId="{9333FDCA-79D6-4088-A778-579BE454CE38}" dt="2026-08-25T14:43:30.913" v="6331" actId="478"/>
          <ac:spMkLst>
            <pc:docMk/>
            <pc:sldMk cId="1001799100" sldId="281"/>
            <ac:spMk id="2" creationId="{431F2684-16FA-93E9-18CA-27CF315BC73C}"/>
          </ac:spMkLst>
        </pc:spChg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mod">
          <ac:chgData name="연우 오" userId="c3558644dac54ca4" providerId="LiveId" clId="{9333FDCA-79D6-4088-A778-579BE454CE38}" dt="2026-08-26T00:12:00.061" v="7065"/>
          <ac:spMkLst>
            <pc:docMk/>
            <pc:sldMk cId="1001799100" sldId="281"/>
            <ac:spMk id="4" creationId="{7E2EA9DE-D405-12B4-70FF-DCE880A9B08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7" creationId="{601AA786-58E7-45C0-5FA8-6D7621D31FAE}"/>
          </ac:spMkLst>
        </pc:spChg>
        <pc:spChg chg="mod">
          <ac:chgData name="연우 오" userId="c3558644dac54ca4" providerId="LiveId" clId="{9333FDCA-79D6-4088-A778-579BE454CE38}" dt="2026-08-25T14:29:46.030" v="6152" actId="1076"/>
          <ac:spMkLst>
            <pc:docMk/>
            <pc:sldMk cId="1001799100" sldId="281"/>
            <ac:spMk id="8" creationId="{470CA7B5-9EA5-3666-30A6-B6BBDDFC606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9" creationId="{E1CC60A3-DE5A-F883-7F61-BF19D24BBC4D}"/>
          </ac:spMkLst>
        </pc:spChg>
        <pc:spChg chg="add mod or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10" creationId="{2030E6F3-1205-D133-7B4D-554FC86901A2}"/>
          </ac:spMkLst>
        </pc:spChg>
        <pc:spChg chg="add del mod">
          <ac:chgData name="연우 오" userId="c3558644dac54ca4" providerId="LiveId" clId="{9333FDCA-79D6-4088-A778-579BE454CE38}" dt="2026-08-25T14:28:51.204" v="6142" actId="478"/>
          <ac:spMkLst>
            <pc:docMk/>
            <pc:sldMk cId="1001799100" sldId="281"/>
            <ac:spMk id="11" creationId="{BC9F4871-15A5-8481-720F-3C58E9FBA15C}"/>
          </ac:spMkLst>
        </pc:spChg>
        <pc:spChg chg="del">
          <ac:chgData name="연우 오" userId="c3558644dac54ca4" providerId="LiveId" clId="{9333FDCA-79D6-4088-A778-579BE454CE38}" dt="2026-08-25T14:33:27.252" v="6193" actId="478"/>
          <ac:spMkLst>
            <pc:docMk/>
            <pc:sldMk cId="1001799100" sldId="281"/>
            <ac:spMk id="13" creationId="{B2FADBB7-D278-11E2-22EA-89E4E1C3DF4D}"/>
          </ac:spMkLst>
        </pc:spChg>
        <pc:spChg chg="del">
          <ac:chgData name="연우 오" userId="c3558644dac54ca4" providerId="LiveId" clId="{9333FDCA-79D6-4088-A778-579BE454CE38}" dt="2026-08-25T14:33:29.861" v="6195" actId="478"/>
          <ac:spMkLst>
            <pc:docMk/>
            <pc:sldMk cId="1001799100" sldId="281"/>
            <ac:spMk id="14" creationId="{5664BB9C-2ED6-1CCF-D704-04D735435900}"/>
          </ac:spMkLst>
        </pc:spChg>
        <pc:spChg chg="del mod">
          <ac:chgData name="연우 오" userId="c3558644dac54ca4" providerId="LiveId" clId="{9333FDCA-79D6-4088-A778-579BE454CE38}" dt="2026-08-25T14:33:31.353" v="6196" actId="478"/>
          <ac:spMkLst>
            <pc:docMk/>
            <pc:sldMk cId="1001799100" sldId="281"/>
            <ac:spMk id="15" creationId="{CE6C7B59-E1C7-C689-109B-97B3B23A6E6A}"/>
          </ac:spMkLst>
        </pc:spChg>
        <pc:spChg chg="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16" creationId="{F48CF3FC-391B-ACAF-7C2B-D527665EDE1D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7" creationId="{10AAA47D-ED53-E371-2F27-B89A3C6B28B1}"/>
          </ac:spMkLst>
        </pc:spChg>
        <pc:spChg chg="add del mod ord">
          <ac:chgData name="연우 오" userId="c3558644dac54ca4" providerId="LiveId" clId="{9333FDCA-79D6-4088-A778-579BE454CE38}" dt="2026-08-25T14:42:49.991" v="6324" actId="478"/>
          <ac:spMkLst>
            <pc:docMk/>
            <pc:sldMk cId="1001799100" sldId="281"/>
            <ac:spMk id="18" creationId="{89A98E51-613A-DB39-685D-396BE0DC981E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9" creationId="{413A8E2D-F421-E66A-0DCA-E7996F15DB20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0" creationId="{6AC5034C-5F32-C675-1E22-BF6BA4320E41}"/>
          </ac:spMkLst>
        </pc:spChg>
        <pc:spChg chg="add 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21" creationId="{A05F3E91-CC37-9018-B886-35FCF5658911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3" creationId="{7743587A-C7A7-2160-3F1F-87460D7061D6}"/>
          </ac:spMkLst>
        </pc:spChg>
        <pc:spChg chg="add del mod">
          <ac:chgData name="연우 오" userId="c3558644dac54ca4" providerId="LiveId" clId="{9333FDCA-79D6-4088-A778-579BE454CE38}" dt="2026-08-25T14:31:40.803" v="6173" actId="478"/>
          <ac:spMkLst>
            <pc:docMk/>
            <pc:sldMk cId="1001799100" sldId="281"/>
            <ac:spMk id="24" creationId="{B5A628E1-ABB9-FABA-0A24-D5DACDAF2BF0}"/>
          </ac:spMkLst>
        </pc:spChg>
        <pc:spChg chg="add del mod">
          <ac:chgData name="연우 오" userId="c3558644dac54ca4" providerId="LiveId" clId="{9333FDCA-79D6-4088-A778-579BE454CE38}" dt="2026-08-25T14:38:10.775" v="6236" actId="478"/>
          <ac:spMkLst>
            <pc:docMk/>
            <pc:sldMk cId="1001799100" sldId="281"/>
            <ac:spMk id="25" creationId="{993F2DE3-C3D5-8530-0D50-43FA2D4F3DB7}"/>
          </ac:spMkLst>
        </pc:spChg>
        <pc:spChg chg="add del mod">
          <ac:chgData name="연우 오" userId="c3558644dac54ca4" providerId="LiveId" clId="{9333FDCA-79D6-4088-A778-579BE454CE38}" dt="2026-08-25T14:41:50.149" v="6316" actId="478"/>
          <ac:spMkLst>
            <pc:docMk/>
            <pc:sldMk cId="1001799100" sldId="281"/>
            <ac:spMk id="26" creationId="{7E3587E6-BF96-393B-5F2F-B94C6080152D}"/>
          </ac:spMkLst>
        </pc:spChg>
        <pc:spChg chg="add mo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30" creationId="{F69B093C-689F-C25E-F47F-25EBDF298092}"/>
          </ac:spMkLst>
        </pc:spChg>
        <pc:spChg chg="add">
          <ac:chgData name="연우 오" userId="c3558644dac54ca4" providerId="LiveId" clId="{9333FDCA-79D6-4088-A778-579BE454CE38}" dt="2026-08-25T14:48:52.341" v="6358" actId="11529"/>
          <ac:spMkLst>
            <pc:docMk/>
            <pc:sldMk cId="1001799100" sldId="281"/>
            <ac:spMk id="31" creationId="{4504CC22-89C5-1293-158B-1F6FF92F1153}"/>
          </ac:spMkLst>
        </pc:spChg>
        <pc:spChg chg="add mod">
          <ac:chgData name="연우 오" userId="c3558644dac54ca4" providerId="LiveId" clId="{9333FDCA-79D6-4088-A778-579BE454CE38}" dt="2026-08-25T14:48:55.101" v="6359" actId="571"/>
          <ac:spMkLst>
            <pc:docMk/>
            <pc:sldMk cId="1001799100" sldId="281"/>
            <ac:spMk id="32" creationId="{E69337D7-9A27-E3F1-F31D-67D8334787A8}"/>
          </ac:spMkLst>
        </pc:spChg>
        <pc:spChg chg="add mod">
          <ac:chgData name="연우 오" userId="c3558644dac54ca4" providerId="LiveId" clId="{9333FDCA-79D6-4088-A778-579BE454CE38}" dt="2026-08-25T14:48:57.087" v="6360" actId="571"/>
          <ac:spMkLst>
            <pc:docMk/>
            <pc:sldMk cId="1001799100" sldId="281"/>
            <ac:spMk id="33" creationId="{19ABEEC4-6C5A-A74D-1B48-AFCA6C76B1A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4" creationId="{AB789D8B-79AC-2093-574B-F4C3E67DC186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5" creationId="{B62A0420-8D11-D2D7-62D8-860C676C8A0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6" creationId="{E9879D28-82AF-1213-137D-5B9BF1F9C5E0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7" creationId="{77AAD94B-1DF9-327E-9D62-76303A48B722}"/>
          </ac:spMkLst>
        </pc:spChg>
        <pc:spChg chg="add mod">
          <ac:chgData name="연우 오" userId="c3558644dac54ca4" providerId="LiveId" clId="{9333FDCA-79D6-4088-A778-579BE454CE38}" dt="2026-08-25T14:49:07.376" v="6365" actId="571"/>
          <ac:spMkLst>
            <pc:docMk/>
            <pc:sldMk cId="1001799100" sldId="281"/>
            <ac:spMk id="38" creationId="{6FBBED1D-7EB7-F66A-9286-DF2961F20B0D}"/>
          </ac:spMkLst>
        </pc:spChg>
        <pc:spChg chg="add mod">
          <ac:chgData name="연우 오" userId="c3558644dac54ca4" providerId="LiveId" clId="{9333FDCA-79D6-4088-A778-579BE454CE38}" dt="2026-08-25T14:49:09.011" v="6366" actId="571"/>
          <ac:spMkLst>
            <pc:docMk/>
            <pc:sldMk cId="1001799100" sldId="281"/>
            <ac:spMk id="39" creationId="{7AFF51EC-2337-2D4E-3A1F-74C3701CCB97}"/>
          </ac:spMkLst>
        </pc:spChg>
        <pc:spChg chg="add mod">
          <ac:chgData name="연우 오" userId="c3558644dac54ca4" providerId="LiveId" clId="{9333FDCA-79D6-4088-A778-579BE454CE38}" dt="2026-08-25T14:49:11.560" v="6367" actId="571"/>
          <ac:spMkLst>
            <pc:docMk/>
            <pc:sldMk cId="1001799100" sldId="281"/>
            <ac:spMk id="40" creationId="{9F9E2CCC-2BFB-EA94-3FA6-9027C42112BB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1" creationId="{039DBB61-CAFA-8C63-DD4E-B2C46E893EC8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2" creationId="{2E648C17-107B-16B8-95E4-5AC5EB9B4F75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3" creationId="{5F4C7FB6-FB47-7E14-1AC6-4EC4C4A8E0A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4" creationId="{1E395085-2ECB-690C-C24A-0DC3E4E8F95C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5" creationId="{A338867D-C54A-045E-6ABF-501D1EAED85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6" creationId="{AFCE936F-617B-8910-65E2-88A4A60FD5CD}"/>
          </ac:spMkLst>
        </pc:spChg>
        <pc:spChg chg="add mod">
          <ac:chgData name="연우 오" userId="c3558644dac54ca4" providerId="LiveId" clId="{9333FDCA-79D6-4088-A778-579BE454CE38}" dt="2026-08-26T00:12:13.662" v="7066" actId="1076"/>
          <ac:spMkLst>
            <pc:docMk/>
            <pc:sldMk cId="1001799100" sldId="281"/>
            <ac:spMk id="47" creationId="{5083FE0B-9433-6B4E-AFB8-6744453A1D4E}"/>
          </ac:spMkLst>
        </pc:spChg>
        <pc:spChg chg="add mod ord">
          <ac:chgData name="연우 오" userId="c3558644dac54ca4" providerId="LiveId" clId="{9333FDCA-79D6-4088-A778-579BE454CE38}" dt="2026-08-25T16:00:37.340" v="6718" actId="167"/>
          <ac:spMkLst>
            <pc:docMk/>
            <pc:sldMk cId="1001799100" sldId="281"/>
            <ac:spMk id="51" creationId="{9A5E9731-4A82-3444-B26C-B3BEF85F13C3}"/>
          </ac:spMkLst>
        </pc:spChg>
        <pc:spChg chg="add mod">
          <ac:chgData name="연우 오" userId="c3558644dac54ca4" providerId="LiveId" clId="{9333FDCA-79D6-4088-A778-579BE454CE38}" dt="2026-08-26T00:31:49.737" v="7377" actId="1076"/>
          <ac:spMkLst>
            <pc:docMk/>
            <pc:sldMk cId="1001799100" sldId="281"/>
            <ac:spMk id="54" creationId="{45106707-548F-E7DC-A034-58F650FC54FD}"/>
          </ac:spMkLst>
        </pc:spChg>
        <pc:graphicFrameChg chg="add del">
          <ac:chgData name="연우 오" userId="c3558644dac54ca4" providerId="LiveId" clId="{9333FDCA-79D6-4088-A778-579BE454CE38}" dt="2026-08-25T14:35:36.870" v="6206" actId="3680"/>
          <ac:graphicFrameMkLst>
            <pc:docMk/>
            <pc:sldMk cId="1001799100" sldId="281"/>
            <ac:graphicFrameMk id="27" creationId="{8D45D3A9-9C48-84C3-281A-8E7E967E4483}"/>
          </ac:graphicFrameMkLst>
        </pc:graphicFrameChg>
        <pc:graphicFrameChg chg="add mod modGraphic">
          <ac:chgData name="연우 오" userId="c3558644dac54ca4" providerId="LiveId" clId="{9333FDCA-79D6-4088-A778-579BE454CE38}" dt="2026-08-25T14:45:55.751" v="6345" actId="1076"/>
          <ac:graphicFrameMkLst>
            <pc:docMk/>
            <pc:sldMk cId="1001799100" sldId="281"/>
            <ac:graphicFrameMk id="28" creationId="{627F2CF0-24EA-EDEA-8B20-7F1BBE5E75C5}"/>
          </ac:graphicFrameMkLst>
        </pc:graphicFrameChg>
        <pc:graphicFrameChg chg="add modGraphic">
          <ac:chgData name="연우 오" userId="c3558644dac54ca4" providerId="LiveId" clId="{9333FDCA-79D6-4088-A778-579BE454CE38}" dt="2026-08-26T00:11:49.760" v="7018" actId="14734"/>
          <ac:graphicFrameMkLst>
            <pc:docMk/>
            <pc:sldMk cId="1001799100" sldId="281"/>
            <ac:graphicFrameMk id="49" creationId="{21E41EB4-0CF5-6319-936E-FF5741C1865D}"/>
          </ac:graphicFrameMkLst>
        </pc:graphicFrameChg>
        <pc:picChg chg="add del mod">
          <ac:chgData name="연우 오" userId="c3558644dac54ca4" providerId="LiveId" clId="{9333FDCA-79D6-4088-A778-579BE454CE38}" dt="2026-08-25T14:27:28.419" v="6135" actId="478"/>
          <ac:picMkLst>
            <pc:docMk/>
            <pc:sldMk cId="1001799100" sldId="281"/>
            <ac:picMk id="5" creationId="{4EF95321-627D-C478-B136-9613AD4890FF}"/>
          </ac:picMkLst>
        </pc:picChg>
        <pc:picChg chg="add mod ord">
          <ac:chgData name="연우 오" userId="c3558644dac54ca4" providerId="LiveId" clId="{9333FDCA-79D6-4088-A778-579BE454CE38}" dt="2026-08-25T14:54:36.187" v="6409" actId="1076"/>
          <ac:picMkLst>
            <pc:docMk/>
            <pc:sldMk cId="1001799100" sldId="281"/>
            <ac:picMk id="22" creationId="{958FEACA-6C5A-6E48-DE89-2749A93EF9BB}"/>
          </ac:picMkLst>
        </pc:picChg>
        <pc:picChg chg="add del">
          <ac:chgData name="연우 오" userId="c3558644dac54ca4" providerId="LiveId" clId="{9333FDCA-79D6-4088-A778-579BE454CE38}" dt="2026-08-26T00:19:50.365" v="7272" actId="22"/>
          <ac:picMkLst>
            <pc:docMk/>
            <pc:sldMk cId="1001799100" sldId="281"/>
            <ac:picMk id="52" creationId="{02226A97-366A-30A6-AA5F-F34EB349E439}"/>
          </ac:picMkLst>
        </pc:picChg>
        <pc:picChg chg="add mod">
          <ac:chgData name="연우 오" userId="c3558644dac54ca4" providerId="LiveId" clId="{9333FDCA-79D6-4088-A778-579BE454CE38}" dt="2026-08-26T00:19:58.666" v="7277" actId="1076"/>
          <ac:picMkLst>
            <pc:docMk/>
            <pc:sldMk cId="1001799100" sldId="281"/>
            <ac:picMk id="53" creationId="{31A4A46E-35AE-B131-8848-D595E108EE20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addSp delSp modSp add mod modTransition setBg addAnim delAnim modAnim">
        <pc:chgData name="연우 오" userId="c3558644dac54ca4" providerId="LiveId" clId="{9333FDCA-79D6-4088-A778-579BE454CE38}" dt="2026-08-26T06:48:39.615" v="7778" actId="20577"/>
        <pc:sldMkLst>
          <pc:docMk/>
          <pc:sldMk cId="857794491" sldId="283"/>
        </pc:sldMkLst>
        <pc:spChg chg="del mod">
          <ac:chgData name="연우 오" userId="c3558644dac54ca4" providerId="LiveId" clId="{9333FDCA-79D6-4088-A778-579BE454CE38}" dt="2026-08-26T06:45:25.283" v="7741" actId="478"/>
          <ac:spMkLst>
            <pc:docMk/>
            <pc:sldMk cId="857794491" sldId="283"/>
            <ac:spMk id="2" creationId="{567B9DCD-EDEE-1B89-48B4-67ADC7D7B398}"/>
          </ac:spMkLst>
        </pc:spChg>
        <pc:spChg chg="mod">
          <ac:chgData name="연우 오" userId="c3558644dac54ca4" providerId="LiveId" clId="{9333FDCA-79D6-4088-A778-579BE454CE38}" dt="2026-08-26T06:48:39.615" v="7778" actId="20577"/>
          <ac:spMkLst>
            <pc:docMk/>
            <pc:sldMk cId="857794491" sldId="283"/>
            <ac:spMk id="4" creationId="{278DCBD3-AFDA-8244-E5E7-CF449A88E79E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7" creationId="{1A325592-99F1-D97E-4A52-8D77904BFEA1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8" creationId="{C4F315CD-1989-9E71-CEF4-814D1AAF38B9}"/>
          </ac:spMkLst>
        </pc:spChg>
        <pc:spChg chg="del mod">
          <ac:chgData name="연우 오" userId="c3558644dac54ca4" providerId="LiveId" clId="{9333FDCA-79D6-4088-A778-579BE454CE38}" dt="2026-08-26T06:40:39.845" v="7555" actId="478"/>
          <ac:spMkLst>
            <pc:docMk/>
            <pc:sldMk cId="857794491" sldId="283"/>
            <ac:spMk id="9" creationId="{A163CBB4-59A1-8CD5-FA7C-574E931AFE2B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0" creationId="{DCBA063F-A484-32DC-39CB-B79B1BAB4582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2" creationId="{CE57C3D6-FA7D-4272-1D9B-21A4FEB2B07F}"/>
          </ac:spMkLst>
        </pc:spChg>
        <pc:spChg chg="del">
          <ac:chgData name="연우 오" userId="c3558644dac54ca4" providerId="LiveId" clId="{9333FDCA-79D6-4088-A778-579BE454CE38}" dt="2026-08-26T06:48:25.097" v="7771" actId="478"/>
          <ac:spMkLst>
            <pc:docMk/>
            <pc:sldMk cId="857794491" sldId="283"/>
            <ac:spMk id="13" creationId="{4C702CB2-3533-8ECC-8410-104B95A4AB0A}"/>
          </ac:spMkLst>
        </pc:spChg>
        <pc:spChg chg="del">
          <ac:chgData name="연우 오" userId="c3558644dac54ca4" providerId="LiveId" clId="{9333FDCA-79D6-4088-A778-579BE454CE38}" dt="2026-08-26T06:48:26.116" v="7772" actId="478"/>
          <ac:spMkLst>
            <pc:docMk/>
            <pc:sldMk cId="857794491" sldId="283"/>
            <ac:spMk id="14" creationId="{3F8878F3-7361-67A5-B369-67844CC58BFF}"/>
          </ac:spMkLst>
        </pc:spChg>
        <pc:spChg chg="del">
          <ac:chgData name="연우 오" userId="c3558644dac54ca4" providerId="LiveId" clId="{9333FDCA-79D6-4088-A778-579BE454CE38}" dt="2026-08-26T06:48:23.678" v="7769" actId="478"/>
          <ac:spMkLst>
            <pc:docMk/>
            <pc:sldMk cId="857794491" sldId="283"/>
            <ac:spMk id="15" creationId="{5485FAEF-646D-F2B5-C729-C983828F45C7}"/>
          </ac:spMkLst>
        </pc:spChg>
        <pc:spChg chg="del">
          <ac:chgData name="연우 오" userId="c3558644dac54ca4" providerId="LiveId" clId="{9333FDCA-79D6-4088-A778-579BE454CE38}" dt="2026-08-26T06:48:24.208" v="7770" actId="478"/>
          <ac:spMkLst>
            <pc:docMk/>
            <pc:sldMk cId="857794491" sldId="283"/>
            <ac:spMk id="16" creationId="{BBD1AB01-9833-7392-77A3-C7F147E06B05}"/>
          </ac:spMkLst>
        </pc:spChg>
        <pc:spChg chg="del mod">
          <ac:chgData name="연우 오" userId="c3558644dac54ca4" providerId="LiveId" clId="{9333FDCA-79D6-4088-A778-579BE454CE38}" dt="2026-08-26T06:48:23.092" v="7768" actId="478"/>
          <ac:spMkLst>
            <pc:docMk/>
            <pc:sldMk cId="857794491" sldId="283"/>
            <ac:spMk id="17" creationId="{BDF79776-3222-AA88-39F3-6F4FE2A05261}"/>
          </ac:spMkLst>
        </pc:spChg>
        <pc:spChg chg="del mod">
          <ac:chgData name="연우 오" userId="c3558644dac54ca4" providerId="LiveId" clId="{9333FDCA-79D6-4088-A778-579BE454CE38}" dt="2026-08-26T06:42:06.942" v="7608" actId="478"/>
          <ac:spMkLst>
            <pc:docMk/>
            <pc:sldMk cId="857794491" sldId="283"/>
            <ac:spMk id="19" creationId="{DA6300EF-1025-7D39-97D9-6F395B13D8D5}"/>
          </ac:spMkLst>
        </pc:spChg>
        <pc:spChg chg="add del mod">
          <ac:chgData name="연우 오" userId="c3558644dac54ca4" providerId="LiveId" clId="{9333FDCA-79D6-4088-A778-579BE454CE38}" dt="2026-08-26T06:36:43.976" v="7503" actId="478"/>
          <ac:spMkLst>
            <pc:docMk/>
            <pc:sldMk cId="857794491" sldId="283"/>
            <ac:spMk id="20" creationId="{12E460C2-75A0-3A2D-1BD3-C568D9732D46}"/>
          </ac:spMkLst>
        </pc:spChg>
        <pc:spChg chg="del mod">
          <ac:chgData name="연우 오" userId="c3558644dac54ca4" providerId="LiveId" clId="{9333FDCA-79D6-4088-A778-579BE454CE38}" dt="2026-08-26T06:45:23.719" v="7740" actId="478"/>
          <ac:spMkLst>
            <pc:docMk/>
            <pc:sldMk cId="857794491" sldId="283"/>
            <ac:spMk id="21" creationId="{1927CDEA-2B3D-225E-4DEA-4B6F782488AF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23" creationId="{5BAA60B0-ED80-9CF2-2D10-58CF7A8386BB}"/>
          </ac:spMkLst>
        </pc:spChg>
        <pc:spChg chg="add del mod">
          <ac:chgData name="연우 오" userId="c3558644dac54ca4" providerId="LiveId" clId="{9333FDCA-79D6-4088-A778-579BE454CE38}" dt="2026-08-26T06:48:22.570" v="7767" actId="478"/>
          <ac:spMkLst>
            <pc:docMk/>
            <pc:sldMk cId="857794491" sldId="283"/>
            <ac:spMk id="24" creationId="{36BCC9E1-F4DB-81FE-3AA0-FE35CF0540A7}"/>
          </ac:spMkLst>
        </pc:spChg>
        <pc:grpChg chg="add mod">
          <ac:chgData name="연우 오" userId="c3558644dac54ca4" providerId="LiveId" clId="{9333FDCA-79D6-4088-A778-579BE454CE38}" dt="2026-08-26T06:47:38.583" v="7758" actId="164"/>
          <ac:grpSpMkLst>
            <pc:docMk/>
            <pc:sldMk cId="857794491" sldId="283"/>
            <ac:grpSpMk id="25" creationId="{79642F79-D2DF-A3E4-2C48-BE478E5E2A83}"/>
          </ac:grpSpMkLst>
        </pc:grpChg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0:11:00.320" v="7015" actId="1076"/>
        <pc:sldMkLst>
          <pc:docMk/>
          <pc:sldMk cId="1858044975" sldId="284"/>
        </pc:sldMkLst>
        <pc:spChg chg="add del mod">
          <ac:chgData name="연우 오" userId="c3558644dac54ca4" providerId="LiveId" clId="{9333FDCA-79D6-4088-A778-579BE454CE38}" dt="2026-08-25T15:13:46.587" v="6526" actId="478"/>
          <ac:spMkLst>
            <pc:docMk/>
            <pc:sldMk cId="1858044975" sldId="284"/>
            <ac:spMk id="2" creationId="{8A212601-400B-B0E7-F302-3479BC78E4D2}"/>
          </ac:spMkLst>
        </pc:spChg>
        <pc:spChg chg="mod">
          <ac:chgData name="연우 오" userId="c3558644dac54ca4" providerId="LiveId" clId="{9333FDCA-79D6-4088-A778-579BE454CE38}" dt="2026-08-25T16:11:16.671" v="6802" actId="1076"/>
          <ac:spMkLst>
            <pc:docMk/>
            <pc:sldMk cId="1858044975" sldId="284"/>
            <ac:spMk id="4" creationId="{10B302E8-4FE2-74DE-E92B-4712BD6EA03F}"/>
          </ac:spMkLst>
        </pc:spChg>
        <pc:spChg chg="add del mod ord">
          <ac:chgData name="연우 오" userId="c3558644dac54ca4" providerId="LiveId" clId="{9333FDCA-79D6-4088-A778-579BE454CE38}" dt="2026-08-25T16:12:40.793" v="6810" actId="478"/>
          <ac:spMkLst>
            <pc:docMk/>
            <pc:sldMk cId="1858044975" sldId="284"/>
            <ac:spMk id="5" creationId="{73DE8A97-39F2-7EEC-36AA-8D99CAE45EDE}"/>
          </ac:spMkLst>
        </pc:spChg>
        <pc:spChg chg="del">
          <ac:chgData name="연우 오" userId="c3558644dac54ca4" providerId="LiveId" clId="{9333FDCA-79D6-4088-A778-579BE454CE38}" dt="2026-08-25T15:20:22.048" v="6610" actId="478"/>
          <ac:spMkLst>
            <pc:docMk/>
            <pc:sldMk cId="1858044975" sldId="284"/>
            <ac:spMk id="8" creationId="{49484A0B-EA84-18DD-BF48-6730AC496F59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9" creationId="{72F97BE8-2B48-11AE-2E92-309C2A23FD03}"/>
          </ac:spMkLst>
        </pc:spChg>
        <pc:spChg chg="mod ord">
          <ac:chgData name="연우 오" userId="c3558644dac54ca4" providerId="LiveId" clId="{9333FDCA-79D6-4088-A778-579BE454CE38}" dt="2026-08-25T16:13:50.097" v="6818" actId="166"/>
          <ac:spMkLst>
            <pc:docMk/>
            <pc:sldMk cId="1858044975" sldId="284"/>
            <ac:spMk id="10" creationId="{E4EA7A4F-F017-FB86-A1E2-42B826001C6C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1" creationId="{90C34E14-9E14-97AE-0E2B-6C46AF5225D7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2" creationId="{614C0959-A7BB-1AF2-0351-5E83C1D0393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3" creationId="{2AE735D9-3D0A-72C4-3A30-BFEBD2E2E5F0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4" creationId="{C633F854-D0F2-D5B7-5800-AA9DD54D7EE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5" creationId="{EEA002CB-98AF-4582-A27D-59CF679A5C33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6" creationId="{9379198C-C7CE-3802-C1AA-CADB5A1B5CE6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7" creationId="{09AC0FD5-A601-6F4C-92BF-7D00A702BC5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8" creationId="{143128B2-7C96-F214-4515-85DB96CA841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9" creationId="{9D4974C1-9B0B-EDE7-3805-1B7FB13DD306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20" creationId="{0D7A9CDE-DE61-766D-38C1-2CBFD31A3BBF}"/>
          </ac:spMkLst>
        </pc:spChg>
        <pc:spChg chg="add mod">
          <ac:chgData name="연우 오" userId="c3558644dac54ca4" providerId="LiveId" clId="{9333FDCA-79D6-4088-A778-579BE454CE38}" dt="2026-08-25T16:04:51.616" v="6748" actId="571"/>
          <ac:spMkLst>
            <pc:docMk/>
            <pc:sldMk cId="1858044975" sldId="284"/>
            <ac:spMk id="21" creationId="{1E1793A0-49B6-510B-DD15-C5360BBA081D}"/>
          </ac:spMkLst>
        </pc:spChg>
        <pc:spChg chg="add mod">
          <ac:chgData name="연우 오" userId="c3558644dac54ca4" providerId="LiveId" clId="{9333FDCA-79D6-4088-A778-579BE454CE38}" dt="2026-08-25T16:04:54.770" v="6749" actId="571"/>
          <ac:spMkLst>
            <pc:docMk/>
            <pc:sldMk cId="1858044975" sldId="284"/>
            <ac:spMk id="23" creationId="{8DB83DF8-7B54-3779-B682-5AA4FA6BDA8B}"/>
          </ac:spMkLst>
        </pc:spChg>
        <pc:spChg chg="add mod">
          <ac:chgData name="연우 오" userId="c3558644dac54ca4" providerId="LiveId" clId="{9333FDCA-79D6-4088-A778-579BE454CE38}" dt="2026-08-25T16:04:58.338" v="6750" actId="571"/>
          <ac:spMkLst>
            <pc:docMk/>
            <pc:sldMk cId="1858044975" sldId="284"/>
            <ac:spMk id="24" creationId="{F7FB6DAB-7644-DF8D-4B21-7761FC26B012}"/>
          </ac:spMkLst>
        </pc:spChg>
        <pc:spChg chg="add mod">
          <ac:chgData name="연우 오" userId="c3558644dac54ca4" providerId="LiveId" clId="{9333FDCA-79D6-4088-A778-579BE454CE38}" dt="2026-08-25T16:05:01.682" v="6751" actId="571"/>
          <ac:spMkLst>
            <pc:docMk/>
            <pc:sldMk cId="1858044975" sldId="284"/>
            <ac:spMk id="25" creationId="{EC1DF0C5-4881-EFF5-1919-F75CEDB3CC3B}"/>
          </ac:spMkLst>
        </pc:spChg>
        <pc:spChg chg="add mod">
          <ac:chgData name="연우 오" userId="c3558644dac54ca4" providerId="LiveId" clId="{9333FDCA-79D6-4088-A778-579BE454CE38}" dt="2026-08-25T16:05:06.204" v="6753" actId="571"/>
          <ac:spMkLst>
            <pc:docMk/>
            <pc:sldMk cId="1858044975" sldId="284"/>
            <ac:spMk id="26" creationId="{F0E48561-5025-492F-FEC0-E1FC986B0C23}"/>
          </ac:spMkLst>
        </pc:spChg>
        <pc:spChg chg="add mod">
          <ac:chgData name="연우 오" userId="c3558644dac54ca4" providerId="LiveId" clId="{9333FDCA-79D6-4088-A778-579BE454CE38}" dt="2026-08-25T16:05:09.215" v="6754" actId="571"/>
          <ac:spMkLst>
            <pc:docMk/>
            <pc:sldMk cId="1858044975" sldId="284"/>
            <ac:spMk id="27" creationId="{212E8D25-1D1E-AD8C-AF48-CA038FBBD252}"/>
          </ac:spMkLst>
        </pc:spChg>
        <pc:spChg chg="add mod">
          <ac:chgData name="연우 오" userId="c3558644dac54ca4" providerId="LiveId" clId="{9333FDCA-79D6-4088-A778-579BE454CE38}" dt="2026-08-25T16:05:11.760" v="6755" actId="571"/>
          <ac:spMkLst>
            <pc:docMk/>
            <pc:sldMk cId="1858044975" sldId="284"/>
            <ac:spMk id="29" creationId="{968D8D2C-32AC-7532-71BE-901FCA73F637}"/>
          </ac:spMkLst>
        </pc:spChg>
        <pc:spChg chg="mod ord">
          <ac:chgData name="연우 오" userId="c3558644dac54ca4" providerId="LiveId" clId="{9333FDCA-79D6-4088-A778-579BE454CE38}" dt="2026-08-25T16:13:01.685" v="6815" actId="1076"/>
          <ac:spMkLst>
            <pc:docMk/>
            <pc:sldMk cId="1858044975" sldId="284"/>
            <ac:spMk id="30" creationId="{33796FBF-7B83-495B-31B3-60CD67A28F2A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3" creationId="{C90AE67E-B4F6-5926-2155-4F771F92A5F9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5" creationId="{4653933A-DFDE-B0F8-E698-2EF7ED40BEA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6" creationId="{50DF784C-8AD3-615A-8757-163C7E63812F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7" creationId="{4462B399-7D92-A029-791D-2373A92AEE53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8" creationId="{2D9A0EEB-D1FA-C857-C43B-027085247744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9" creationId="{69D7E1F8-B438-6491-A505-0B799C20BC0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0" creationId="{F4AEFD25-45A4-AF44-AA9E-CA4B06D4C27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2" creationId="{9471F531-6861-E19B-D666-85DC9E05F9E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4" creationId="{2CCD29D0-11AB-78B8-D1AC-61B2EA04CAE6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6" creationId="{4A3DF9BD-F1E1-4C20-E5DF-BF021829D570}"/>
          </ac:spMkLst>
        </pc:spChg>
        <pc:spChg chg="del">
          <ac:chgData name="연우 오" userId="c3558644dac54ca4" providerId="LiveId" clId="{9333FDCA-79D6-4088-A778-579BE454CE38}" dt="2026-08-25T15:11:30.846" v="6510" actId="478"/>
          <ac:spMkLst>
            <pc:docMk/>
            <pc:sldMk cId="1858044975" sldId="284"/>
            <ac:spMk id="47" creationId="{2E96ABF3-A8A9-9A1C-9950-938C2085B228}"/>
          </ac:spMkLst>
        </pc:spChg>
        <pc:spChg chg="add mod">
          <ac:chgData name="연우 오" userId="c3558644dac54ca4" providerId="LiveId" clId="{9333FDCA-79D6-4088-A778-579BE454CE38}" dt="2026-08-25T16:05:16.262" v="6756" actId="571"/>
          <ac:spMkLst>
            <pc:docMk/>
            <pc:sldMk cId="1858044975" sldId="284"/>
            <ac:spMk id="48" creationId="{1ED849F9-F7EE-A28D-F1DB-D82421CD2E83}"/>
          </ac:spMkLst>
        </pc:spChg>
        <pc:spChg chg="add mod">
          <ac:chgData name="연우 오" userId="c3558644dac54ca4" providerId="LiveId" clId="{9333FDCA-79D6-4088-A778-579BE454CE38}" dt="2026-08-25T16:05:18.724" v="6757" actId="571"/>
          <ac:spMkLst>
            <pc:docMk/>
            <pc:sldMk cId="1858044975" sldId="284"/>
            <ac:spMk id="49" creationId="{149AAB51-3169-CDD1-08F4-8DB7688F8069}"/>
          </ac:spMkLst>
        </pc:spChg>
        <pc:spChg chg="add mod">
          <ac:chgData name="연우 오" userId="c3558644dac54ca4" providerId="LiveId" clId="{9333FDCA-79D6-4088-A778-579BE454CE38}" dt="2026-08-25T16:05:21.188" v="6758" actId="571"/>
          <ac:spMkLst>
            <pc:docMk/>
            <pc:sldMk cId="1858044975" sldId="284"/>
            <ac:spMk id="50" creationId="{5598292E-43DC-98AA-8B07-200FF8732E3B}"/>
          </ac:spMkLst>
        </pc:spChg>
        <pc:spChg chg="add mod">
          <ac:chgData name="연우 오" userId="c3558644dac54ca4" providerId="LiveId" clId="{9333FDCA-79D6-4088-A778-579BE454CE38}" dt="2026-08-25T16:05:24.077" v="6759" actId="571"/>
          <ac:spMkLst>
            <pc:docMk/>
            <pc:sldMk cId="1858044975" sldId="284"/>
            <ac:spMk id="51" creationId="{5D16B175-B912-4735-5139-AD7E9C8AEBAD}"/>
          </ac:spMkLst>
        </pc:spChg>
        <pc:spChg chg="add mod">
          <ac:chgData name="연우 오" userId="c3558644dac54ca4" providerId="LiveId" clId="{9333FDCA-79D6-4088-A778-579BE454CE38}" dt="2026-08-25T16:05:26.555" v="6760" actId="571"/>
          <ac:spMkLst>
            <pc:docMk/>
            <pc:sldMk cId="1858044975" sldId="284"/>
            <ac:spMk id="52" creationId="{292E34E6-F2EB-201C-8620-974E41AD357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5" creationId="{055AE5F1-22C6-C6E5-6A3A-6DCB1045E433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8" creationId="{B8682186-950F-D9EE-49C3-577C54E78FF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0" creationId="{C0E607B3-A569-0254-E496-D3824CAC8CE8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1" creationId="{9DDBC678-A236-1DDA-11F1-4A158F4ECA64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4" creationId="{06305EB2-5762-1AC6-E264-77FDAB9C3BE6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5" creationId="{A85D0141-62D6-B067-0B3C-B6156DAA02F2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7" creationId="{CF757A47-5570-4775-7CDC-08E1A0969BF0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70" creationId="{18532430-9F71-BA3B-ADB9-CC5384B2540D}"/>
          </ac:spMkLst>
        </pc:spChg>
        <pc:spChg chg="add mod">
          <ac:chgData name="연우 오" userId="c3558644dac54ca4" providerId="LiveId" clId="{9333FDCA-79D6-4088-A778-579BE454CE38}" dt="2026-08-26T00:11:00.320" v="7015" actId="1076"/>
          <ac:spMkLst>
            <pc:docMk/>
            <pc:sldMk cId="1858044975" sldId="284"/>
            <ac:spMk id="74" creationId="{540CEF84-0614-CB93-F71F-43C9E309F9DA}"/>
          </ac:spMkLst>
        </pc:spChg>
        <pc:spChg chg="add del mod">
          <ac:chgData name="연우 오" userId="c3558644dac54ca4" providerId="LiveId" clId="{9333FDCA-79D6-4088-A778-579BE454CE38}" dt="2026-08-25T16:12:46.387" v="6812" actId="478"/>
          <ac:spMkLst>
            <pc:docMk/>
            <pc:sldMk cId="1858044975" sldId="284"/>
            <ac:spMk id="75" creationId="{C1C2C731-743B-D465-CB26-0E6114A6A805}"/>
          </ac:spMkLst>
        </pc:spChg>
        <pc:spChg chg="del">
          <ac:chgData name="연우 오" userId="c3558644dac54ca4" providerId="LiveId" clId="{9333FDCA-79D6-4088-A778-579BE454CE38}" dt="2026-08-25T16:12:44.465" v="6811" actId="478"/>
          <ac:spMkLst>
            <pc:docMk/>
            <pc:sldMk cId="1858044975" sldId="284"/>
            <ac:spMk id="76" creationId="{739B5B7D-50CA-3DE3-9168-EE2675E5F396}"/>
          </ac:spMkLst>
        </pc:spChg>
        <pc:graphicFrameChg chg="add del mod ord modGraphic">
          <ac:chgData name="연우 오" userId="c3558644dac54ca4" providerId="LiveId" clId="{9333FDCA-79D6-4088-A778-579BE454CE38}" dt="2026-08-25T16:12:38.927" v="6809" actId="478"/>
          <ac:graphicFrameMkLst>
            <pc:docMk/>
            <pc:sldMk cId="1858044975" sldId="284"/>
            <ac:graphicFrameMk id="7" creationId="{1CD1D566-DC09-7FEF-6E65-7D479C8B4171}"/>
          </ac:graphicFrameMkLst>
        </pc:graphicFrameChg>
        <pc:graphicFrameChg chg="del mod modGraphic">
          <ac:chgData name="연우 오" userId="c3558644dac54ca4" providerId="LiveId" clId="{9333FDCA-79D6-4088-A778-579BE454CE38}" dt="2026-08-25T15:20:16.642" v="6609" actId="478"/>
          <ac:graphicFrameMkLst>
            <pc:docMk/>
            <pc:sldMk cId="1858044975" sldId="284"/>
            <ac:graphicFrameMk id="28" creationId="{E803C567-0932-76CC-33B7-924B63BD9EBF}"/>
          </ac:graphicFrameMkLst>
        </pc:graphicFrameChg>
        <pc:graphicFrameChg chg="ord">
          <ac:chgData name="연우 오" userId="c3558644dac54ca4" providerId="LiveId" clId="{9333FDCA-79D6-4088-A778-579BE454CE38}" dt="2026-08-25T16:13:32.923" v="6816" actId="167"/>
          <ac:graphicFrameMkLst>
            <pc:docMk/>
            <pc:sldMk cId="1858044975" sldId="284"/>
            <ac:graphicFrameMk id="53" creationId="{C51CD332-6A5B-117C-ECED-B8E971D36324}"/>
          </ac:graphicFrameMkLst>
        </pc:graphicFrameChg>
        <pc:picChg chg="mod">
          <ac:chgData name="연우 오" userId="c3558644dac54ca4" providerId="LiveId" clId="{9333FDCA-79D6-4088-A778-579BE454CE38}" dt="2026-08-25T15:05:49.708" v="6475" actId="1076"/>
          <ac:picMkLst>
            <pc:docMk/>
            <pc:sldMk cId="1858044975" sldId="284"/>
            <ac:picMk id="22" creationId="{23473E1F-0B5E-F7ED-471A-345A9643BA6C}"/>
          </ac:picMkLst>
        </pc:picChg>
      </pc:sldChg>
      <pc:sldChg chg="add del">
        <pc:chgData name="연우 오" userId="c3558644dac54ca4" providerId="LiveId" clId="{9333FDCA-79D6-4088-A778-579BE454CE38}" dt="2026-08-25T16:04:46.236" v="6747" actId="2890"/>
        <pc:sldMkLst>
          <pc:docMk/>
          <pc:sldMk cId="428029875" sldId="285"/>
        </pc:sldMkLst>
      </pc:sldChg>
      <pc:sldChg chg="addSp delSp modSp add mod modTransition addAnim delAnim modAnim">
        <pc:chgData name="연우 오" userId="c3558644dac54ca4" providerId="LiveId" clId="{9333FDCA-79D6-4088-A778-579BE454CE38}" dt="2026-08-26T06:17:25.607" v="7386"/>
        <pc:sldMkLst>
          <pc:docMk/>
          <pc:sldMk cId="1159217278" sldId="285"/>
        </pc:sldMkLst>
        <pc:spChg chg="del">
          <ac:chgData name="연우 오" userId="c3558644dac54ca4" providerId="LiveId" clId="{9333FDCA-79D6-4088-A778-579BE454CE38}" dt="2026-08-25T16:11:39.252" v="6803" actId="478"/>
          <ac:spMkLst>
            <pc:docMk/>
            <pc:sldMk cId="1159217278" sldId="285"/>
            <ac:spMk id="4" creationId="{E6291E68-F693-0081-A896-265FD149BD34}"/>
          </ac:spMkLst>
        </pc:spChg>
        <pc:spChg chg="mod">
          <ac:chgData name="연우 오" userId="c3558644dac54ca4" providerId="LiveId" clId="{9333FDCA-79D6-4088-A778-579BE454CE38}" dt="2026-08-26T00:10:55.417" v="7014" actId="1076"/>
          <ac:spMkLst>
            <pc:docMk/>
            <pc:sldMk cId="1159217278" sldId="285"/>
            <ac:spMk id="5" creationId="{B41AFAE3-F87E-1D9F-E1F7-8053E8200720}"/>
          </ac:spMkLst>
        </pc:spChg>
        <pc:spChg chg="add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8" creationId="{F8FEDFE5-2DD7-19F1-186E-0CAD41E46CAE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9" creationId="{4141EF49-A00C-A19D-9D24-5FB255116F17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10" creationId="{9066ACE3-15DA-23C1-EBC0-FFA965E330C8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1" creationId="{C192D81D-7A63-256E-91A8-534999E4CD16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2" creationId="{5E0EBDC7-2A6E-4BC0-6791-382114264D6C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3" creationId="{8DDC6131-B81D-EC1A-A1E4-5C2CC58E9395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4" creationId="{509FDC98-AFB9-6438-2ECF-21A37DB4E609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5" creationId="{BB8B0416-33F8-C6B6-4604-0981D966551C}"/>
          </ac:spMkLst>
        </pc:spChg>
        <pc:spChg chg="add">
          <ac:chgData name="연우 오" userId="c3558644dac54ca4" providerId="LiveId" clId="{9333FDCA-79D6-4088-A778-579BE454CE38}" dt="2026-08-25T16:08:32.353" v="6788" actId="22"/>
          <ac:spMkLst>
            <pc:docMk/>
            <pc:sldMk cId="1159217278" sldId="285"/>
            <ac:spMk id="17" creationId="{F310E753-1541-940F-D926-2B716CECA1D1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8" creationId="{BE458E02-AEC6-7CAC-D0EE-996A309AB50D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9" creationId="{3C5A23C7-0163-39C0-148D-98777C79F7A7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20" creationId="{7D8DAC0C-CABD-16AB-8101-82E4A838061A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1" creationId="{919D11DC-C639-6F0F-1059-AFDBC3AD9DB7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3" creationId="{309CAAF9-E525-0089-BE5A-F63DE81BB04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4" creationId="{E4515D30-8099-F516-DB81-97E995D85576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25" creationId="{FB185BAC-D7B2-2610-F31D-D0680FFD68B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7" creationId="{41667FFD-6341-020F-BDE3-A3373C4D70E6}"/>
          </ac:spMkLst>
        </pc:spChg>
        <pc:spChg chg="add">
          <ac:chgData name="연우 오" userId="c3558644dac54ca4" providerId="LiveId" clId="{9333FDCA-79D6-4088-A778-579BE454CE38}" dt="2026-08-25T16:11:39.651" v="6804" actId="22"/>
          <ac:spMkLst>
            <pc:docMk/>
            <pc:sldMk cId="1159217278" sldId="285"/>
            <ac:spMk id="28" creationId="{3B4D26DE-401F-573F-20E7-379C2E32E45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9" creationId="{6F096C47-DE62-856E-1E4D-359FED66174A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30" creationId="{56C1B799-F71D-6E82-CCAF-EB6FF8847A4C}"/>
          </ac:spMkLst>
        </pc:spChg>
        <pc:spChg chg="add mod">
          <ac:chgData name="연우 오" userId="c3558644dac54ca4" providerId="LiveId" clId="{9333FDCA-79D6-4088-A778-579BE454CE38}" dt="2026-08-26T00:15:44.225" v="7110" actId="1076"/>
          <ac:spMkLst>
            <pc:docMk/>
            <pc:sldMk cId="1159217278" sldId="285"/>
            <ac:spMk id="33" creationId="{E249FEB7-0212-BACC-8859-061C5418EF7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8" creationId="{E03D0C90-64FE-25AE-6F8E-FD81101BF26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9" creationId="{2C812BF8-BF18-7407-1579-DCD644BEFEF0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0" creationId="{435A2F90-2459-FC3A-08F0-3FBAA9A7140D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1" creationId="{DC346638-7CC6-8A18-A4EF-112156D92B0C}"/>
          </ac:spMkLst>
        </pc:spChg>
        <pc:picChg chg="add del">
          <ac:chgData name="연우 오" userId="c3558644dac54ca4" providerId="LiveId" clId="{9333FDCA-79D6-4088-A778-579BE454CE38}" dt="2026-08-26T00:13:10.281" v="7069" actId="478"/>
          <ac:picMkLst>
            <pc:docMk/>
            <pc:sldMk cId="1159217278" sldId="285"/>
            <ac:picMk id="31" creationId="{66202561-5702-CBD0-2234-A81DD27E5785}"/>
          </ac:picMkLst>
        </pc:picChg>
        <pc:picChg chg="add mod">
          <ac:chgData name="연우 오" userId="c3558644dac54ca4" providerId="LiveId" clId="{9333FDCA-79D6-4088-A778-579BE454CE38}" dt="2026-08-26T00:15:46.171" v="7111" actId="1076"/>
          <ac:picMkLst>
            <pc:docMk/>
            <pc:sldMk cId="1159217278" sldId="285"/>
            <ac:picMk id="32" creationId="{26702DC7-F47C-E712-D307-ECE4BCFCBB67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6T06:32:12.145" v="7429" actId="167"/>
        <pc:sldMkLst>
          <pc:docMk/>
          <pc:sldMk cId="1462384119" sldId="286"/>
        </pc:sldMkLst>
        <pc:spChg chg="add mod ord">
          <ac:chgData name="연우 오" userId="c3558644dac54ca4" providerId="LiveId" clId="{9333FDCA-79D6-4088-A778-579BE454CE38}" dt="2026-08-26T06:31:33.625" v="7419" actId="167"/>
          <ac:spMkLst>
            <pc:docMk/>
            <pc:sldMk cId="1462384119" sldId="286"/>
            <ac:spMk id="2" creationId="{7F47B643-2F6E-463E-0530-BE10586F09B3}"/>
          </ac:spMkLst>
        </pc:spChg>
        <pc:spChg chg="mod">
          <ac:chgData name="연우 오" userId="c3558644dac54ca4" providerId="LiveId" clId="{9333FDCA-79D6-4088-A778-579BE454CE38}" dt="2026-08-26T00:17:53.545" v="7269"/>
          <ac:spMkLst>
            <pc:docMk/>
            <pc:sldMk cId="1462384119" sldId="286"/>
            <ac:spMk id="5" creationId="{7A24DC0F-D1E2-889F-11DC-164CB5986CA7}"/>
          </ac:spMkLst>
        </pc:spChg>
        <pc:spChg chg="mod">
          <ac:chgData name="연우 오" userId="c3558644dac54ca4" providerId="LiveId" clId="{9333FDCA-79D6-4088-A778-579BE454CE38}" dt="2026-08-26T00:09:45.938" v="7005" actId="14100"/>
          <ac:spMkLst>
            <pc:docMk/>
            <pc:sldMk cId="1462384119" sldId="286"/>
            <ac:spMk id="8" creationId="{6E638B75-0D97-F2C6-1A98-01D8F34B49D6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9" creationId="{CE9DE41F-E2F0-30EC-8668-7EA59E9B8A37}"/>
          </ac:spMkLst>
        </pc:spChg>
        <pc:spChg chg="add mod ord">
          <ac:chgData name="연우 오" userId="c3558644dac54ca4" providerId="LiveId" clId="{9333FDCA-79D6-4088-A778-579BE454CE38}" dt="2026-08-26T06:32:12.145" v="7429" actId="167"/>
          <ac:spMkLst>
            <pc:docMk/>
            <pc:sldMk cId="1462384119" sldId="286"/>
            <ac:spMk id="10" creationId="{F77E237C-7FAB-65DC-A259-5029D904F5A1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1" creationId="{89BE70E8-24F8-0434-B678-0F20C1FD15A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2" creationId="{86B325CE-ACD0-029F-B7C3-AE1518EEFCAD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3" creationId="{0A701F42-8784-0450-416C-847F363C90BA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4" creationId="{37984115-D195-FC00-A5C9-5966831C2F6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5" creationId="{7C227243-2333-FE2F-F3D9-111877C0DCF2}"/>
          </ac:spMkLst>
        </pc:spChg>
        <pc:spChg chg="mod">
          <ac:chgData name="연우 오" userId="c3558644dac54ca4" providerId="LiveId" clId="{9333FDCA-79D6-4088-A778-579BE454CE38}" dt="2026-08-26T00:10:12.970" v="7012" actId="1076"/>
          <ac:spMkLst>
            <pc:docMk/>
            <pc:sldMk cId="1462384119" sldId="286"/>
            <ac:spMk id="17" creationId="{F7F5BD22-4EE7-88C8-FFE8-7C38F9F9119B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8" creationId="{7CBB2657-2E84-09C7-AA8D-6D2110A4BE2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9" creationId="{B91D6B93-C4B9-0D88-1B82-8294184DF705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20" creationId="{0C4AC75A-473F-7095-5385-865675663ABA}"/>
          </ac:spMkLst>
        </pc:spChg>
        <pc:spChg chg="mod">
          <ac:chgData name="연우 오" userId="c3558644dac54ca4" providerId="LiveId" clId="{9333FDCA-79D6-4088-A778-579BE454CE38}" dt="2026-08-26T00:09:48.552" v="7007" actId="1076"/>
          <ac:spMkLst>
            <pc:docMk/>
            <pc:sldMk cId="1462384119" sldId="286"/>
            <ac:spMk id="27" creationId="{E8AD4925-6A9C-B5AB-4E01-E0FDAFE13FE9}"/>
          </ac:spMkLst>
        </pc:spChg>
        <pc:spChg chg="mod">
          <ac:chgData name="연우 오" userId="c3558644dac54ca4" providerId="LiveId" clId="{9333FDCA-79D6-4088-A778-579BE454CE38}" dt="2026-08-26T00:10:05.197" v="7011" actId="1076"/>
          <ac:spMkLst>
            <pc:docMk/>
            <pc:sldMk cId="1462384119" sldId="286"/>
            <ac:spMk id="51" creationId="{0CD5F273-7142-CE6A-70A3-52C75A10C8D4}"/>
          </ac:spMkLst>
        </pc:spChg>
        <pc:spChg chg="mod">
          <ac:chgData name="연우 오" userId="c3558644dac54ca4" providerId="LiveId" clId="{9333FDCA-79D6-4088-A778-579BE454CE38}" dt="2026-08-26T06:31:59.654" v="7426" actId="1076"/>
          <ac:spMkLst>
            <pc:docMk/>
            <pc:sldMk cId="1462384119" sldId="286"/>
            <ac:spMk id="52" creationId="{14B3BFA2-1FAB-7844-16BA-74A3AEEBD1C9}"/>
          </ac:spMkLst>
        </pc:spChg>
      </pc:sldChg>
      <pc:sldChg chg="delSp add del mod delAnim">
        <pc:chgData name="연우 오" userId="c3558644dac54ca4" providerId="LiveId" clId="{9333FDCA-79D6-4088-A778-579BE454CE38}" dt="2026-08-26T06:32:43.083" v="7435" actId="47"/>
        <pc:sldMkLst>
          <pc:docMk/>
          <pc:sldMk cId="739552566" sldId="287"/>
        </pc:sldMkLst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2" creationId="{FB4F9D09-0EAF-660C-98A5-2A78F5F44EF7}"/>
          </ac:spMkLst>
        </pc:spChg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10" creationId="{BDEB8AFF-AA69-08D2-93A6-6D8E90CC1A58}"/>
          </ac:spMkLst>
        </pc:spChg>
        <pc:spChg chg="del">
          <ac:chgData name="연우 오" userId="c3558644dac54ca4" providerId="LiveId" clId="{9333FDCA-79D6-4088-A778-579BE454CE38}" dt="2026-08-26T06:32:34.892" v="7433" actId="478"/>
          <ac:spMkLst>
            <pc:docMk/>
            <pc:sldMk cId="739552566" sldId="287"/>
            <ac:spMk id="21" creationId="{A06E8750-5CF4-9C3C-3232-0DEEA64C5E9D}"/>
          </ac:spMkLst>
        </pc:spChg>
        <pc:graphicFrameChg chg="del">
          <ac:chgData name="연우 오" userId="c3558644dac54ca4" providerId="LiveId" clId="{9333FDCA-79D6-4088-A778-579BE454CE38}" dt="2026-08-26T06:32:33.314" v="7432" actId="478"/>
          <ac:graphicFrameMkLst>
            <pc:docMk/>
            <pc:sldMk cId="739552566" sldId="287"/>
            <ac:graphicFrameMk id="7" creationId="{932447E3-C2F9-305A-61C2-845B2C4DF866}"/>
          </ac:graphicFrameMkLst>
        </pc:graphicFrameChg>
        <pc:picChg chg="del">
          <ac:chgData name="연우 오" userId="c3558644dac54ca4" providerId="LiveId" clId="{9333FDCA-79D6-4088-A778-579BE454CE38}" dt="2026-08-26T06:32:28.624" v="7431" actId="478"/>
          <ac:picMkLst>
            <pc:docMk/>
            <pc:sldMk cId="739552566" sldId="287"/>
            <ac:picMk id="22" creationId="{50BCC76E-862C-74B6-CF1B-B863F87818E7}"/>
          </ac:picMkLst>
        </pc:picChg>
      </pc:sldChg>
      <pc:sldChg chg="addSp delSp add mod modTransition delAnim">
        <pc:chgData name="연우 오" userId="c3558644dac54ca4" providerId="LiveId" clId="{9333FDCA-79D6-4088-A778-579BE454CE38}" dt="2026-08-26T06:39:54.205" v="7551"/>
        <pc:sldMkLst>
          <pc:docMk/>
          <pc:sldMk cId="2510737494" sldId="287"/>
        </pc:sldMkLst>
        <pc:spChg chg="del">
          <ac:chgData name="연우 오" userId="c3558644dac54ca4" providerId="LiveId" clId="{9333FDCA-79D6-4088-A778-579BE454CE38}" dt="2026-08-26T06:39:01.837" v="7532" actId="478"/>
          <ac:spMkLst>
            <pc:docMk/>
            <pc:sldMk cId="2510737494" sldId="287"/>
            <ac:spMk id="21" creationId="{7BA5A21E-01DF-2885-873D-2DD968BEE276}"/>
          </ac:spMkLst>
        </pc:spChg>
        <pc:spChg chg="del">
          <ac:chgData name="연우 오" userId="c3558644dac54ca4" providerId="LiveId" clId="{9333FDCA-79D6-4088-A778-579BE454CE38}" dt="2026-08-26T06:39:08.074" v="7542" actId="478"/>
          <ac:spMkLst>
            <pc:docMk/>
            <pc:sldMk cId="2510737494" sldId="287"/>
            <ac:spMk id="23" creationId="{BB7BBCE8-C1B0-E81A-DEE0-9F2870DBE273}"/>
          </ac:spMkLst>
        </pc:spChg>
        <pc:spChg chg="del">
          <ac:chgData name="연우 오" userId="c3558644dac54ca4" providerId="LiveId" clId="{9333FDCA-79D6-4088-A778-579BE454CE38}" dt="2026-08-26T06:39:02.447" v="7533" actId="478"/>
          <ac:spMkLst>
            <pc:docMk/>
            <pc:sldMk cId="2510737494" sldId="287"/>
            <ac:spMk id="24" creationId="{CFE69644-BEBE-4C46-A6AE-8E44088DA41A}"/>
          </ac:spMkLst>
        </pc:spChg>
        <pc:spChg chg="del">
          <ac:chgData name="연우 오" userId="c3558644dac54ca4" providerId="LiveId" clId="{9333FDCA-79D6-4088-A778-579BE454CE38}" dt="2026-08-26T06:39:07.306" v="7541" actId="478"/>
          <ac:spMkLst>
            <pc:docMk/>
            <pc:sldMk cId="2510737494" sldId="287"/>
            <ac:spMk id="25" creationId="{EF235C5A-DC44-72AC-D32E-4FA57D3AE750}"/>
          </ac:spMkLst>
        </pc:spChg>
        <pc:spChg chg="del">
          <ac:chgData name="연우 오" userId="c3558644dac54ca4" providerId="LiveId" clId="{9333FDCA-79D6-4088-A778-579BE454CE38}" dt="2026-08-26T06:39:02.944" v="7534" actId="478"/>
          <ac:spMkLst>
            <pc:docMk/>
            <pc:sldMk cId="2510737494" sldId="287"/>
            <ac:spMk id="27" creationId="{0C9DD067-8173-E8C2-8F96-BE7E655FC62F}"/>
          </ac:spMkLst>
        </pc:spChg>
        <pc:spChg chg="del">
          <ac:chgData name="연우 오" userId="c3558644dac54ca4" providerId="LiveId" clId="{9333FDCA-79D6-4088-A778-579BE454CE38}" dt="2026-08-26T06:39:06.731" v="7540" actId="478"/>
          <ac:spMkLst>
            <pc:docMk/>
            <pc:sldMk cId="2510737494" sldId="287"/>
            <ac:spMk id="29" creationId="{EF7B391B-B435-A96F-BFEF-0B4BC0735536}"/>
          </ac:spMkLst>
        </pc:spChg>
        <pc:spChg chg="del">
          <ac:chgData name="연우 오" userId="c3558644dac54ca4" providerId="LiveId" clId="{9333FDCA-79D6-4088-A778-579BE454CE38}" dt="2026-08-26T06:39:03.576" v="7535" actId="478"/>
          <ac:spMkLst>
            <pc:docMk/>
            <pc:sldMk cId="2510737494" sldId="287"/>
            <ac:spMk id="48" creationId="{3E8E74ED-B511-70A2-FEBD-47A19B0BD095}"/>
          </ac:spMkLst>
        </pc:spChg>
        <pc:spChg chg="del">
          <ac:chgData name="연우 오" userId="c3558644dac54ca4" providerId="LiveId" clId="{9333FDCA-79D6-4088-A778-579BE454CE38}" dt="2026-08-26T06:39:05.934" v="7539" actId="478"/>
          <ac:spMkLst>
            <pc:docMk/>
            <pc:sldMk cId="2510737494" sldId="287"/>
            <ac:spMk id="49" creationId="{519A8903-AB53-7099-F005-B2FA2446C263}"/>
          </ac:spMkLst>
        </pc:spChg>
        <pc:spChg chg="del">
          <ac:chgData name="연우 오" userId="c3558644dac54ca4" providerId="LiveId" clId="{9333FDCA-79D6-4088-A778-579BE454CE38}" dt="2026-08-26T06:39:04.186" v="7536" actId="478"/>
          <ac:spMkLst>
            <pc:docMk/>
            <pc:sldMk cId="2510737494" sldId="287"/>
            <ac:spMk id="50" creationId="{5A23F0E4-A5D8-AB2D-8517-0C52719B4CA0}"/>
          </ac:spMkLst>
        </pc:spChg>
        <pc:spChg chg="del">
          <ac:chgData name="연우 오" userId="c3558644dac54ca4" providerId="LiveId" clId="{9333FDCA-79D6-4088-A778-579BE454CE38}" dt="2026-08-26T06:39:05.358" v="7538" actId="478"/>
          <ac:spMkLst>
            <pc:docMk/>
            <pc:sldMk cId="2510737494" sldId="287"/>
            <ac:spMk id="51" creationId="{8CAE0598-0DCF-5352-BE15-4C62ECC5985E}"/>
          </ac:spMkLst>
        </pc:spChg>
        <pc:spChg chg="del">
          <ac:chgData name="연우 오" userId="c3558644dac54ca4" providerId="LiveId" clId="{9333FDCA-79D6-4088-A778-579BE454CE38}" dt="2026-08-26T06:39:04.806" v="7537" actId="478"/>
          <ac:spMkLst>
            <pc:docMk/>
            <pc:sldMk cId="2510737494" sldId="287"/>
            <ac:spMk id="52" creationId="{92AFFD34-BDCB-FF6F-12A7-F11DFA977D03}"/>
          </ac:spMkLst>
        </pc:spChg>
        <pc:graphicFrameChg chg="del">
          <ac:chgData name="연우 오" userId="c3558644dac54ca4" providerId="LiveId" clId="{9333FDCA-79D6-4088-A778-579BE454CE38}" dt="2026-08-26T06:38:59.996" v="7531" actId="478"/>
          <ac:graphicFrameMkLst>
            <pc:docMk/>
            <pc:sldMk cId="2510737494" sldId="287"/>
            <ac:graphicFrameMk id="7" creationId="{7F0EB5BE-85E5-6B66-28C9-E83001BC8F6D}"/>
          </ac:graphicFrameMkLst>
        </pc:graphicFrameChg>
        <pc:picChg chg="add del">
          <ac:chgData name="연우 오" userId="c3558644dac54ca4" providerId="LiveId" clId="{9333FDCA-79D6-4088-A778-579BE454CE38}" dt="2026-08-26T06:39:33.538" v="7548" actId="478"/>
          <ac:picMkLst>
            <pc:docMk/>
            <pc:sldMk cId="2510737494" sldId="287"/>
            <ac:picMk id="22" creationId="{A38393E0-9326-36DD-C1A7-FE14B38AA0B3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6:53:41.424" v="7856" actId="20577"/>
        <pc:sldMkLst>
          <pc:docMk/>
          <pc:sldMk cId="1775637395" sldId="288"/>
        </pc:sldMkLst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7" creationId="{A6635097-FECA-2FF9-0B98-B42D1F6AAC2A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8" creationId="{D755A7A1-F644-793B-7F11-BFE1AB6EE7C2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0" creationId="{4B2695E9-0B99-0064-8827-838298421EF5}"/>
          </ac:spMkLst>
        </pc:spChg>
        <pc:spChg chg="add mod or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1" creationId="{DB42A53D-9B10-37D7-5D46-A531DE303374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2" creationId="{E12A6DC1-BFDB-F0A8-29A1-9A13CBB87C68}"/>
          </ac:spMkLst>
        </pc:spChg>
        <pc:spChg chg="del mod">
          <ac:chgData name="연우 오" userId="c3558644dac54ca4" providerId="LiveId" clId="{9333FDCA-79D6-4088-A778-579BE454CE38}" dt="2026-08-26T06:52:21.458" v="7845" actId="478"/>
          <ac:spMkLst>
            <pc:docMk/>
            <pc:sldMk cId="1775637395" sldId="288"/>
            <ac:spMk id="13" creationId="{908B6F8F-EEF2-385A-EBD9-6AF7F2371160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4" creationId="{BE65FC76-A2CE-5C82-3E39-FAF870DE5801}"/>
          </ac:spMkLst>
        </pc:spChg>
        <pc:spChg chg="del mod">
          <ac:chgData name="연우 오" userId="c3558644dac54ca4" providerId="LiveId" clId="{9333FDCA-79D6-4088-A778-579BE454CE38}" dt="2026-08-26T06:51:40.860" v="7822" actId="478"/>
          <ac:spMkLst>
            <pc:docMk/>
            <pc:sldMk cId="1775637395" sldId="288"/>
            <ac:spMk id="15" creationId="{F79BFEC5-EB8E-3D3A-75D6-985CDB635AB4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6" creationId="{AC877625-3208-90F2-C64F-5E228B00CF8A}"/>
          </ac:spMkLst>
        </pc:spChg>
        <pc:spChg chg="mod">
          <ac:chgData name="연우 오" userId="c3558644dac54ca4" providerId="LiveId" clId="{9333FDCA-79D6-4088-A778-579BE454CE38}" dt="2026-08-26T06:49:41.721" v="7783" actId="1076"/>
          <ac:spMkLst>
            <pc:docMk/>
            <pc:sldMk cId="1775637395" sldId="288"/>
            <ac:spMk id="17" creationId="{2F432E39-22A9-E026-A7AB-09A5CBF740EB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23" creationId="{07B76F96-6948-DCBC-D5AF-622D5D850011}"/>
          </ac:spMkLst>
        </pc:spChg>
        <pc:spChg chg="mod">
          <ac:chgData name="연우 오" userId="c3558644dac54ca4" providerId="LiveId" clId="{9333FDCA-79D6-4088-A778-579BE454CE38}" dt="2026-08-26T06:53:41.424" v="7856" actId="20577"/>
          <ac:spMkLst>
            <pc:docMk/>
            <pc:sldMk cId="1775637395" sldId="288"/>
            <ac:spMk id="24" creationId="{9D0AC1E3-8D78-2198-269F-58D8577DE17D}"/>
          </ac:spMkLst>
        </pc:spChg>
        <pc:grpChg chg="add mod">
          <ac:chgData name="연우 오" userId="c3558644dac54ca4" providerId="LiveId" clId="{9333FDCA-79D6-4088-A778-579BE454CE38}" dt="2026-08-26T06:47:53.998" v="7761" actId="164"/>
          <ac:grpSpMkLst>
            <pc:docMk/>
            <pc:sldMk cId="1775637395" sldId="288"/>
            <ac:grpSpMk id="2" creationId="{8BAE2D20-5A94-4A44-C7C8-2137168955D9}"/>
          </ac:grpSpMkLst>
        </pc:grpChg>
        <pc:grpChg chg="add mod">
          <ac:chgData name="연우 오" userId="c3558644dac54ca4" providerId="LiveId" clId="{9333FDCA-79D6-4088-A778-579BE454CE38}" dt="2026-08-26T06:53:24.908" v="7855" actId="1076"/>
          <ac:grpSpMkLst>
            <pc:docMk/>
            <pc:sldMk cId="1775637395" sldId="288"/>
            <ac:grpSpMk id="5" creationId="{0938DD6B-CB09-B8E5-9BED-3F1CA4538B40}"/>
          </ac:grpSpMkLst>
        </pc:grpChg>
        <pc:grpChg chg="add mod">
          <ac:chgData name="연우 오" userId="c3558644dac54ca4" providerId="LiveId" clId="{9333FDCA-79D6-4088-A778-579BE454CE38}" dt="2026-08-26T06:53:00.457" v="7853" actId="164"/>
          <ac:grpSpMkLst>
            <pc:docMk/>
            <pc:sldMk cId="1775637395" sldId="288"/>
            <ac:grpSpMk id="18" creationId="{F0942931-24C7-8BE9-09A1-1F67B58DFF0D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1A748-A28B-4E9A-8F1A-A6552D6792A7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82AAB-57C6-40A4-96F9-59724BFB56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778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F82AAB-57C6-40A4-96F9-59724BFB56C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225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1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1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0.png"/><Relationship Id="rId5" Type="http://schemas.microsoft.com/office/2017/06/relationships/model3d" Target="../media/model3d3.glb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2.png"/><Relationship Id="rId5" Type="http://schemas.microsoft.com/office/2017/06/relationships/model3d" Target="../media/model3d3.glb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11.png"/><Relationship Id="rId7" Type="http://schemas.microsoft.com/office/2017/06/relationships/model3d" Target="../media/model3d4.glb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2.png"/><Relationship Id="rId5" Type="http://schemas.microsoft.com/office/2017/06/relationships/model3d" Target="../media/model3d3.glb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3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3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6.svg"/><Relationship Id="rId4" Type="http://schemas.openxmlformats.org/officeDocument/2006/relationships/image" Target="../media/image17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0.png"/><Relationship Id="rId4" Type="http://schemas.openxmlformats.org/officeDocument/2006/relationships/image" Target="../media/image3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5.jpg"/><Relationship Id="rId4" Type="http://schemas.openxmlformats.org/officeDocument/2006/relationships/image" Target="../media/image19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정체성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 분석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i="1" dirty="0">
                <a:latin typeface="Cambria Math" panose="02040503050406030204" pitchFamily="18" charset="0"/>
                <a:ea typeface="Cambria Math" panose="02040503050406030204" pitchFamily="18" charset="0"/>
              </a:rPr>
              <a:t>Details</a:t>
            </a:r>
            <a:endParaRPr lang="ko-KR" altLang="en-US" i="1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93BF9A-1DA7-2A01-6C49-692FCF396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탐구 정체성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27361-C53E-F7A6-D55E-C4BBC40CF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전하로부터 전위를 구하는 교과 과정에서 역으로 확장해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전위</a:t>
            </a:r>
            <a:r>
              <a:rPr lang="ko-KR" altLang="en-US" dirty="0">
                <a:latin typeface="+mn-ea"/>
              </a:rPr>
              <a:t>로부터 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전하의 </a:t>
            </a:r>
            <a:r>
              <a:rPr lang="en-US" altLang="ko-KR" sz="3200" b="1" dirty="0">
                <a:solidFill>
                  <a:srgbClr val="00B0F0"/>
                </a:solidFill>
                <a:latin typeface="+mn-ea"/>
              </a:rPr>
              <a:t>3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차원 분포</a:t>
            </a:r>
            <a:r>
              <a:rPr lang="ko-KR" altLang="en-US" dirty="0">
                <a:latin typeface="+mn-ea"/>
              </a:rPr>
              <a:t>를 </a:t>
            </a:r>
            <a:r>
              <a:rPr lang="en-US" altLang="ko-KR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AI</a:t>
            </a: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로</a:t>
            </a:r>
            <a:r>
              <a:rPr lang="ko-KR" altLang="en-US" dirty="0">
                <a:latin typeface="+mn-ea"/>
              </a:rPr>
              <a:t> 추정한다</a:t>
            </a:r>
            <a:r>
              <a:rPr lang="en-US" altLang="ko-KR" dirty="0">
                <a:latin typeface="+mn-ea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8118451-CD8D-2A13-ED1A-F133DF1BF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903" y="2380558"/>
            <a:ext cx="3366628" cy="23241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2D570C-6B9B-9B81-301A-B7B34BD0E8FF}"/>
              </a:ext>
            </a:extLst>
          </p:cNvPr>
          <p:cNvSpPr txBox="1"/>
          <p:nvPr/>
        </p:nvSpPr>
        <p:spPr>
          <a:xfrm>
            <a:off x="4034396" y="4800294"/>
            <a:ext cx="4737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출처</a:t>
            </a:r>
            <a:r>
              <a:rPr lang="en-US" altLang="ko-KR" dirty="0"/>
              <a:t>: </a:t>
            </a:r>
            <a:r>
              <a:rPr lang="ko-KR" altLang="en-US" dirty="0"/>
              <a:t>천재교과서 물리학</a:t>
            </a:r>
            <a:r>
              <a:rPr lang="en-US" altLang="ko-KR" dirty="0"/>
              <a:t>(</a:t>
            </a:r>
            <a:r>
              <a:rPr lang="ko-KR" altLang="en-US" dirty="0" err="1"/>
              <a:t>최혁준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08E783A-BCCF-66D9-A9C3-147BA1912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923" y="2477449"/>
            <a:ext cx="2028840" cy="8286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E644F7D-4FD8-DFCC-5C5A-F7C7DCDD43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1790" y="3638410"/>
            <a:ext cx="2114565" cy="52387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9CA3767-BB74-E180-32AF-DEB9D362A6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8471" y="2380558"/>
            <a:ext cx="3875875" cy="2324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46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정방향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문제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D8F8FD-B00F-F3DF-00AD-A96E95824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F141B85D-17EA-D432-E6A9-4F1A30C74EFD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942859-D978-CD4F-DD26-2E3B5996D18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1-1. </a:t>
            </a:r>
            <a:r>
              <a:rPr lang="ko-KR" altLang="en-US" sz="2800" b="1" dirty="0" err="1">
                <a:solidFill>
                  <a:srgbClr val="18233A"/>
                </a:solidFill>
              </a:rPr>
              <a:t>정방향</a:t>
            </a:r>
            <a:r>
              <a:rPr lang="ko-KR" altLang="en-US" sz="2800" b="1" dirty="0">
                <a:solidFill>
                  <a:srgbClr val="18233A"/>
                </a:solidFill>
              </a:rPr>
              <a:t> 문제</a:t>
            </a:r>
            <a:r>
              <a:rPr lang="en-US" altLang="ko-KR" sz="2800" b="1" dirty="0">
                <a:solidFill>
                  <a:srgbClr val="18233A"/>
                </a:solidFill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</a:rPr>
              <a:t>교과 물리로부터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658368" y="2916886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FBEFC9E-A064-A8FB-BA78-E82B5BEC1A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E055B74-6D07-8027-C2E0-43F217250C44}"/>
              </a:ext>
            </a:extLst>
          </p:cNvPr>
          <p:cNvSpPr/>
          <p:nvPr/>
        </p:nvSpPr>
        <p:spPr>
          <a:xfrm>
            <a:off x="4305299" y="3386138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69E23E5A-DE1E-3A9B-6078-49F0E7AF3D81}"/>
              </a:ext>
            </a:extLst>
          </p:cNvPr>
          <p:cNvSpPr/>
          <p:nvPr/>
        </p:nvSpPr>
        <p:spPr>
          <a:xfrm>
            <a:off x="4305036" y="3429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BD44B7B-EEAB-1931-A1FD-882A9B40D634}"/>
              </a:ext>
            </a:extLst>
          </p:cNvPr>
          <p:cNvSpPr/>
          <p:nvPr/>
        </p:nvSpPr>
        <p:spPr>
          <a:xfrm>
            <a:off x="4419600" y="15240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9607578-A191-5B26-370C-FE64CA517EAA}"/>
              </a:ext>
            </a:extLst>
          </p:cNvPr>
          <p:cNvSpPr/>
          <p:nvPr/>
        </p:nvSpPr>
        <p:spPr>
          <a:xfrm>
            <a:off x="4258317" y="2290762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3F91DC-E3C9-5240-310B-DEDC506789CE}"/>
              </a:ext>
            </a:extLst>
          </p:cNvPr>
          <p:cNvSpPr/>
          <p:nvPr/>
        </p:nvSpPr>
        <p:spPr>
          <a:xfrm>
            <a:off x="4571807" y="4191000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EF02D0-06D3-894B-A201-F8EA901ECF77}"/>
              </a:ext>
            </a:extLst>
          </p:cNvPr>
          <p:cNvSpPr/>
          <p:nvPr/>
        </p:nvSpPr>
        <p:spPr>
          <a:xfrm>
            <a:off x="4571807" y="4586288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891D03D-FDF9-D6C1-3814-18D536568054}"/>
              </a:ext>
            </a:extLst>
          </p:cNvPr>
          <p:cNvSpPr/>
          <p:nvPr/>
        </p:nvSpPr>
        <p:spPr>
          <a:xfrm>
            <a:off x="4571807" y="4926103"/>
            <a:ext cx="2619592" cy="2571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0C40F5-940E-4268-7F32-BC3C5A3AC66A}"/>
              </a:ext>
            </a:extLst>
          </p:cNvPr>
          <p:cNvSpPr/>
          <p:nvPr/>
        </p:nvSpPr>
        <p:spPr>
          <a:xfrm>
            <a:off x="0" y="441434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2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논리적으로 전하의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533511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2401394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/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∝</m:t>
                          </m:r>
                          <m:r>
                            <m:rPr>
                              <m:nor/>
                            </m:rPr>
                            <a:rPr lang="en-US" altLang="ko-KR" sz="5000" b="1" i="0" dirty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V</m:t>
                          </m:r>
                        </m:e>
                        <m:sup>
                          <m:r>
                            <a:rPr kumimoji="0" lang="ko-KR" altLang="ar-AE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kumimoji="0" lang="ar-AE" sz="5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/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/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/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 xmlns:m="http://schemas.openxmlformats.org/officeDocument/2006/math">
                    <m:r>
                      <a:rPr kumimoji="0" lang="en-US" altLang="ko-KR" sz="50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∝ </m:t>
                    </m:r>
                  </m:oMath>
                </a14:m>
                <a:r>
                  <a:rPr kumimoji="0" lang="en-US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V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blipFill>
                <a:blip r:embed="rId5"/>
                <a:stretch>
                  <a:fillRect t="-16901" r="-6800" b="-380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475D4-A3DF-AD77-225A-87616F5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D49838-EF65-16F3-80FA-08980C60ADB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EB8510-F7A2-0091-FBA8-DDF10C0D7E6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9FE7F-B24E-087B-1B03-2BC845A7B48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0942931-24C7-8BE9-09A1-1F67B58DFF0D}"/>
              </a:ext>
            </a:extLst>
          </p:cNvPr>
          <p:cNvGrpSpPr/>
          <p:nvPr/>
        </p:nvGrpSpPr>
        <p:grpSpPr>
          <a:xfrm>
            <a:off x="1112367" y="4318115"/>
            <a:ext cx="9990124" cy="884445"/>
            <a:chOff x="1112367" y="4318115"/>
            <a:chExt cx="9990124" cy="884445"/>
          </a:xfrm>
        </p:grpSpPr>
        <p:sp>
          <p:nvSpPr>
            <p:cNvPr id="11" name="Rounded Rectangle 9">
              <a:extLst>
                <a:ext uri="{FF2B5EF4-FFF2-40B4-BE49-F238E27FC236}">
                  <a16:creationId xmlns:a16="http://schemas.microsoft.com/office/drawing/2014/main" id="{DB42A53D-9B10-37D7-5D46-A531DE303374}"/>
                </a:ext>
              </a:extLst>
            </p:cNvPr>
            <p:cNvSpPr/>
            <p:nvPr/>
          </p:nvSpPr>
          <p:spPr>
            <a:xfrm>
              <a:off x="1135531" y="4348858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E65FC76-A2CE-5C82-3E39-FAF870DE5801}"/>
                </a:ext>
              </a:extLst>
            </p:cNvPr>
            <p:cNvSpPr/>
            <p:nvPr/>
          </p:nvSpPr>
          <p:spPr>
            <a:xfrm>
              <a:off x="1112367" y="4318115"/>
              <a:ext cx="138778" cy="884445"/>
            </a:xfrm>
            <a:prstGeom prst="rect">
              <a:avLst/>
            </a:prstGeom>
            <a:solidFill>
              <a:srgbClr val="BE414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877625-3208-90F2-C64F-5E228B00CF8A}"/>
                </a:ext>
              </a:extLst>
            </p:cNvPr>
            <p:cNvSpPr txBox="1"/>
            <p:nvPr/>
          </p:nvSpPr>
          <p:spPr>
            <a:xfrm>
              <a:off x="1307901" y="4489163"/>
              <a:ext cx="9237016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  <a:buClrTx/>
                <a:buSzTx/>
                <a:buFontTx/>
                <a:buNone/>
                <a:tabLst/>
                <a:defRPr sz="1400">
                  <a:solidFill>
                    <a:srgbClr val="5C6574"/>
                  </a:solidFill>
                </a:defRPr>
              </a:pP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KK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이론</a:t>
              </a:r>
              <a:r>
                <a:rPr kumimoji="0" lang="ko-KR" altLang="en-US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을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정보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손실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조건을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설계하는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틀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사용</a:t>
              </a:r>
              <a:r>
                <a:rPr lang="ko-KR" altLang="en-US" sz="3000" dirty="0">
                  <a:latin typeface="+mn-ea"/>
                </a:rPr>
                <a:t>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다.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BAE2D20-5A94-4A44-C7C8-2137168955D9}"/>
              </a:ext>
            </a:extLst>
          </p:cNvPr>
          <p:cNvGrpSpPr/>
          <p:nvPr/>
        </p:nvGrpSpPr>
        <p:grpSpPr>
          <a:xfrm>
            <a:off x="1097280" y="2244041"/>
            <a:ext cx="9966960" cy="1002079"/>
            <a:chOff x="1097280" y="2244041"/>
            <a:chExt cx="9966960" cy="100207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6635097-FECA-2FF9-0B98-B42D1F6AAC2A}"/>
                </a:ext>
              </a:extLst>
            </p:cNvPr>
            <p:cNvSpPr/>
            <p:nvPr/>
          </p:nvSpPr>
          <p:spPr>
            <a:xfrm>
              <a:off x="1097280" y="2401394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/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∝</m:t>
                            </m:r>
                            <m:r>
                              <m:rPr>
                                <m:nor/>
                              </m:rPr>
                              <a:rPr lang="en-US" altLang="ko-KR" sz="5000" b="1" i="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V</m:t>
                            </m:r>
                          </m:e>
                          <m:sup>
                            <m:r>
                              <a:rPr kumimoji="0" lang="ko-KR" altLang="ar-AE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kumimoji="0" lang="ar-AE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/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05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/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/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 xmlns:m="http://schemas.openxmlformats.org/officeDocument/2006/math">
                      <m:r>
                        <a:rPr kumimoji="0" lang="en-US" altLang="ko-KR" sz="5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∝ </m:t>
                      </m:r>
                    </m:oMath>
                  </a14:m>
                  <a:r>
                    <a:rPr kumimoji="0" lang="en-US" sz="5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V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blipFill>
                  <a:blip r:embed="rId5"/>
                  <a:stretch>
                    <a:fillRect t="-16901" r="-6800" b="-3802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0938DD6B-CB09-B8E5-9BED-3F1CA4538B40}"/>
              </a:ext>
            </a:extLst>
          </p:cNvPr>
          <p:cNvGrpSpPr/>
          <p:nvPr/>
        </p:nvGrpSpPr>
        <p:grpSpPr>
          <a:xfrm>
            <a:off x="1112367" y="3017520"/>
            <a:ext cx="9966960" cy="822960"/>
            <a:chOff x="1112367" y="2875600"/>
            <a:chExt cx="9966960" cy="822960"/>
          </a:xfrm>
        </p:grpSpPr>
        <p:sp>
          <p:nvSpPr>
            <p:cNvPr id="17" name="Rounded Rectangle 9">
              <a:extLst>
                <a:ext uri="{FF2B5EF4-FFF2-40B4-BE49-F238E27FC236}">
                  <a16:creationId xmlns:a16="http://schemas.microsoft.com/office/drawing/2014/main" id="{2F432E39-22A9-E026-A7AB-09A5CBF740EB}"/>
                </a:ext>
              </a:extLst>
            </p:cNvPr>
            <p:cNvSpPr/>
            <p:nvPr/>
          </p:nvSpPr>
          <p:spPr>
            <a:xfrm>
              <a:off x="1112367" y="2875600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/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a14:m>
                  <a:r>
                    <a:rPr lang="en-US" altLang="ko-KR" sz="4000" dirty="0">
                      <a:solidFill>
                        <a:srgbClr val="1F8987"/>
                      </a:solidFill>
                    </a:rPr>
                    <a:t> 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a14:m>
                  <a:r>
                    <a:rPr lang="ko-KR" altLang="en-US" sz="4000" dirty="0">
                      <a:solidFill>
                        <a:srgbClr val="1F8987"/>
                      </a:solidFill>
                    </a:rPr>
                    <a:t> </a:t>
                  </a:r>
                  <a:r>
                    <a:rPr lang="ko-KR" altLang="en-US" sz="4000" b="1" dirty="0">
                      <a:solidFill>
                        <a:srgbClr val="1F8987"/>
                      </a:solidFill>
                    </a:rPr>
                    <a:t>로 부호와 분포를 동시에 판별한다</a:t>
                  </a:r>
                  <a:r>
                    <a:rPr lang="en-US" altLang="ko-KR" sz="4000" b="1" dirty="0">
                      <a:solidFill>
                        <a:srgbClr val="1F8987"/>
                      </a:solidFill>
                    </a:rPr>
                    <a:t>.</a:t>
                  </a:r>
                  <a:endParaRPr lang="ko-KR" altLang="en-US" sz="4000" b="1" dirty="0">
                    <a:solidFill>
                      <a:srgbClr val="1F8987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blipFill>
                  <a:blip r:embed="rId6"/>
                  <a:stretch>
                    <a:fillRect t="-17949" r="-2975" b="-3589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F676A02E-6691-498A-A143-C59A70B763B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5384" t="25258" r="7213" b="4434"/>
          <a:stretch>
            <a:fillRect/>
          </a:stretch>
        </p:blipFill>
        <p:spPr>
          <a:xfrm>
            <a:off x="5751583" y="-766212"/>
            <a:ext cx="367428" cy="53027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7756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1.48148E-6 L 0.0013 -0.1162 " pathEditMode="relative" rAng="0" ptsTypes="AA">
                                      <p:cBhvr>
                                        <p:cTn id="6" dur="3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5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5674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7974687" y="1656051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889F80C-57B6-82B2-3582-A3802EEF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070" t="60412" r="15740" b="33763"/>
          <a:stretch>
            <a:fillRect/>
          </a:stretch>
        </p:blipFill>
        <p:spPr>
          <a:xfrm>
            <a:off x="8792923" y="4066896"/>
            <a:ext cx="1973943" cy="399450"/>
          </a:xfrm>
          <a:custGeom>
            <a:avLst/>
            <a:gdLst>
              <a:gd name="csX0" fmla="*/ 0 w 1973943"/>
              <a:gd name="csY0" fmla="*/ 0 h 399450"/>
              <a:gd name="csX1" fmla="*/ 1973943 w 1973943"/>
              <a:gd name="csY1" fmla="*/ 0 h 399450"/>
              <a:gd name="csX2" fmla="*/ 1973943 w 1973943"/>
              <a:gd name="csY2" fmla="*/ 399450 h 399450"/>
              <a:gd name="csX3" fmla="*/ 0 w 1973943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973943" h="399450">
                <a:moveTo>
                  <a:pt x="0" y="0"/>
                </a:moveTo>
                <a:lnTo>
                  <a:pt x="1973943" y="0"/>
                </a:lnTo>
                <a:lnTo>
                  <a:pt x="1973943" y="399450"/>
                </a:lnTo>
                <a:lnTo>
                  <a:pt x="0" y="399450"/>
                </a:lnTo>
                <a:close/>
              </a:path>
            </a:pathLst>
          </a:cu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9FEC122-8DDD-815E-BB22-5768A8EF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23" t="60310" r="57378" b="33865"/>
          <a:stretch>
            <a:fillRect/>
          </a:stretch>
        </p:blipFill>
        <p:spPr>
          <a:xfrm>
            <a:off x="8244115" y="4066896"/>
            <a:ext cx="572877" cy="399450"/>
          </a:xfrm>
          <a:custGeom>
            <a:avLst/>
            <a:gdLst>
              <a:gd name="csX0" fmla="*/ 0 w 572877"/>
              <a:gd name="csY0" fmla="*/ 0 h 399450"/>
              <a:gd name="csX1" fmla="*/ 572877 w 572877"/>
              <a:gd name="csY1" fmla="*/ 0 h 399450"/>
              <a:gd name="csX2" fmla="*/ 572877 w 572877"/>
              <a:gd name="csY2" fmla="*/ 399450 h 399450"/>
              <a:gd name="csX3" fmla="*/ 0 w 572877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72877" h="399450">
                <a:moveTo>
                  <a:pt x="0" y="0"/>
                </a:moveTo>
                <a:lnTo>
                  <a:pt x="572877" y="0"/>
                </a:lnTo>
                <a:lnTo>
                  <a:pt x="572877" y="399450"/>
                </a:lnTo>
                <a:lnTo>
                  <a:pt x="0" y="39945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300" advClick="0" advTm="300">
        <p159:morph option="byObject"/>
      </p:transition>
    </mc:Choice>
    <mc:Fallback xmlns="">
      <p:transition advClick="0" advTm="3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A748D1-3598-523D-439D-4AEF7172D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2BE9A5-2378-3CB9-27F2-4A31ADF93090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B998AC-C1C4-4F15-5F44-DE29A93AE839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2DE99E-B3BF-88B4-C1B8-5F8B4F05E52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77971485"/>
                  </p:ext>
                </p:extLst>
              </p:nvPr>
            </p:nvGraphicFramePr>
            <p:xfrm>
              <a:off x="3400185" y="1632777"/>
              <a:ext cx="5391625" cy="406263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391625" cy="4062634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8000" ay="2226000" az="858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54264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00185" y="1632777"/>
                <a:ext cx="5391625" cy="406263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57950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B1329D-0646-63B1-A53C-8FB98B12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70444406"/>
                  </p:ext>
                </p:extLst>
              </p:nvPr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E7909E15-DD4D-99F8-7038-64061AFCBA28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2E4316-8938-D60F-16F0-AFE3967893CD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48CEAB-98F6-0E33-44E5-E42970E1079F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7167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592982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B5D75E-EA4D-E2D8-BEB1-3E5DC7193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그래프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blipFill>
                <a:blip r:embed="rId4"/>
                <a:stretch>
                  <a:fillRect l="-2604" t="-11628" r="-1693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10FB614-6CF5-A12C-2A1D-77DB975F2170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5B2917-B4DA-46EE-D7D6-C0EF9EFA83C2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1855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17E708-7325-3D2C-A311-44C01838E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3121049"/>
                  </p:ext>
                </p:extLst>
              </p:nvPr>
            </p:nvGraphicFramePr>
            <p:xfrm>
              <a:off x="4077826" y="1640464"/>
              <a:ext cx="4036324" cy="4047579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36324" cy="404757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77826" y="1640464"/>
                <a:ext cx="4036324" cy="4047579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05CA33C-E61B-F9AE-B0B6-68031ABF75A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1735190-D583-8FD5-38D8-BFB89D8785E1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그래프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1735190-D583-8FD5-38D8-BFB89D8785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blipFill>
                <a:blip r:embed="rId4"/>
                <a:stretch>
                  <a:fillRect l="-2604" t="-11628" r="-1693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0CD538D-258A-E74F-72B4-FC6CF39E49A3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5552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FF32AA-53D4-3A68-8C29-2B2C37D61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7637C3C-D6BC-5785-F08C-F2A2AEF4ED32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88367" y="1595932"/>
              <a:ext cx="4015965" cy="392080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15965" cy="3920800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681381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88367" y="1595932"/>
                <a:ext cx="4015965" cy="39208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8114BFC-403F-9FE6-A276-2F4876D62A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195BFA-7FFD-D3C3-6F81-FA6177735BA0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그래프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2195BFA-7FFD-D3C3-6F81-FA6177735B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blipFill>
                <a:blip r:embed="rId4"/>
                <a:stretch>
                  <a:fillRect l="-2604" t="-11628" r="-1693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7E675A5-EFC4-2A25-A88B-10C79106005D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849162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 advClick="0" advTm="0">
        <p:fade/>
      </p:transition>
    </mc:Choice>
    <mc:Fallback>
      <p:transition advClick="0" advTm="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3C93A-869F-1D4C-DE35-5BFF7790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60986538"/>
                  </p:ext>
                </p:extLst>
              </p:nvPr>
            </p:nvGraphicFramePr>
            <p:xfrm>
              <a:off x="3938786" y="1012769"/>
              <a:ext cx="4121630" cy="3419643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121630" cy="3419643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0000" ay="21546000" az="21576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41866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38786" y="1012769"/>
                <a:ext cx="4121630" cy="3419643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직사각형 14">
            <a:extLst>
              <a:ext uri="{FF2B5EF4-FFF2-40B4-BE49-F238E27FC236}">
                <a16:creationId xmlns:a16="http://schemas.microsoft.com/office/drawing/2014/main" id="{90E77B90-42CF-D43E-64A4-B5B45B2B8814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41AF5B-4967-EB7C-0E2E-16B61111419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65E8391-5996-E848-FAF3-AC2064069D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98594935"/>
                  </p:ext>
                </p:extLst>
              </p:nvPr>
            </p:nvGraphicFramePr>
            <p:xfrm>
              <a:off x="4133270" y="2198004"/>
              <a:ext cx="3925446" cy="2461977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3925446" cy="2461977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1817" ay="-53333" az="-25435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54186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133270" y="2198004"/>
                <a:ext cx="3925446" cy="246197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20EDC9-4127-2E45-A8B0-0ECECC189B96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그래프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20EDC9-4127-2E45-A8B0-0ECECC189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1090" cy="523220"/>
              </a:xfrm>
              <a:prstGeom prst="rect">
                <a:avLst/>
              </a:prstGeom>
              <a:blipFill>
                <a:blip r:embed="rId7"/>
                <a:stretch>
                  <a:fillRect l="-2604" t="-11628" r="-1693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BBFFBD5-0672-9DF4-CED8-583CFB179C9F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0A5CDB8D-3BEC-DB36-7F6C-4B2FACE52A8E}"/>
              </a:ext>
            </a:extLst>
          </p:cNvPr>
          <p:cNvSpPr/>
          <p:nvPr/>
        </p:nvSpPr>
        <p:spPr>
          <a:xfrm>
            <a:off x="3228605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중괄호 9">
            <a:extLst>
              <a:ext uri="{FF2B5EF4-FFF2-40B4-BE49-F238E27FC236}">
                <a16:creationId xmlns:a16="http://schemas.microsoft.com/office/drawing/2014/main" id="{087F080C-A33F-12FE-866F-44255930882B}"/>
              </a:ext>
            </a:extLst>
          </p:cNvPr>
          <p:cNvSpPr/>
          <p:nvPr/>
        </p:nvSpPr>
        <p:spPr>
          <a:xfrm rot="10800000">
            <a:off x="7700920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823BF-79E0-D1D4-DFA3-A3BF05548D21}"/>
              </a:ext>
            </a:extLst>
          </p:cNvPr>
          <p:cNvSpPr txBox="1"/>
          <p:nvPr/>
        </p:nvSpPr>
        <p:spPr>
          <a:xfrm>
            <a:off x="8223030" y="789110"/>
            <a:ext cx="68159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0" dirty="0">
                <a:solidFill>
                  <a:srgbClr val="F8F9FC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endParaRPr lang="ko-KR" altLang="en-US" sz="7000" dirty="0">
              <a:solidFill>
                <a:srgbClr val="F8F9FC"/>
              </a:solidFill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3264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53" presetClass="exit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5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200"/>
                            </p:stCondLst>
                            <p:childTnLst>
                              <p:par>
                                <p:cTn id="53" presetID="37" presetClass="emph" presetSubtype="2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8" grpId="0" animBg="1"/>
      <p:bldP spid="8" grpId="1" animBg="1"/>
      <p:bldP spid="10" grpId="0" animBg="1"/>
      <p:bldP spid="10" grpId="1" animBg="1"/>
      <p:bldP spid="11" grpId="0"/>
      <p:bldP spid="11" grpId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06158-0DD3-68E5-7E15-90C0B8105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그림 106">
            <a:extLst>
              <a:ext uri="{FF2B5EF4-FFF2-40B4-BE49-F238E27FC236}">
                <a16:creationId xmlns:a16="http://schemas.microsoft.com/office/drawing/2014/main" id="{3A60D189-A06C-CE31-4FFE-2563ACF76D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1D3AFD5-29E8-8AE5-91D6-615535D18D3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</m:t>
                        </m:r>
                        <m: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 그래프 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학습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1D3AFD5-29E8-8AE5-91D6-615535D18D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blipFill>
                <a:blip r:embed="rId3"/>
                <a:stretch>
                  <a:fillRect l="-2601" t="-11628" r="-1560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CE3A88B9-AAEF-96A0-AF9C-E39D714ED94F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사다리꼴 84">
            <a:extLst>
              <a:ext uri="{FF2B5EF4-FFF2-40B4-BE49-F238E27FC236}">
                <a16:creationId xmlns:a16="http://schemas.microsoft.com/office/drawing/2014/main" id="{00CE6084-FF98-8951-2DA8-CC2FED5A6A6D}"/>
              </a:ext>
            </a:extLst>
          </p:cNvPr>
          <p:cNvSpPr/>
          <p:nvPr/>
        </p:nvSpPr>
        <p:spPr>
          <a:xfrm>
            <a:off x="2485961" y="1817858"/>
            <a:ext cx="6607854" cy="4449592"/>
          </a:xfrm>
          <a:prstGeom prst="trapezoid">
            <a:avLst>
              <a:gd name="adj" fmla="val 29067"/>
            </a:avLst>
          </a:prstGeom>
          <a:solidFill>
            <a:srgbClr val="FF0000">
              <a:alpha val="15000"/>
            </a:srgb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11C4D2B9-DA4E-8FAF-0156-4142C92B15B9}"/>
              </a:ext>
            </a:extLst>
          </p:cNvPr>
          <p:cNvCxnSpPr/>
          <p:nvPr/>
        </p:nvCxnSpPr>
        <p:spPr>
          <a:xfrm>
            <a:off x="3752193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7508F148-84EB-F3B5-0A3C-91333D909C7E}"/>
              </a:ext>
            </a:extLst>
          </p:cNvPr>
          <p:cNvCxnSpPr/>
          <p:nvPr/>
        </p:nvCxnSpPr>
        <p:spPr>
          <a:xfrm>
            <a:off x="3752193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CE8FE69-D87C-8626-65B4-F47A1FCC5803}"/>
              </a:ext>
            </a:extLst>
          </p:cNvPr>
          <p:cNvCxnSpPr/>
          <p:nvPr/>
        </p:nvCxnSpPr>
        <p:spPr>
          <a:xfrm>
            <a:off x="3717380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B28F8AF2-B134-4AA0-D543-CF5B90213D1A}"/>
              </a:ext>
            </a:extLst>
          </p:cNvPr>
          <p:cNvCxnSpPr/>
          <p:nvPr/>
        </p:nvCxnSpPr>
        <p:spPr>
          <a:xfrm>
            <a:off x="3717380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6" name="그림 95">
            <a:extLst>
              <a:ext uri="{FF2B5EF4-FFF2-40B4-BE49-F238E27FC236}">
                <a16:creationId xmlns:a16="http://schemas.microsoft.com/office/drawing/2014/main" id="{EAE6E741-9F76-AFFB-5A91-BA982CF128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8" name="3D 모델 107">
                <a:extLst>
                  <a:ext uri="{FF2B5EF4-FFF2-40B4-BE49-F238E27FC236}">
                    <a16:creationId xmlns:a16="http://schemas.microsoft.com/office/drawing/2014/main" id="{F98B7CE1-22B7-B254-7571-A02F1BFD61D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865885" y="2143699"/>
              <a:ext cx="4460227" cy="2570598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4460227" cy="2570598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241456" ay="-2064398" az="-722819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541866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8" name="3D 모델 107">
                <a:extLst>
                  <a:ext uri="{FF2B5EF4-FFF2-40B4-BE49-F238E27FC236}">
                    <a16:creationId xmlns:a16="http://schemas.microsoft.com/office/drawing/2014/main" id="{F98B7CE1-22B7-B254-7571-A02F1BFD61D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865885" y="2143699"/>
                <a:ext cx="4460227" cy="257059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79406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0 L -1.45833E-6 0.59907 " pathEditMode="relative" rAng="0" ptsTypes="AA">
                                      <p:cBhvr>
                                        <p:cTn id="14" dur="4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1.11111E-6 L -1.45833E-6 0.59907 " pathEditMode="relative" rAng="0" ptsTypes="AA">
                                      <p:cBhvr>
                                        <p:cTn id="23" dur="400" spd="-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0 L 3.125E-6 0.59907 " pathEditMode="relative" rAng="0" ptsTypes="AA">
                                      <p:cBhvr>
                                        <p:cTn id="31" dur="4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1.11111E-6 L 3.125E-6 0.59907 " pathEditMode="relative" rAng="0" ptsTypes="AA">
                                      <p:cBhvr>
                                        <p:cTn id="40" dur="400" spd="-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5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FDEE55-59F7-4C26-78A6-125100E95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그림 106">
            <a:extLst>
              <a:ext uri="{FF2B5EF4-FFF2-40B4-BE49-F238E27FC236}">
                <a16:creationId xmlns:a16="http://schemas.microsoft.com/office/drawing/2014/main" id="{AF413726-44C1-369C-23AA-72F1C06D49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9808FB3-8E54-6679-C2EC-60778EDE7654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</m:t>
                        </m:r>
                        <m: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 그래프 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학습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9808FB3-8E54-6679-C2EC-60778EDE76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blipFill>
                <a:blip r:embed="rId3"/>
                <a:stretch>
                  <a:fillRect l="-2601" t="-11628" r="-1560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19A1D20-4E5B-6C55-4016-16622960C2C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사다리꼴 84">
            <a:extLst>
              <a:ext uri="{FF2B5EF4-FFF2-40B4-BE49-F238E27FC236}">
                <a16:creationId xmlns:a16="http://schemas.microsoft.com/office/drawing/2014/main" id="{B4883435-102B-3F3D-89DD-0CFAD874A5AA}"/>
              </a:ext>
            </a:extLst>
          </p:cNvPr>
          <p:cNvSpPr/>
          <p:nvPr/>
        </p:nvSpPr>
        <p:spPr>
          <a:xfrm>
            <a:off x="2485961" y="1817858"/>
            <a:ext cx="6607854" cy="4449592"/>
          </a:xfrm>
          <a:prstGeom prst="trapezoid">
            <a:avLst>
              <a:gd name="adj" fmla="val 29067"/>
            </a:avLst>
          </a:prstGeom>
          <a:solidFill>
            <a:srgbClr val="FF0000">
              <a:alpha val="15000"/>
            </a:srgb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6DB8F103-9122-BA98-453C-A894AABB698A}"/>
              </a:ext>
            </a:extLst>
          </p:cNvPr>
          <p:cNvCxnSpPr/>
          <p:nvPr/>
        </p:nvCxnSpPr>
        <p:spPr>
          <a:xfrm>
            <a:off x="3752193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01581CFA-9B5C-0F49-873A-A112F032D8F2}"/>
              </a:ext>
            </a:extLst>
          </p:cNvPr>
          <p:cNvCxnSpPr/>
          <p:nvPr/>
        </p:nvCxnSpPr>
        <p:spPr>
          <a:xfrm>
            <a:off x="3752193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FAE6F07-A78F-7533-D11B-425577CB05F5}"/>
              </a:ext>
            </a:extLst>
          </p:cNvPr>
          <p:cNvCxnSpPr/>
          <p:nvPr/>
        </p:nvCxnSpPr>
        <p:spPr>
          <a:xfrm>
            <a:off x="3717380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F6BB158E-541A-CC94-1C27-851E04A1DA0C}"/>
              </a:ext>
            </a:extLst>
          </p:cNvPr>
          <p:cNvCxnSpPr/>
          <p:nvPr/>
        </p:nvCxnSpPr>
        <p:spPr>
          <a:xfrm>
            <a:off x="3717380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6" name="그림 95">
            <a:extLst>
              <a:ext uri="{FF2B5EF4-FFF2-40B4-BE49-F238E27FC236}">
                <a16:creationId xmlns:a16="http://schemas.microsoft.com/office/drawing/2014/main" id="{FC5577EB-DDBF-109D-65A6-229F12BDDF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8" name="3D 모델 107">
                <a:extLst>
                  <a:ext uri="{FF2B5EF4-FFF2-40B4-BE49-F238E27FC236}">
                    <a16:creationId xmlns:a16="http://schemas.microsoft.com/office/drawing/2014/main" id="{9064C404-4EC2-7239-0E28-245BBF76B8E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865885" y="2143699"/>
              <a:ext cx="4460227" cy="2570598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4460227" cy="2570598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241456" ay="-2064398" az="-722819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541866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8" name="3D 모델 107">
                <a:extLst>
                  <a:ext uri="{FF2B5EF4-FFF2-40B4-BE49-F238E27FC236}">
                    <a16:creationId xmlns:a16="http://schemas.microsoft.com/office/drawing/2014/main" id="{9064C404-4EC2-7239-0E28-245BBF76B8E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865885" y="2143699"/>
                <a:ext cx="4460227" cy="257059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9" name="3D 모델 108">
                <a:extLst>
                  <a:ext uri="{FF2B5EF4-FFF2-40B4-BE49-F238E27FC236}">
                    <a16:creationId xmlns:a16="http://schemas.microsoft.com/office/drawing/2014/main" id="{DE792CC4-1C32-BEFA-01F9-A8E31458601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2855379" y="3926398"/>
              <a:ext cx="4443255" cy="2059160"/>
            </p:xfrm>
            <a:graphic>
              <a:graphicData uri="http://schemas.microsoft.com/office/drawing/2017/model3d">
                <am3d:model3d r:embed="rId7">
                  <am3d:spPr>
                    <a:xfrm>
                      <a:off x="0" y="0"/>
                      <a:ext cx="4443255" cy="2059160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8"/>
                  </am3d:raster>
                  <am3d:objViewport viewportSz="541866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9" name="3D 모델 108">
                <a:extLst>
                  <a:ext uri="{FF2B5EF4-FFF2-40B4-BE49-F238E27FC236}">
                    <a16:creationId xmlns:a16="http://schemas.microsoft.com/office/drawing/2014/main" id="{DE792CC4-1C32-BEFA-01F9-A8E31458601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855379" y="3926398"/>
                <a:ext cx="4443255" cy="2059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07976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0 L -1.45833E-6 0.59907 " pathEditMode="relative" rAng="0" ptsTypes="AA">
                                      <p:cBhvr>
                                        <p:cTn id="14" dur="4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1.11111E-6 L -1.45833E-6 0.59907 " pathEditMode="relative" rAng="0" ptsTypes="AA">
                                      <p:cBhvr>
                                        <p:cTn id="23" dur="400" spd="-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0 L 3.125E-6 0.59907 " pathEditMode="relative" rAng="0" ptsTypes="AA">
                                      <p:cBhvr>
                                        <p:cTn id="31" dur="4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1.11111E-6 L 3.125E-6 0.59907 " pathEditMode="relative" rAng="0" ptsTypes="AA">
                                      <p:cBhvr>
                                        <p:cTn id="40" dur="400" spd="-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5" grpI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EA88B8-1A85-FF0C-9346-D4E6CBBF0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A6B901E5-3D6A-1F8C-DE1F-C66C3BE7E7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1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5048F12C-A2E4-1380-C775-CA029CA60A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6499998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1E4324-ACA0-6809-C2B8-889368AAB6F8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1)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  <a:ea typeface="+mj-ea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1E4324-ACA0-6809-C2B8-889368AAB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blipFill>
                <a:blip r:embed="rId4"/>
                <a:stretch>
                  <a:fillRect l="-2601" t="-11628" r="-1560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9A27763-1D3A-7575-5E9A-C9DA1186108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2F63823F-512B-496B-7ADF-F8B6FB0E37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22235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0E474A-7A1B-D657-933A-A5E71FF9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D1FA8098-B56D-9CF2-377E-567F92B1D8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1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B7E868F3-6DCA-D069-1EDB-C2DEA2DE9F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7099995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9459D5F-4C98-E8D5-873C-1E6C4A46A08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9459D5F-4C98-E8D5-873C-1E6C4A46A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4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D1EFEAC-198E-E885-4FB5-A09A7DD2909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96467F06-7815-3D23-3E90-78A7CEE8DA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334950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F4F41B-6BD9-3EC8-4CBE-98E2DCAD7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34D52FA4-ED9D-C2E2-F2B3-2119CB7612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1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63EFD87B-13E6-3FF9-AEFE-CE0BA42F1C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7399993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554359-3B13-2FA3-7C5E-D023FFD2F67F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554359-3B13-2FA3-7C5E-D023FFD2F6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4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872E2D5-261E-FBCD-DC9B-AF1114CC6E16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3F6CE68A-C1F5-DF8D-4A47-350A7EC240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647236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5DC593-EC47-1858-BD81-2FDC25F90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림 37">
            <a:extLst>
              <a:ext uri="{FF2B5EF4-FFF2-40B4-BE49-F238E27FC236}">
                <a16:creationId xmlns:a16="http://schemas.microsoft.com/office/drawing/2014/main" id="{5BE1ECD3-CC8E-BE80-2CF4-C486804FFC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1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1DD56AA1-9178-F66E-A0AA-EFCF61108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7999990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1A3C846-4D3C-1AF0-AD6E-BEA5874BDF57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1A3C846-4D3C-1AF0-AD6E-BEA5874BDF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4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8932924B-0AEF-EA97-3AEB-2579391A2B52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8AE7BB77-C69E-6B83-9C0F-C67528A770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103129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4F6234-7BC7-8C9E-E3E5-431277164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그림 104">
            <a:extLst>
              <a:ext uri="{FF2B5EF4-FFF2-40B4-BE49-F238E27FC236}">
                <a16:creationId xmlns:a16="http://schemas.microsoft.com/office/drawing/2014/main" id="{25F24E8A-9189-9E5D-5F8A-566C8CFB8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8599986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008E8E2-EDDF-B3E7-66FF-0807DF1D9AC1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008E8E2-EDDF-B3E7-66FF-0807DF1D9A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3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430598D-6678-9B05-05F7-DB3A2AF6B02C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FC48156E-143A-8DD0-B371-BB6471FFD7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4013079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54F91C-CE3E-BF33-B328-251547305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그림 104">
            <a:extLst>
              <a:ext uri="{FF2B5EF4-FFF2-40B4-BE49-F238E27FC236}">
                <a16:creationId xmlns:a16="http://schemas.microsoft.com/office/drawing/2014/main" id="{266A3956-10F1-F744-8EA0-73DC20DB8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9199986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06E004-FA83-7ADF-8035-596352870C2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206E004-FA83-7ADF-8035-596352870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3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20683A7-5860-C93D-4650-13F2A1BBBBF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FEBC064E-7053-7FCF-800C-2C23DC41B0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354790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4FF6DE-E887-1421-2CC3-6B54B9F9F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그림 104">
            <a:extLst>
              <a:ext uri="{FF2B5EF4-FFF2-40B4-BE49-F238E27FC236}">
                <a16:creationId xmlns:a16="http://schemas.microsoft.com/office/drawing/2014/main" id="{CC01D4E3-09F1-43E0-F83F-FC6ABFD3B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19799983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5C7D5C-B4EA-B0EE-7F81-4EB6D682C141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5C7D5C-B4EA-B0EE-7F81-4EB6D682C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3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8F8BB753-9955-E83E-D0EF-A009D88E5CAF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AD9DFF0E-A8A3-852A-F6AA-F260C113DA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2053780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06296F-5584-626E-6BE7-B8F30CC80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그림 104">
            <a:extLst>
              <a:ext uri="{FF2B5EF4-FFF2-40B4-BE49-F238E27FC236}">
                <a16:creationId xmlns:a16="http://schemas.microsoft.com/office/drawing/2014/main" id="{0CB41225-2EBB-1035-96A9-4DC5272FE5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1439" y="1165169"/>
            <a:ext cx="5413921" cy="5502331"/>
          </a:xfrm>
          <a:prstGeom prst="rect">
            <a:avLst/>
          </a:prstGeom>
          <a:scene3d>
            <a:camera prst="orthographicFront">
              <a:rot lat="20399983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AFEFF7A-657B-F626-3A8B-6DCFF21EB1B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1)</a:t>
                </a:r>
                <a:r>
                  <a:rPr lang="ko-KR" alt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AFEFF7A-657B-F626-3A8B-6DCFF21EB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235903" cy="523220"/>
              </a:xfrm>
              <a:prstGeom prst="rect">
                <a:avLst/>
              </a:prstGeom>
              <a:blipFill>
                <a:blip r:embed="rId3"/>
                <a:stretch>
                  <a:fillRect l="-2878" t="-13953" r="-1727" b="-325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14F4B597-6119-CBFE-2004-AE02CACB5923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8DF1B3BE-5B0F-2A50-F128-50926C9660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1197648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A80441-47E2-091F-B617-0626AF175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BA086B-09BC-C43F-570D-7A7DF1E07966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AI</a:t>
                </a:r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1)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latin typeface="Cambria Math" panose="02040503050406030204" pitchFamily="18" charset="0"/>
                            <a:ea typeface="+mj-ea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그래프 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BA086B-09BC-C43F-570D-7A7DF1E07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689554" cy="523220"/>
              </a:xfrm>
              <a:prstGeom prst="rect">
                <a:avLst/>
              </a:prstGeom>
              <a:blipFill>
                <a:blip r:embed="rId2"/>
                <a:stretch>
                  <a:fillRect l="-2601" t="-11628" r="-1560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2734F64-2958-1E16-E318-07898E00537E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D2AA0F4-B3A8-F19D-BBAB-3C70E6BFCC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29D4394-57A1-FD55-B8CE-4D8628AD94A9}"/>
              </a:ext>
            </a:extLst>
          </p:cNvPr>
          <p:cNvSpPr txBox="1"/>
          <p:nvPr/>
        </p:nvSpPr>
        <p:spPr>
          <a:xfrm>
            <a:off x="7061566" y="1394460"/>
            <a:ext cx="2264401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극대 극소 등 공간적 패턴을 학습</a:t>
            </a:r>
          </a:p>
        </p:txBody>
      </p:sp>
    </p:spTree>
    <p:extLst>
      <p:ext uri="{BB962C8B-B14F-4D97-AF65-F5344CB8AC3E}">
        <p14:creationId xmlns:p14="http://schemas.microsoft.com/office/powerpoint/2010/main" val="17074583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763664-5E52-31DB-1EFE-D1ACD1E8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FBC69E-1B02-F972-09BB-4735D6AE0823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7B5EE4-17DC-5E32-495F-7B68DE102C74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575F9B-2F82-9D36-8029-469A0E79339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9D9591-AA85-C4DD-20EF-CC466778A6B1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772024-9A7E-DBC4-8A6F-9E0AE0B22236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F2B8C-AA98-328E-AAD4-39309F13ED5C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80D610-9473-5058-5178-F686734BA0E8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7C3231-411E-27AC-922C-CAF391C05B52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674014-CD96-1003-8EFD-AFD6F1DF2B28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CA157C7-FFD5-5D1B-E36C-BD9D36C91B60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816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BA0270-19C0-CD80-550F-38BCB2AE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-CNN </a:t>
                </a:r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결합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2435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18D7F709-B673-C29E-B5F4-93652D5DF94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1BCABE3-8EC9-C450-3739-65CE5C7AD0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8C49FB-5C3B-D2A3-7197-A349F4E08886}"/>
              </a:ext>
            </a:extLst>
          </p:cNvPr>
          <p:cNvSpPr txBox="1"/>
          <p:nvPr/>
        </p:nvSpPr>
        <p:spPr>
          <a:xfrm>
            <a:off x="5196315" y="3394602"/>
            <a:ext cx="2252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연출</a:t>
            </a:r>
            <a:r>
              <a:rPr lang="en-US" altLang="ko-KR" dirty="0"/>
              <a:t>: </a:t>
            </a:r>
            <a:r>
              <a:rPr lang="ko-KR" altLang="en-US" dirty="0"/>
              <a:t>전하 색깔 변화</a:t>
            </a:r>
          </a:p>
        </p:txBody>
      </p:sp>
    </p:spTree>
    <p:extLst>
      <p:ext uri="{BB962C8B-B14F-4D97-AF65-F5344CB8AC3E}">
        <p14:creationId xmlns:p14="http://schemas.microsoft.com/office/powerpoint/2010/main" val="802341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9F1339-78E1-8397-272F-21C3BE62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2C3180-4634-0A85-5C80-2C84A6BC028F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3F8999-7F54-EA35-5F65-F74137784EB0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C7F089-1983-0865-87FB-AADF50FEAD5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E4C11F6-0660-6B04-3CB8-FD22675CC0E5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58AB85-1752-68A9-8B62-45F64F2EE290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C413B0-374A-22B2-667E-5763868BB1B7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DD29875-AC09-355D-5DBC-65069463CC69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FFC80-F704-F12C-92D5-DB045D787576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E206EE-4225-3638-58AE-945C6165329D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9D87D50-D590-74B6-AFEC-7804F1BC6CCA}"/>
              </a:ext>
            </a:extLst>
          </p:cNvPr>
          <p:cNvSpPr/>
          <p:nvPr/>
        </p:nvSpPr>
        <p:spPr>
          <a:xfrm>
            <a:off x="8037575" y="1737361"/>
            <a:ext cx="3383280" cy="1385882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C25C67-90EB-1D35-794D-39BE130E3087}"/>
              </a:ext>
            </a:extLst>
          </p:cNvPr>
          <p:cNvSpPr/>
          <p:nvPr/>
        </p:nvSpPr>
        <p:spPr>
          <a:xfrm>
            <a:off x="8037575" y="1737361"/>
            <a:ext cx="73152" cy="1385882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9C1652-D878-4A79-E23A-3D93B75FA92D}"/>
              </a:ext>
            </a:extLst>
          </p:cNvPr>
          <p:cNvSpPr txBox="1"/>
          <p:nvPr/>
        </p:nvSpPr>
        <p:spPr>
          <a:xfrm>
            <a:off x="8266175" y="1901952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출력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11AF1-8071-1C11-6CF0-ABFEF2F58A2C}"/>
              </a:ext>
            </a:extLst>
          </p:cNvPr>
          <p:cNvSpPr txBox="1"/>
          <p:nvPr/>
        </p:nvSpPr>
        <p:spPr>
          <a:xfrm>
            <a:off x="8156448" y="2346652"/>
            <a:ext cx="3145534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lang="ko-KR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전하의 추정 위치 출력</a:t>
            </a:r>
            <a:r>
              <a:rPr kumimoji="0" lang="en-US" altLang="ko-KR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lang="ko-KR" altLang="en-US" sz="1700" dirty="0">
                <a:solidFill>
                  <a:srgbClr val="5C6574"/>
                </a:solidFill>
                <a:latin typeface="+mn-ea"/>
              </a:rPr>
              <a:t>원본과 비교해 회귀</a:t>
            </a:r>
            <a:r>
              <a:rPr lang="en-US" altLang="ko-KR" sz="1700" dirty="0">
                <a:solidFill>
                  <a:srgbClr val="5C6574"/>
                </a:solidFill>
                <a:latin typeface="+mn-ea"/>
              </a:rPr>
              <a:t>.</a:t>
            </a:r>
            <a:endParaRPr kumimoji="0" sz="17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6A08272-230B-CE67-45CE-62EF47459F87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5C0403A-ACD3-F909-6120-568CFCD7A8E1}"/>
              </a:ext>
            </a:extLst>
          </p:cNvPr>
          <p:cNvSpPr/>
          <p:nvPr/>
        </p:nvSpPr>
        <p:spPr>
          <a:xfrm rot="18826984">
            <a:off x="7415273" y="3171264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870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BEB413-9279-1E0C-E4B7-89C6236D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CD14B6-7D4D-8A04-72FF-CA2840D28003}"/>
              </a:ext>
            </a:extLst>
          </p:cNvPr>
          <p:cNvSpPr txBox="1"/>
          <p:nvPr/>
        </p:nvSpPr>
        <p:spPr>
          <a:xfrm>
            <a:off x="658368" y="384048"/>
            <a:ext cx="390523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</a:t>
            </a:r>
            <a:r>
              <a:rPr lang="ko-KR" altLang="en-US" sz="2800" dirty="0" err="1">
                <a:latin typeface="+mj-ea"/>
                <a:ea typeface="+mj-ea"/>
              </a:rPr>
              <a:t>출력값</a:t>
            </a:r>
            <a:r>
              <a:rPr lang="ko-KR" altLang="en-US" sz="2800" dirty="0">
                <a:latin typeface="+mj-ea"/>
                <a:ea typeface="+mj-ea"/>
              </a:rPr>
              <a:t> 정렬 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5D9783-862C-14E0-E4D7-E875838A95F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7471552-02C7-116E-D171-B11BA0CCF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</p:spTree>
    <p:extLst>
      <p:ext uri="{BB962C8B-B14F-4D97-AF65-F5344CB8AC3E}">
        <p14:creationId xmlns:p14="http://schemas.microsoft.com/office/powerpoint/2010/main" val="101499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57AC3-39F3-3ECE-CEFC-4A783521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506D543-7224-B9ED-714B-FA2E7E12B1DD}"/>
              </a:ext>
            </a:extLst>
          </p:cNvPr>
          <p:cNvSpPr txBox="1"/>
          <p:nvPr/>
        </p:nvSpPr>
        <p:spPr>
          <a:xfrm>
            <a:off x="676656" y="987552"/>
            <a:ext cx="316785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얼마나 적은 부호 정보로 복원이 가능한가</a:t>
            </a:r>
            <a:r>
              <a:rPr kumimoji="0" lang="en-US" altLang="ko-KR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2. </a:t>
                </a:r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탐구 과정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-3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정보량에 따른 비교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blipFill>
                <a:blip r:embed="rId2"/>
                <a:stretch>
                  <a:fillRect l="-1880" t="-11628" r="-846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1248C5-1FA0-7EC6-C2B9-0C7FFCB395F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/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9E2AE2D-6583-159B-226A-FB2CCD1CAEB3}"/>
              </a:ext>
            </a:extLst>
          </p:cNvPr>
          <p:cNvSpPr txBox="1"/>
          <p:nvPr/>
        </p:nvSpPr>
        <p:spPr>
          <a:xfrm>
            <a:off x="1121249" y="3152001"/>
            <a:ext cx="7409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4A22C-50B9-5277-802E-30C6764215A4}"/>
              </a:ext>
            </a:extLst>
          </p:cNvPr>
          <p:cNvSpPr txBox="1"/>
          <p:nvPr/>
        </p:nvSpPr>
        <p:spPr>
          <a:xfrm>
            <a:off x="1084027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A9E62-E14F-6A83-88B3-6EAA0892CE5B}"/>
              </a:ext>
            </a:extLst>
          </p:cNvPr>
          <p:cNvSpPr txBox="1"/>
          <p:nvPr/>
        </p:nvSpPr>
        <p:spPr>
          <a:xfrm>
            <a:off x="1121249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25%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ECD9BF-740D-A956-89DB-F6027904E797}"/>
              </a:ext>
            </a:extLst>
          </p:cNvPr>
          <p:cNvSpPr txBox="1"/>
          <p:nvPr/>
        </p:nvSpPr>
        <p:spPr>
          <a:xfrm>
            <a:off x="1084642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50%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D60291-E3D1-6CB9-E25E-EF6EF34F49B1}"/>
              </a:ext>
            </a:extLst>
          </p:cNvPr>
          <p:cNvSpPr txBox="1"/>
          <p:nvPr/>
        </p:nvSpPr>
        <p:spPr>
          <a:xfrm>
            <a:off x="1120634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75%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C70BC-741D-39B4-E31B-B4312E24AC33}"/>
              </a:ext>
            </a:extLst>
          </p:cNvPr>
          <p:cNvSpPr txBox="1"/>
          <p:nvPr/>
        </p:nvSpPr>
        <p:spPr>
          <a:xfrm>
            <a:off x="1014033" y="3152001"/>
            <a:ext cx="11673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227518-0171-0FF3-1CDC-D0C6F5C56804}"/>
              </a:ext>
            </a:extLst>
          </p:cNvPr>
          <p:cNvSpPr txBox="1"/>
          <p:nvPr/>
        </p:nvSpPr>
        <p:spPr>
          <a:xfrm>
            <a:off x="5254167" y="135331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45624A-E835-331C-BA9D-91993C22AD8F}"/>
              </a:ext>
            </a:extLst>
          </p:cNvPr>
          <p:cNvSpPr txBox="1"/>
          <p:nvPr/>
        </p:nvSpPr>
        <p:spPr>
          <a:xfrm>
            <a:off x="5254167" y="225426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615EF-F67D-ED3C-1F61-092BF3D9C034}"/>
              </a:ext>
            </a:extLst>
          </p:cNvPr>
          <p:cNvSpPr txBox="1"/>
          <p:nvPr/>
        </p:nvSpPr>
        <p:spPr>
          <a:xfrm>
            <a:off x="5254167" y="324433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29F2D-1709-2818-FAF3-DA956E760892}"/>
              </a:ext>
            </a:extLst>
          </p:cNvPr>
          <p:cNvSpPr txBox="1"/>
          <p:nvPr/>
        </p:nvSpPr>
        <p:spPr>
          <a:xfrm>
            <a:off x="5254167" y="4224087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EE1B58-C8FF-4318-0808-EC5A5150DADF}"/>
              </a:ext>
            </a:extLst>
          </p:cNvPr>
          <p:cNvSpPr txBox="1"/>
          <p:nvPr/>
        </p:nvSpPr>
        <p:spPr>
          <a:xfrm>
            <a:off x="5254167" y="5265395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2B5648-E4D2-FE0F-9252-28C8BC5AFE67}"/>
              </a:ext>
            </a:extLst>
          </p:cNvPr>
          <p:cNvSpPr txBox="1"/>
          <p:nvPr/>
        </p:nvSpPr>
        <p:spPr>
          <a:xfrm>
            <a:off x="5254167" y="6183593"/>
            <a:ext cx="415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ㅇ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42125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700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19 0 " pathEditMode="relative" rAng="0" ptsTypes="AA">
                                      <p:cBhvr>
                                        <p:cTn id="6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1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0 L 0.2677 -0.27384 " pathEditMode="relative" rAng="0" ptsTypes="AA">
                                      <p:cBhvr>
                                        <p:cTn id="13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385" y="-1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"/>
                            </p:stCondLst>
                            <p:childTnLst>
                              <p:par>
                                <p:cTn id="15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6355 -0.14421 " pathEditMode="relative" rAng="0" ptsTypes="AA">
                                      <p:cBhvr>
                                        <p:cTn id="19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672" y="-722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595 0 " pathEditMode="relative" rAng="0" ptsTypes="AA">
                                      <p:cBhvr>
                                        <p:cTn id="25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6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900"/>
                            </p:stCondLst>
                            <p:childTnLst>
                              <p:par>
                                <p:cTn id="27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0 L 0.2625 0.14653 " pathEditMode="relative" rAng="0" ptsTypes="AA">
                                      <p:cBhvr>
                                        <p:cTn id="31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125" y="731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159 0.29676 " pathEditMode="relative" rAng="0" ptsTypes="AA">
                                      <p:cBhvr>
                                        <p:cTn id="37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073" y="1483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6003 0.43056 " pathEditMode="relative" rAng="0" ptsTypes="AA">
                                      <p:cBhvr>
                                        <p:cTn id="43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995" y="215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7" grpId="1"/>
      <p:bldP spid="19" grpId="0"/>
      <p:bldP spid="19" grpId="1"/>
      <p:bldP spid="21" grpId="0"/>
      <p:bldP spid="21" grpId="1"/>
      <p:bldP spid="24" grpId="0"/>
      <p:bldP spid="24" grpId="1"/>
      <p:bldP spid="26" grpId="0"/>
      <p:bldP spid="26" grpId="1"/>
      <p:bldP spid="28" grpId="0"/>
      <p:bldP spid="28" grpId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42689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9A5E9731-4A82-3444-B26C-B3BEF85F13C3}"/>
              </a:ext>
            </a:extLst>
          </p:cNvPr>
          <p:cNvSpPr txBox="1"/>
          <p:nvPr/>
        </p:nvSpPr>
        <p:spPr>
          <a:xfrm>
            <a:off x="2026515" y="5501116"/>
            <a:ext cx="839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8F9FC"/>
                </a:solidFill>
              </a:rPr>
              <a:t>로런츠</a:t>
            </a:r>
            <a:r>
              <a:rPr lang="ko-KR" altLang="en-US" dirty="0">
                <a:solidFill>
                  <a:srgbClr val="F8F9FC"/>
                </a:solidFill>
              </a:rPr>
              <a:t>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r>
              <a:rPr lang="en-US" altLang="ko-KR" dirty="0">
                <a:solidFill>
                  <a:srgbClr val="F8F9FC"/>
                </a:solidFill>
              </a:rPr>
              <a:t>: </a:t>
            </a:r>
            <a:r>
              <a:rPr lang="ko-KR" altLang="en-US" dirty="0">
                <a:solidFill>
                  <a:srgbClr val="F8F9FC"/>
                </a:solidFill>
              </a:rPr>
              <a:t>시간 방향 하나가 공간 방향들과 다른 부호를 가지는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endParaRPr lang="ko-KR" altLang="en-US" dirty="0">
              <a:solidFill>
                <a:srgbClr val="F8F9F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18333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2030E6F3-1205-D133-7B4D-554FC86901A2}"/>
              </a:ext>
            </a:extLst>
          </p:cNvPr>
          <p:cNvSpPr/>
          <p:nvPr/>
        </p:nvSpPr>
        <p:spPr>
          <a:xfrm>
            <a:off x="3879613" y="181143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98750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r="-200629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r="-99375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b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298750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100000" r="-200629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100000" r="-99375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100000" b="-1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1258" r="-298750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01258" r="-200629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01258" r="-99375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01258" b="-1006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99375" r="-29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00629" t="-299375" r="-2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199375" t="-299375" r="-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1258" t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F69B093C-689F-C25E-F47F-25EBDF298092}"/>
              </a:ext>
            </a:extLst>
          </p:cNvPr>
          <p:cNvSpPr/>
          <p:nvPr/>
        </p:nvSpPr>
        <p:spPr>
          <a:xfrm rot="10800000">
            <a:off x="8035304" y="181971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4CC22-89C5-1293-158B-1F6FF92F1153}"/>
              </a:ext>
            </a:extLst>
          </p:cNvPr>
          <p:cNvSpPr/>
          <p:nvPr/>
        </p:nvSpPr>
        <p:spPr>
          <a:xfrm>
            <a:off x="42629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9337D7-9A27-E3F1-F31D-67D8334787A8}"/>
              </a:ext>
            </a:extLst>
          </p:cNvPr>
          <p:cNvSpPr/>
          <p:nvPr/>
        </p:nvSpPr>
        <p:spPr>
          <a:xfrm>
            <a:off x="51971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ABEEC4-6C5A-A74D-1B48-AFCA6C76B1A9}"/>
              </a:ext>
            </a:extLst>
          </p:cNvPr>
          <p:cNvSpPr/>
          <p:nvPr/>
        </p:nvSpPr>
        <p:spPr>
          <a:xfrm>
            <a:off x="62233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B789D8B-79AC-2093-574B-F4C3E67DC186}"/>
              </a:ext>
            </a:extLst>
          </p:cNvPr>
          <p:cNvSpPr/>
          <p:nvPr/>
        </p:nvSpPr>
        <p:spPr>
          <a:xfrm>
            <a:off x="71575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2A0420-8D11-D2D7-62D8-860C676C8A09}"/>
              </a:ext>
            </a:extLst>
          </p:cNvPr>
          <p:cNvSpPr/>
          <p:nvPr/>
        </p:nvSpPr>
        <p:spPr>
          <a:xfrm>
            <a:off x="71575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9879D28-82AF-1213-137D-5B9BF1F9C5E0}"/>
              </a:ext>
            </a:extLst>
          </p:cNvPr>
          <p:cNvSpPr/>
          <p:nvPr/>
        </p:nvSpPr>
        <p:spPr>
          <a:xfrm>
            <a:off x="62233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7AAD94B-1DF9-327E-9D62-76303A48B722}"/>
              </a:ext>
            </a:extLst>
          </p:cNvPr>
          <p:cNvSpPr/>
          <p:nvPr/>
        </p:nvSpPr>
        <p:spPr>
          <a:xfrm>
            <a:off x="5208919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FBBED1D-7EB7-F66A-9286-DF2961F20B0D}"/>
              </a:ext>
            </a:extLst>
          </p:cNvPr>
          <p:cNvSpPr/>
          <p:nvPr/>
        </p:nvSpPr>
        <p:spPr>
          <a:xfrm>
            <a:off x="4246341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AFF51EC-2337-2D4E-3A1F-74C3701CCB97}"/>
              </a:ext>
            </a:extLst>
          </p:cNvPr>
          <p:cNvSpPr/>
          <p:nvPr/>
        </p:nvSpPr>
        <p:spPr>
          <a:xfrm>
            <a:off x="4246341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F9E2CCC-2BFB-EA94-3FA6-9027C42112BB}"/>
              </a:ext>
            </a:extLst>
          </p:cNvPr>
          <p:cNvSpPr/>
          <p:nvPr/>
        </p:nvSpPr>
        <p:spPr>
          <a:xfrm>
            <a:off x="52724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9DBB61-CAFA-8C63-DD4E-B2C46E893EC8}"/>
              </a:ext>
            </a:extLst>
          </p:cNvPr>
          <p:cNvSpPr/>
          <p:nvPr/>
        </p:nvSpPr>
        <p:spPr>
          <a:xfrm>
            <a:off x="62066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E648C17-107B-16B8-95E4-5AC5EB9B4F75}"/>
              </a:ext>
            </a:extLst>
          </p:cNvPr>
          <p:cNvSpPr/>
          <p:nvPr/>
        </p:nvSpPr>
        <p:spPr>
          <a:xfrm>
            <a:off x="71371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F4C7FB6-FB47-7E14-1AC6-4EC4C4A8E0AE}"/>
              </a:ext>
            </a:extLst>
          </p:cNvPr>
          <p:cNvSpPr/>
          <p:nvPr/>
        </p:nvSpPr>
        <p:spPr>
          <a:xfrm>
            <a:off x="7137182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E395085-2ECB-690C-C24A-0DC3E4E8F95C}"/>
              </a:ext>
            </a:extLst>
          </p:cNvPr>
          <p:cNvSpPr/>
          <p:nvPr/>
        </p:nvSpPr>
        <p:spPr>
          <a:xfrm>
            <a:off x="6210717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338867D-C54A-045E-6ABF-501D1EAED85E}"/>
              </a:ext>
            </a:extLst>
          </p:cNvPr>
          <p:cNvSpPr/>
          <p:nvPr/>
        </p:nvSpPr>
        <p:spPr>
          <a:xfrm>
            <a:off x="5208919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FCE936F-617B-8910-65E2-88A4A60FD5CD}"/>
              </a:ext>
            </a:extLst>
          </p:cNvPr>
          <p:cNvSpPr/>
          <p:nvPr/>
        </p:nvSpPr>
        <p:spPr>
          <a:xfrm>
            <a:off x="4272845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0679" y="1698997"/>
            <a:ext cx="2718993" cy="406489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083FE0B-9433-6B4E-AFB8-6744453A1D4E}"/>
              </a:ext>
            </a:extLst>
          </p:cNvPr>
          <p:cNvSpPr txBox="1"/>
          <p:nvPr/>
        </p:nvSpPr>
        <p:spPr>
          <a:xfrm>
            <a:off x="3915851" y="561689"/>
            <a:ext cx="4382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리만의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시공간의 곡률을 나타냄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3" name="그래픽 52" descr="리만 다양체 - 나무위키">
            <a:extLst>
              <a:ext uri="{FF2B5EF4-FFF2-40B4-BE49-F238E27FC236}">
                <a16:creationId xmlns:a16="http://schemas.microsoft.com/office/drawing/2014/main" id="{31A4A46E-35AE-B131-8848-D595E108EE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36722" y="689680"/>
            <a:ext cx="2739320" cy="273932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5106707-548F-E7DC-A034-58F650FC54FD}"/>
              </a:ext>
            </a:extLst>
          </p:cNvPr>
          <p:cNvSpPr txBox="1"/>
          <p:nvPr/>
        </p:nvSpPr>
        <p:spPr>
          <a:xfrm>
            <a:off x="9287125" y="3495561"/>
            <a:ext cx="2851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리만 다양체의 곡률을 </a:t>
            </a:r>
            <a:endParaRPr lang="en-US" altLang="ko-KR" dirty="0"/>
          </a:p>
          <a:p>
            <a:r>
              <a:rPr lang="ko-KR" altLang="en-US" dirty="0"/>
              <a:t>표시하기 위해 고안되었다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851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5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D877B-86E1-B10A-7645-9A90B135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01DDFD1-8A95-8C8E-2BCC-B46A5D21FD8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B302E8-4FE2-74DE-E92B-4712BD6EA03F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8618AE-C051-E77E-FDF3-7C1B14B377C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23473E1F-0B5E-F7ED-471A-345A9643B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2F97BE8-2B48-11AE-2E92-309C2A23FD03}"/>
              </a:ext>
            </a:extLst>
          </p:cNvPr>
          <p:cNvSpPr/>
          <p:nvPr/>
        </p:nvSpPr>
        <p:spPr>
          <a:xfrm>
            <a:off x="6198326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C34E14-9E14-97AE-0E2B-6C46AF5225D7}"/>
              </a:ext>
            </a:extLst>
          </p:cNvPr>
          <p:cNvSpPr/>
          <p:nvPr/>
        </p:nvSpPr>
        <p:spPr>
          <a:xfrm>
            <a:off x="7184157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C0959-A7BB-1AF2-0351-5E83C1D03933}"/>
              </a:ext>
            </a:extLst>
          </p:cNvPr>
          <p:cNvSpPr/>
          <p:nvPr/>
        </p:nvSpPr>
        <p:spPr>
          <a:xfrm>
            <a:off x="6198326" y="163239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AE735D9-3D0A-72C4-3A30-BFEBD2E2E5F0}"/>
              </a:ext>
            </a:extLst>
          </p:cNvPr>
          <p:cNvSpPr/>
          <p:nvPr/>
        </p:nvSpPr>
        <p:spPr>
          <a:xfrm>
            <a:off x="6198326" y="263380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33F854-D0F2-D5B7-5800-AA9DD54D7EED}"/>
              </a:ext>
            </a:extLst>
          </p:cNvPr>
          <p:cNvSpPr/>
          <p:nvPr/>
        </p:nvSpPr>
        <p:spPr>
          <a:xfrm>
            <a:off x="81699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A002CB-98AF-4582-A27D-59CF679A5C33}"/>
              </a:ext>
            </a:extLst>
          </p:cNvPr>
          <p:cNvSpPr/>
          <p:nvPr/>
        </p:nvSpPr>
        <p:spPr>
          <a:xfrm>
            <a:off x="6198326" y="3608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3128B2-7C96-F214-4515-85DB96CA841D}"/>
              </a:ext>
            </a:extLst>
          </p:cNvPr>
          <p:cNvSpPr/>
          <p:nvPr/>
        </p:nvSpPr>
        <p:spPr>
          <a:xfrm>
            <a:off x="9165125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4974C1-9B0B-EDE7-3805-1B7FB13DD306}"/>
              </a:ext>
            </a:extLst>
          </p:cNvPr>
          <p:cNvSpPr/>
          <p:nvPr/>
        </p:nvSpPr>
        <p:spPr>
          <a:xfrm>
            <a:off x="6198326" y="458237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7A9CDE-DE61-766D-38C1-2CBFD31A3BBF}"/>
              </a:ext>
            </a:extLst>
          </p:cNvPr>
          <p:cNvSpPr/>
          <p:nvPr/>
        </p:nvSpPr>
        <p:spPr>
          <a:xfrm>
            <a:off x="100917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E1793A0-49B6-510B-DD15-C5360BBA081D}"/>
              </a:ext>
            </a:extLst>
          </p:cNvPr>
          <p:cNvSpPr/>
          <p:nvPr/>
        </p:nvSpPr>
        <p:spPr>
          <a:xfrm>
            <a:off x="619832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DB83DF8-7B54-3779-B682-5AA4FA6BDA8B}"/>
              </a:ext>
            </a:extLst>
          </p:cNvPr>
          <p:cNvSpPr/>
          <p:nvPr/>
        </p:nvSpPr>
        <p:spPr>
          <a:xfrm>
            <a:off x="11018451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B6DAB-7644-DF8D-4B21-7761FC26B012}"/>
              </a:ext>
            </a:extLst>
          </p:cNvPr>
          <p:cNvSpPr/>
          <p:nvPr/>
        </p:nvSpPr>
        <p:spPr>
          <a:xfrm>
            <a:off x="7184157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C1DF0C5-4881-EFF5-1919-F75CEDB3CC3B}"/>
              </a:ext>
            </a:extLst>
          </p:cNvPr>
          <p:cNvSpPr/>
          <p:nvPr/>
        </p:nvSpPr>
        <p:spPr>
          <a:xfrm>
            <a:off x="11018451" y="166420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2E8D25-1D1E-AD8C-AF48-CA038FBBD252}"/>
              </a:ext>
            </a:extLst>
          </p:cNvPr>
          <p:cNvSpPr/>
          <p:nvPr/>
        </p:nvSpPr>
        <p:spPr>
          <a:xfrm>
            <a:off x="8169988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68D8D2C-32AC-7532-71BE-901FCA73F637}"/>
              </a:ext>
            </a:extLst>
          </p:cNvPr>
          <p:cNvSpPr/>
          <p:nvPr/>
        </p:nvSpPr>
        <p:spPr>
          <a:xfrm>
            <a:off x="11018451" y="2670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ED849F9-F7EE-A28D-F1DB-D82421CD2E83}"/>
              </a:ext>
            </a:extLst>
          </p:cNvPr>
          <p:cNvSpPr/>
          <p:nvPr/>
        </p:nvSpPr>
        <p:spPr>
          <a:xfrm>
            <a:off x="907624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49AAB51-3169-CDD1-08F4-8DB7688F8069}"/>
              </a:ext>
            </a:extLst>
          </p:cNvPr>
          <p:cNvSpPr/>
          <p:nvPr/>
        </p:nvSpPr>
        <p:spPr>
          <a:xfrm>
            <a:off x="11018451" y="3567892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98292E-43DC-98AA-8B07-200FF8732E3B}"/>
              </a:ext>
            </a:extLst>
          </p:cNvPr>
          <p:cNvSpPr/>
          <p:nvPr/>
        </p:nvSpPr>
        <p:spPr>
          <a:xfrm>
            <a:off x="1003636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16B175-B912-4735-5139-AD7E9C8AEBAD}"/>
              </a:ext>
            </a:extLst>
          </p:cNvPr>
          <p:cNvSpPr/>
          <p:nvPr/>
        </p:nvSpPr>
        <p:spPr>
          <a:xfrm>
            <a:off x="11018451" y="453955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E34E6-F2EB-201C-8620-974E41AD3571}"/>
              </a:ext>
            </a:extLst>
          </p:cNvPr>
          <p:cNvSpPr/>
          <p:nvPr/>
        </p:nvSpPr>
        <p:spPr>
          <a:xfrm>
            <a:off x="11018451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912CC68-D342-13FC-4AC1-B3178A554A29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5AE5F1-22C6-C6E5-6A3A-6DCB1045E433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AA8C65-26C5-BFBE-2D97-91C1ADCDF18E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02FC78F-62AC-EC6B-2B1A-3EC360722AFA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682186-950F-D9EE-49C3-577C54E78FF1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B2A9534B-FDF9-1805-49DD-9C37EB9762BB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0E607B3-A569-0254-E496-D3824CAC8CE8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DBC678-A236-1DDA-11F1-4A158F4ECA64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C755150-B17D-53C1-3246-AEED39784643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9635ACD-27E2-DC99-A355-65720E4FA472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6305EB2-5762-1AC6-E264-77FDAB9C3BE6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5D0141-62D6-B067-0B3C-B6156DAA02F2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7B5A67B-0139-E63F-AF54-124F2001AFCE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F757A47-5570-4775-7CDC-08E1A0969BF0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579FB30-7DA4-FF6E-F439-50EDA763B32F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46C1E8B-C450-0B1A-AC05-3A89B8E10E94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8532430-9F71-BA3B-ADB9-CC5384B2540D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DF2032F-504F-BCD5-7BD3-2403EBB6818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F49BC03-8DF6-2046-1C0A-4474013ED57B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8B513E1-937E-5E6D-A8CE-575517D7C650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CEF84-0614-CB93-F71F-43C9E309F9DA}"/>
              </a:ext>
            </a:extLst>
          </p:cNvPr>
          <p:cNvSpPr txBox="1"/>
          <p:nvPr/>
        </p:nvSpPr>
        <p:spPr>
          <a:xfrm>
            <a:off x="4882084" y="426638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33796FBF-7B83-495B-31B3-60CD67A28F2A}"/>
              </a:ext>
            </a:extLst>
          </p:cNvPr>
          <p:cNvSpPr/>
          <p:nvPr/>
        </p:nvSpPr>
        <p:spPr>
          <a:xfrm rot="10800000">
            <a:off x="8773030" y="178736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E4EA7A4F-F017-FB86-A1E2-42B826001C6C}"/>
              </a:ext>
            </a:extLst>
          </p:cNvPr>
          <p:cNvSpPr/>
          <p:nvPr/>
        </p:nvSpPr>
        <p:spPr>
          <a:xfrm>
            <a:off x="4918067" y="1761935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044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0">
        <p159:morph option="byObject"/>
      </p:transition>
    </mc:Choice>
    <mc:Fallback xmlns="">
      <p:transition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E1D2F-295F-75E9-CD96-FBA3D29B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0003C4-A10D-6B4D-8BDF-601816C4DE07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A7374-E046-31B0-0E4B-C7719CEAE00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DB9AEB84-60C2-49A2-8EF9-7BCD1857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141EF49-A00C-A19D-9D24-5FB255116F17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92D81D-7A63-256E-91A8-534999E4CD16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0EBDC7-2A6E-4BC0-6791-382114264D6C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DDC6131-B81D-EC1A-A1E4-5C2CC58E9395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9FDC98-AFB9-6438-2ECF-21A37DB4E609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8B0416-33F8-C6B6-4604-0981D966551C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458E02-AEC6-7CAC-D0EE-996A309AB50D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A23C7-0163-39C0-148D-98777C79F7A7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DAC0C-CABD-16AB-8101-82E4A838061A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19D11DC-C639-6F0F-1059-AFDBC3AD9DB7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09CAAF9-E525-0089-BE5A-F63DE81BB04D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4515D30-8099-F516-DB81-97E995D85576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B185BAC-D7B2-2610-F31D-D0680FFD68B5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67FFD-6341-020F-BDE3-A3373C4D70E6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F096C47-DE62-856E-1E4D-359FED66174A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03D0C90-64FE-25AE-6F8E-FD81101BF26D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C812BF8-BF18-7407-1579-DCD644BEFEF0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35A2F90-2459-FC3A-08F0-3FBAA9A7140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346638-7CC6-8A18-A4EF-112156D92B0C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17C5AEC-56CF-0300-C6B7-1F045AACF9DD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FAE3-F87E-1D9F-E1F7-8053E8200720}"/>
              </a:ext>
            </a:extLst>
          </p:cNvPr>
          <p:cNvSpPr txBox="1"/>
          <p:nvPr/>
        </p:nvSpPr>
        <p:spPr>
          <a:xfrm>
            <a:off x="4607349" y="211295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F8FEDFE5-2DD7-19F1-186E-0CAD41E46CAE}"/>
              </a:ext>
            </a:extLst>
          </p:cNvPr>
          <p:cNvSpPr/>
          <p:nvPr/>
        </p:nvSpPr>
        <p:spPr>
          <a:xfrm>
            <a:off x="3902127" y="1001457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310E753-1541-940F-D926-2B716CECA1D1}"/>
              </a:ext>
            </a:extLst>
          </p:cNvPr>
          <p:cNvSpPr/>
          <p:nvPr/>
        </p:nvSpPr>
        <p:spPr>
          <a:xfrm rot="10800000">
            <a:off x="8963957" y="1009736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D26DE-401F-573F-20E7-379C2E32E455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32" name="그림 31" descr="아인슈타인 표기법 - 나무위키">
            <a:extLst>
              <a:ext uri="{FF2B5EF4-FFF2-40B4-BE49-F238E27FC236}">
                <a16:creationId xmlns:a16="http://schemas.microsoft.com/office/drawing/2014/main" id="{26702DC7-F47C-E712-D307-ECE4BCFCB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257" y="1935849"/>
            <a:ext cx="1822677" cy="19006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/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ko-KR" altLang="en-US" sz="25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</m:oMath>
                  </m:oMathPara>
                </a14:m>
                <a:endParaRPr lang="ko-KR" altLang="en-US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blipFill>
                <a:blip r:embed="rId5"/>
                <a:stretch>
                  <a:fillRect b="-6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217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3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7C5DB-1C72-85C5-C739-EDB8A413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DCEBA27-63B0-1988-DBAC-3684B7827426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468E6-2B99-80A3-BBF5-FAFAA44BCE5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0804EEB0-41F3-6EA2-DFB4-9CE4BD6DE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A52BF0-2780-5496-FDA6-E85313EAFAA4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5AC38-C1EF-4532-5A5D-C97225D9FF25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D64E4B3-8321-BE1F-B31B-27219CDE4294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AEA5-698F-62C8-0705-1591D9701CCF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8AD4925-6A9C-B5AB-4E01-E0FDAFE13FE9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D457EF5-0652-16CA-707C-D15F8B3E5CD5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16414FC-23CE-02EC-120F-97D0B6443955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E42158F-C3BE-E3B0-CE41-285EB8AA25E7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EACC9CF9-255E-AF63-5FAD-9B10107B06F7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CD5F273-7142-CE6A-70A3-52C75A10C8D4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4B3BFA2-1FAB-7844-16BA-74A3AEEBD1C9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4DC0F-D1E2-889F-11DC-164CB5986CA7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6E638B75-0D97-F2C6-1A98-01D8F34B49D6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7F5BD22-4EE7-88C8-FFE8-7C38F9F9119B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4D7CA2-25C3-BC0F-58C3-0853E998CD26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3841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"/>
                            </p:stCondLst>
                            <p:childTnLst>
                              <p:par>
                                <p:cTn id="2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27" grpId="0" animBg="1"/>
      <p:bldP spid="29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E37D5-B793-5D9E-415D-0CD96D45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46099B2-9460-C656-15FC-763DAD1BC21F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B260E1-FA45-C14C-0867-EE82579DAB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A38393E0-9326-36DD-C1A7-FE14B38AA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1B9216-9EF0-B9B6-8DDD-115976230AF8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A757ED41-657E-E7BC-A963-2E271A0FC310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D5D00B8A-F36A-F53B-86B5-E9CDA8F7D9A9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5D563-F1D7-B392-0536-F4F293445DAA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0737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700">
        <p:fade/>
      </p:transition>
    </mc:Choice>
    <mc:Fallback xmlns="">
      <p:transition spd="med" advClick="0" advTm="700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11110</TotalTime>
  <Words>1027</Words>
  <Application>Microsoft Office PowerPoint</Application>
  <PresentationFormat>와이드스크린</PresentationFormat>
  <Paragraphs>326</Paragraphs>
  <Slides>45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45</vt:i4>
      </vt:variant>
    </vt:vector>
  </HeadingPairs>
  <TitlesOfParts>
    <vt:vector size="51" baseType="lpstr">
      <vt:lpstr>맑은 고딕</vt:lpstr>
      <vt:lpstr>Arial</vt:lpstr>
      <vt:lpstr>Calibri</vt:lpstr>
      <vt:lpstr>Cambria Math</vt:lpstr>
      <vt:lpstr>Office 테마</vt:lpstr>
      <vt:lpstr>Office Theme</vt:lpstr>
      <vt:lpstr>AI를 활용한 전하 분포 역추정</vt:lpstr>
      <vt:lpstr>목차</vt:lpstr>
      <vt:lpstr>탐구 정체성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296</cp:revision>
  <dcterms:created xsi:type="dcterms:W3CDTF">2026-08-20T04:49:28Z</dcterms:created>
  <dcterms:modified xsi:type="dcterms:W3CDTF">2026-08-30T07:24:49Z</dcterms:modified>
</cp:coreProperties>
</file>