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0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1" r:id="rId16"/>
    <p:sldId id="284" r:id="rId17"/>
    <p:sldId id="285" r:id="rId18"/>
    <p:sldId id="286" r:id="rId19"/>
    <p:sldId id="287" r:id="rId20"/>
    <p:sldId id="283" r:id="rId21"/>
    <p:sldId id="288" r:id="rId22"/>
    <p:sldId id="280" r:id="rId23"/>
    <p:sldId id="310" r:id="rId24"/>
    <p:sldId id="265" r:id="rId25"/>
    <p:sldId id="289" r:id="rId26"/>
    <p:sldId id="294" r:id="rId27"/>
    <p:sldId id="296" r:id="rId28"/>
    <p:sldId id="298" r:id="rId29"/>
    <p:sldId id="300" r:id="rId30"/>
    <p:sldId id="302" r:id="rId31"/>
    <p:sldId id="304" r:id="rId32"/>
    <p:sldId id="306" r:id="rId33"/>
    <p:sldId id="308" r:id="rId34"/>
    <p:sldId id="293" r:id="rId35"/>
    <p:sldId id="290" r:id="rId36"/>
    <p:sldId id="291" r:id="rId37"/>
    <p:sldId id="292" r:id="rId38"/>
    <p:sldId id="309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277"/>
            <p14:sldId id="279"/>
            <p14:sldId id="282"/>
          </p14:sldIdLst>
        </p14:section>
        <p14:section name="KK계량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  <p14:section name="탐구 동기 끝" id="{5B108BFD-1B3B-4B7A-A617-97F08E0BAD06}">
          <p14:sldIdLst>
            <p14:sldId id="283"/>
            <p14:sldId id="288"/>
            <p14:sldId id="280"/>
          </p14:sldIdLst>
        </p14:section>
        <p14:section name="탐구 과정" id="{7A31BE09-3A30-4DCC-B496-0EEC888692A2}">
          <p14:sldIdLst>
            <p14:sldId id="310"/>
          </p14:sldIdLst>
        </p14:section>
        <p14:section name="탐구 과정-2) AI" id="{55CCE8CF-3CED-4214-8597-5CD11B0DAA9D}">
          <p14:sldIdLst>
            <p14:sldId id="265"/>
            <p14:sldId id="289"/>
          </p14:sldIdLst>
        </p14:section>
        <p14:section name="전환" id="{64DC003C-3CF5-494D-A399-CC029C39FC62}">
          <p14:sldIdLst>
            <p14:sldId id="294"/>
            <p14:sldId id="296"/>
            <p14:sldId id="298"/>
            <p14:sldId id="300"/>
            <p14:sldId id="302"/>
            <p14:sldId id="304"/>
            <p14:sldId id="306"/>
            <p14:sldId id="308"/>
          </p14:sldIdLst>
        </p14:section>
        <p14:section name="탐구 과정-2) AI" id="{A9C0EE2F-802E-4CA6-B1B0-545D79EED64D}">
          <p14:sldIdLst>
            <p14:sldId id="293"/>
            <p14:sldId id="290"/>
            <p14:sldId id="291"/>
            <p14:sldId id="292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6" d="100"/>
          <a:sy n="76" d="100"/>
        </p:scale>
        <p:origin x="51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microsoft.com/office/2015/10/relationships/revisionInfo" Target="revisionInfo.xml"/><Relationship Id="rId20" Type="http://schemas.openxmlformats.org/officeDocument/2006/relationships/slide" Target="slides/slide18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6.sv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jp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0"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">
        <p:fade/>
      </p:transition>
    </mc:Choice>
    <mc:Fallback xmlns="">
      <p:transition spd="med" advClick="0" advTm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 advClick="0" advTm="300">
        <p159:morph option="byObject"/>
      </p:transition>
    </mc:Choice>
    <mc:Fallback>
      <p:transition advClick="0" advTm="3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D208C02-AC56-2474-E2C6-D9DDFB847CF8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8AD9CB-D9FC-AF6C-A2FC-0FF7D92B67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ABDB16-4C80-51CE-C556-E2BC0B13ABB0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0EF1105-38DC-A9C2-7D2E-0E88EB282A6B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0EF1105-38DC-A9C2-7D2E-0E88EB282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51748F81-73F8-45AF-5F8D-89F62A48E2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9DE33C-629B-E975-9E53-39E5D1A9A1FB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+mj-ea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+mj-ea"/>
                            <a:ea typeface="+mj-ea"/>
                          </a:rPr>
                          <m:t>𝟎</m:t>
                        </m:r>
                        <m:r>
                          <a:rPr lang="ko-KR" altLang="en-US" sz="2800" b="1" i="1" smtClean="0">
                            <a:latin typeface="+mj-ea"/>
                            <a:ea typeface="+mj-ea"/>
                          </a:rPr>
                          <m:t>𝟎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 그래프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학습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9DE33C-629B-E975-9E53-39E5D1A9A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3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5518A16-602C-47C2-0C52-7CCEB38AC6B9}"/>
              </a:ext>
            </a:extLst>
          </p:cNvPr>
          <p:cNvSpPr/>
          <p:nvPr/>
        </p:nvSpPr>
        <p:spPr>
          <a:xfrm>
            <a:off x="5423339" y="2533517"/>
            <a:ext cx="733098" cy="733098"/>
          </a:xfrm>
          <a:prstGeom prst="ellipse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E7310163-7D26-F13C-13F1-FA43D92CF4F3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B5EA252-6627-9A94-8931-6BB3C9A54107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40556BE7-0D0B-6CB0-FEB1-8DF600C1D566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070E9F18-6683-D834-AC58-42E55F380174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596C408E-D360-DA2E-F1F2-AEB47F930B8E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22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31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8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9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8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600"/>
                            </p:stCondLst>
                            <p:childTnLst>
                              <p:par>
                                <p:cTn id="5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85" grpId="0" animBg="1"/>
      <p:bldP spid="85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EA88B8-1A85-FF0C-9346-D4E6CBBF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A6B901E5-3D6A-1F8C-DE1F-C66C3BE7E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5048F12C-A2E4-1380-C775-CA029CA60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6499998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1E4324-ACA0-6809-C2B8-889368AAB6F8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+mj-ea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+mj-ea"/>
                            <a:ea typeface="+mj-ea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1E4324-ACA0-6809-C2B8-889368AAB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4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9A27763-1D3A-7575-5E9A-C9DA1186108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2F63823F-512B-496B-7ADF-F8B6FB0E37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2223572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0E474A-7A1B-D657-933A-A5E71FF9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D1FA8098-B56D-9CF2-377E-567F92B1D8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7E868F3-6DCA-D069-1EDB-C2DEA2DE9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099995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459D5F-4C98-E8D5-873C-1E6C4A46A08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459D5F-4C98-E8D5-873C-1E6C4A46A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D1EFEAC-198E-E885-4FB5-A09A7DD290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96467F06-7815-3D23-3E90-78A7CEE8DA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3349508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F4F41B-6BD9-3EC8-4CBE-98E2DCAD7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34D52FA4-ED9D-C2E2-F2B3-2119CB7612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63EFD87B-13E6-3FF9-AEFE-CE0BA42F1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399993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554359-3B13-2FA3-7C5E-D023FFD2F67F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554359-3B13-2FA3-7C5E-D023FFD2F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872E2D5-261E-FBCD-DC9B-AF1114CC6E1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F6CE68A-C1F5-DF8D-4A47-350A7EC240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6472360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DC593-EC47-1858-BD81-2FDC25F90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5BE1ECD3-CC8E-BE80-2CF4-C486804FFC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1DD56AA1-9178-F66E-A0AA-EFCF61108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999990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1A3C846-4D3C-1AF0-AD6E-BEA5874BDF5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1A3C846-4D3C-1AF0-AD6E-BEA5874BD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8932924B-0AEF-EA97-3AEB-2579391A2B5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8AE7BB77-C69E-6B83-9C0F-C67528A770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031299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4F6234-7BC7-8C9E-E3E5-431277164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25F24E8A-9189-9E5D-5F8A-566C8CFB8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8599986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08E8E2-EDDF-B3E7-66FF-0807DF1D9AC1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08E8E2-EDDF-B3E7-66FF-0807DF1D9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430598D-6678-9B05-05F7-DB3A2AF6B02C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FC48156E-143A-8DD0-B371-BB6471FFD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40130797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54F91C-CE3E-BF33-B328-251547305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266A3956-10F1-F744-8EA0-73DC20DB8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9199986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06E004-FA83-7ADF-8035-596352870C2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06E004-FA83-7ADF-8035-596352870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20683A7-5860-C93D-4650-13F2A1BBBBF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FEBC064E-7053-7FCF-800C-2C23DC41B0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3547905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FF6DE-E887-1421-2CC3-6B54B9F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CC01D4E3-09F1-43E0-F83F-FC6ABFD3B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9799983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5C7D5C-B4EA-B0EE-7F81-4EB6D682C141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5C7D5C-B4EA-B0EE-7F81-4EB6D682C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8F8BB753-9955-E83E-D0EF-A009D88E5CA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AD9DFF0E-A8A3-852A-F6AA-F260C113D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0537802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06296F-5584-626E-6BE7-B8F30CC80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0CB41225-2EBB-1035-96A9-4DC5272FE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20399983" lon="0" rev="0"/>
            </a:camera>
            <a:lightRig rig="threePt" dir="t"/>
          </a:scene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FEFF7A-657B-F626-3A8B-6DCFF21EB1B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FEFF7A-657B-F626-3A8B-6DCFF21EB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4F4B597-6119-CBFE-2004-AE02CACB5923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8DF1B3BE-5B0F-2A50-F128-50926C966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1976483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80441-47E2-091F-B617-0626AF17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BA086B-09BC-C43F-570D-7A7DF1E07966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+mj-ea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+mj-ea"/>
                            <a:ea typeface="+mj-ea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BA086B-09BC-C43F-570D-7A7DF1E07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2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2734F64-2958-1E16-E318-07898E00537E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D2AA0F4-B3A8-F19D-BBAB-3C70E6BFC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9D4394-57A1-FD55-B8CE-4D8628AD94A9}"/>
              </a:ext>
            </a:extLst>
          </p:cNvPr>
          <p:cNvSpPr txBox="1"/>
          <p:nvPr/>
        </p:nvSpPr>
        <p:spPr>
          <a:xfrm>
            <a:off x="7061566" y="1394460"/>
            <a:ext cx="2264401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극대 극소 등 공간적 패턴을 학습</a:t>
            </a:r>
          </a:p>
        </p:txBody>
      </p:sp>
    </p:spTree>
    <p:extLst>
      <p:ext uri="{BB962C8B-B14F-4D97-AF65-F5344CB8AC3E}">
        <p14:creationId xmlns:p14="http://schemas.microsoft.com/office/powerpoint/2010/main" val="17074583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759812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+mj-ea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+mj-ea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+mj-ea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로 부호 복원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759812" cy="523220"/>
              </a:xfrm>
              <a:prstGeom prst="rect">
                <a:avLst/>
              </a:prstGeom>
              <a:blipFill>
                <a:blip r:embed="rId2"/>
                <a:stretch>
                  <a:fillRect l="-3241" t="-11628" r="-2107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6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13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19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25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00"/>
                            </p:stCondLst>
                            <p:childTnLst>
                              <p:par>
                                <p:cTn id="2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31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37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43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9824</TotalTime>
  <Words>941</Words>
  <Application>Microsoft Office PowerPoint</Application>
  <PresentationFormat>와이드스크린</PresentationFormat>
  <Paragraphs>311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37</vt:i4>
      </vt:variant>
    </vt:vector>
  </HeadingPairs>
  <TitlesOfParts>
    <vt:vector size="43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217</cp:revision>
  <dcterms:created xsi:type="dcterms:W3CDTF">2026-08-20T04:49:28Z</dcterms:created>
  <dcterms:modified xsi:type="dcterms:W3CDTF">2026-08-29T08:34:29Z</dcterms:modified>
</cp:coreProperties>
</file>