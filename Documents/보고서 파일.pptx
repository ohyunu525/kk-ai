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9" r:id="rId5"/>
    <p:sldId id="258" r:id="rId6"/>
    <p:sldId id="263" r:id="rId7"/>
    <p:sldId id="262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83" dt="2026-08-21T08:12:44.2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43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2T07:04:46.752" v="3811" actId="1076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spChg chg="del mod">
          <ac:chgData name="연우 오" userId="c3558644dac54ca4" providerId="LiveId" clId="{9333FDCA-79D6-4088-A778-579BE454CE38}" dt="2026-08-21T01:18:45.524" v="523" actId="478"/>
          <ac:spMkLst>
            <pc:docMk/>
            <pc:sldMk cId="3694522991" sldId="256"/>
            <ac:spMk id="10" creationId="{06A483EE-FAE4-A22A-B465-20D59049BDA7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20" creationId="{A55C9D8E-D89A-EBBA-5023-C6796D4129CB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32" creationId="{47E0DA38-F881-6F8E-CDC4-1359D4CF9FD5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3" creationId="{8F007E11-F59C-C3B3-2CBD-98C698C89DB4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8" creationId="{FA3C635C-C135-FAEE-3E8E-DD01E032DA41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9" creationId="{F0D6FDBD-5639-0295-BE4D-A5212A9D39E4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64" creationId="{935F2AF4-0BBC-422B-E00F-5C7D092B1F98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70" creationId="{7045DEDA-015B-77BA-7AAE-FF17DA8C7E0C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17" creationId="{BE462E91-377D-3EF4-8CEA-EBD92BDB032C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44" creationId="{A256BE0E-6A11-2206-F3C9-6824AB17D047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54" creationId="{A96B790D-D3A1-F8B5-8B2E-1CED7B586E9F}"/>
          </ac:spMkLst>
        </pc:spChg>
        <pc:grpChg chg="del">
          <ac:chgData name="연우 오" userId="c3558644dac54ca4" providerId="LiveId" clId="{9333FDCA-79D6-4088-A778-579BE454CE38}" dt="2026-08-21T01:18:38.044" v="520" actId="478"/>
          <ac:grpSpMkLst>
            <pc:docMk/>
            <pc:sldMk cId="3694522991" sldId="256"/>
            <ac:grpSpMk id="12" creationId="{CE16D424-BC25-4342-4032-72B4C8D960C3}"/>
          </ac:grpSpMkLst>
        </pc:grpChg>
        <pc:picChg chg="add mod">
          <ac:chgData name="연우 오" userId="c3558644dac54ca4" providerId="LiveId" clId="{9333FDCA-79D6-4088-A778-579BE454CE38}" dt="2026-08-21T01:18:11.542" v="518" actId="1076"/>
          <ac:picMkLst>
            <pc:docMk/>
            <pc:sldMk cId="3694522991" sldId="256"/>
            <ac:picMk id="8" creationId="{C23298C8-4A9C-1A30-6364-3D655D599ADD}"/>
          </ac:picMkLst>
        </pc:picChg>
        <pc:picChg chg="del">
          <ac:chgData name="연우 오" userId="c3558644dac54ca4" providerId="LiveId" clId="{9333FDCA-79D6-4088-A778-579BE454CE38}" dt="2026-08-21T01:18:40.317" v="521" actId="478"/>
          <ac:picMkLst>
            <pc:docMk/>
            <pc:sldMk cId="3694522991" sldId="256"/>
            <ac:picMk id="11" creationId="{37B98BD4-E291-9C33-79F1-16F4EBEF7311}"/>
          </ac:picMkLst>
        </pc:pic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">
        <pc:chgData name="연우 오" userId="c3558644dac54ca4" providerId="LiveId" clId="{9333FDCA-79D6-4088-A778-579BE454CE38}" dt="2026-08-22T07:04:46.752" v="3811" actId="1076"/>
        <pc:sldMkLst>
          <pc:docMk/>
          <pc:sldMk cId="0" sldId="258"/>
        </pc:sldMkLst>
        <pc:spChg chg="mod">
          <ac:chgData name="연우 오" userId="c3558644dac54ca4" providerId="LiveId" clId="{9333FDCA-79D6-4088-A778-579BE454CE38}" dt="2026-08-21T08:05:18.642" v="3617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del">
          <ac:chgData name="연우 오" userId="c3558644dac54ca4" providerId="LiveId" clId="{9333FDCA-79D6-4088-A778-579BE454CE38}" dt="2026-08-21T08:04:28.165" v="3589" actId="478"/>
          <ac:spMkLst>
            <pc:docMk/>
            <pc:sldMk cId="0" sldId="258"/>
            <ac:spMk id="5" creationId="{00000000-0000-0000-0000-000000000000}"/>
          </ac:spMkLst>
        </pc:spChg>
        <pc:spChg chg="mod">
          <ac:chgData name="연우 오" userId="c3558644dac54ca4" providerId="LiveId" clId="{9333FDCA-79D6-4088-A778-579BE454CE38}" dt="2026-08-22T07:04:46.752" v="3811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7:05.187" v="3751"/>
          <ac:spMkLst>
            <pc:docMk/>
            <pc:sldMk cId="0" sldId="258"/>
            <ac:spMk id="10" creationId="{00000000-0000-0000-0000-000000000000}"/>
          </ac:spMkLst>
        </pc:spChg>
        <pc:picChg chg="add del mod">
          <ac:chgData name="연우 오" userId="c3558644dac54ca4" providerId="LiveId" clId="{9333FDCA-79D6-4088-A778-579BE454CE38}" dt="2026-08-21T08:08:17.364" v="3757" actId="478"/>
          <ac:picMkLst>
            <pc:docMk/>
            <pc:sldMk cId="0" sldId="258"/>
            <ac:picMk id="11" creationId="{FD331FD0-E91E-45EC-C951-92D8E3B63821}"/>
          </ac:picMkLst>
        </pc:picChg>
        <pc:picChg chg="add mod">
          <ac:chgData name="연우 오" userId="c3558644dac54ca4" providerId="LiveId" clId="{9333FDCA-79D6-4088-A778-579BE454CE38}" dt="2026-08-21T08:08:49.485" v="3762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addSp delSp modSp new del mod">
        <pc:chgData name="연우 오" userId="c3558644dac54ca4" providerId="LiveId" clId="{9333FDCA-79D6-4088-A778-579BE454CE38}" dt="2026-08-21T02:15:41.905" v="536" actId="47"/>
        <pc:sldMkLst>
          <pc:docMk/>
          <pc:sldMk cId="4183040025" sldId="258"/>
        </pc:sldMkLst>
        <pc:spChg chg="mod">
          <ac:chgData name="연우 오" userId="c3558644dac54ca4" providerId="LiveId" clId="{9333FDCA-79D6-4088-A778-579BE454CE38}" dt="2026-08-21T01:15:31.383" v="511" actId="255"/>
          <ac:spMkLst>
            <pc:docMk/>
            <pc:sldMk cId="4183040025" sldId="258"/>
            <ac:spMk id="2" creationId="{35693E23-3B37-085A-6003-C9E9AFE6F0F6}"/>
          </ac:spMkLst>
        </pc:spChg>
        <pc:spChg chg="add del mod">
          <ac:chgData name="연우 오" userId="c3558644dac54ca4" providerId="LiveId" clId="{9333FDCA-79D6-4088-A778-579BE454CE38}" dt="2026-08-21T01:16:02.140" v="516" actId="478"/>
          <ac:spMkLst>
            <pc:docMk/>
            <pc:sldMk cId="4183040025" sldId="258"/>
            <ac:spMk id="4" creationId="{9E717E91-3C40-A210-7EFA-88D1AB49B2D6}"/>
          </ac:spMkLst>
        </pc:spChg>
      </pc:sldChg>
      <pc:sldChg chg="addSp delSp modSp add mod ord modAnim">
        <pc:chgData name="연우 오" userId="c3558644dac54ca4" providerId="LiveId" clId="{9333FDCA-79D6-4088-A778-579BE454CE38}" dt="2026-08-21T08:03:21.641" v="3401"/>
        <pc:sldMkLst>
          <pc:docMk/>
          <pc:sldMk cId="0" sldId="259"/>
        </pc:sldMkLst>
        <pc:spChg chg="del mod">
          <ac:chgData name="연우 오" userId="c3558644dac54ca4" providerId="LiveId" clId="{9333FDCA-79D6-4088-A778-579BE454CE38}" dt="2026-08-21T02:15:21.726" v="534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3:09.885" v="339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25.567" v="588" actId="14100"/>
          <ac:spMkLst>
            <pc:docMk/>
            <pc:sldMk cId="0" sldId="259"/>
            <ac:spMk id="4" creationId="{00000000-0000-0000-0000-000000000000}"/>
          </ac:spMkLst>
        </pc:spChg>
        <pc:spChg chg="del">
          <ac:chgData name="연우 오" userId="c3558644dac54ca4" providerId="LiveId" clId="{9333FDCA-79D6-4088-A778-579BE454CE38}" dt="2026-08-21T02:15:24.063" v="535" actId="478"/>
          <ac:spMkLst>
            <pc:docMk/>
            <pc:sldMk cId="0" sldId="259"/>
            <ac:spMk id="5" creationId="{00000000-0000-0000-0000-000000000000}"/>
          </ac:spMkLst>
        </pc:spChg>
        <pc:spChg chg="add mod">
          <ac:chgData name="연우 오" userId="c3558644dac54ca4" providerId="LiveId" clId="{9333FDCA-79D6-4088-A778-579BE454CE38}" dt="2026-08-21T07:38:16.811" v="1078"/>
          <ac:spMkLst>
            <pc:docMk/>
            <pc:sldMk cId="0" sldId="259"/>
            <ac:spMk id="5" creationId="{3D16C7EE-5C35-F897-8E04-A4EF9675D001}"/>
          </ac:spMkLst>
        </pc:spChg>
        <pc:spChg chg="mod">
          <ac:chgData name="연우 오" userId="c3558644dac54ca4" providerId="LiveId" clId="{9333FDCA-79D6-4088-A778-579BE454CE38}" dt="2026-08-21T02:16:09.568" v="586" actId="1076"/>
          <ac:spMkLst>
            <pc:docMk/>
            <pc:sldMk cId="0" sldId="259"/>
            <ac:spMk id="6" creationId="{00000000-0000-0000-0000-000000000000}"/>
          </ac:spMkLst>
        </pc:spChg>
        <pc:spChg chg="mod">
          <ac:chgData name="연우 오" userId="c3558644dac54ca4" providerId="LiveId" clId="{9333FDCA-79D6-4088-A778-579BE454CE38}" dt="2026-08-21T07:36:23.193" v="1013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7:05.171" v="601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1T07:36:20.247" v="1012" actId="20577"/>
          <ac:spMkLst>
            <pc:docMk/>
            <pc:sldMk cId="0" sldId="259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25.567" v="588" actId="1410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9:16.400" v="724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연우 오" userId="c3558644dac54ca4" providerId="LiveId" clId="{9333FDCA-79D6-4088-A778-579BE454CE38}" dt="2026-08-21T07:36:45.015" v="1018" actId="20577"/>
          <ac:spMkLst>
            <pc:docMk/>
            <pc:sldMk cId="0" sldId="259"/>
            <ac:spMk id="14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16" creationId="{00000000-0000-0000-0000-000000000000}"/>
          </ac:spMkLst>
        </pc:spChg>
        <pc:spChg chg="mod">
          <ac:chgData name="연우 오" userId="c3558644dac54ca4" providerId="LiveId" clId="{9333FDCA-79D6-4088-A778-579BE454CE38}" dt="2026-08-21T07:35:05.292" v="924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연우 오" userId="c3558644dac54ca4" providerId="LiveId" clId="{9333FDCA-79D6-4088-A778-579BE454CE38}" dt="2026-08-21T07:37:37.497" v="1056" actId="20577"/>
          <ac:spMkLst>
            <pc:docMk/>
            <pc:sldMk cId="0" sldId="259"/>
            <ac:spMk id="18" creationId="{00000000-0000-0000-0000-000000000000}"/>
          </ac:spMkLst>
        </pc:spChg>
        <pc:spChg chg="add mod">
          <ac:chgData name="연우 오" userId="c3558644dac54ca4" providerId="LiveId" clId="{9333FDCA-79D6-4088-A778-579BE454CE38}" dt="2026-08-21T07:38:07.821" v="1069" actId="20577"/>
          <ac:spMkLst>
            <pc:docMk/>
            <pc:sldMk cId="0" sldId="259"/>
            <ac:spMk id="20" creationId="{AB951590-A76B-7674-ECB6-6D577AC5EF34}"/>
          </ac:spMkLst>
        </pc:spChg>
        <pc:spChg chg="add mod">
          <ac:chgData name="연우 오" userId="c3558644dac54ca4" providerId="LiveId" clId="{9333FDCA-79D6-4088-A778-579BE454CE38}" dt="2026-08-21T07:40:31.505" v="1292"/>
          <ac:spMkLst>
            <pc:docMk/>
            <pc:sldMk cId="0" sldId="259"/>
            <ac:spMk id="22" creationId="{D64DE112-81C7-D038-4DD6-E76A7D30FE2A}"/>
          </ac:spMkLst>
        </pc:spChg>
      </pc:sldChg>
      <pc:sldChg chg="new del">
        <pc:chgData name="연우 오" userId="c3558644dac54ca4" providerId="LiveId" clId="{9333FDCA-79D6-4088-A778-579BE454CE38}" dt="2026-08-21T07:52:37.278" v="3283" actId="47"/>
        <pc:sldMkLst>
          <pc:docMk/>
          <pc:sldMk cId="3791773719" sldId="260"/>
        </pc:sldMkLst>
      </pc:sldChg>
      <pc:sldChg chg="modSp add mod">
        <pc:chgData name="연우 오" userId="c3558644dac54ca4" providerId="LiveId" clId="{9333FDCA-79D6-4088-A778-579BE454CE38}" dt="2026-08-21T07:52:50.039" v="3294" actId="20577"/>
        <pc:sldMkLst>
          <pc:docMk/>
          <pc:sldMk cId="538983994" sldId="261"/>
        </pc:sldMkLst>
        <pc:spChg chg="mod">
          <ac:chgData name="연우 오" userId="c3558644dac54ca4" providerId="LiveId" clId="{9333FDCA-79D6-4088-A778-579BE454CE38}" dt="2026-08-21T07:52:50.039" v="3294" actId="20577"/>
          <ac:spMkLst>
            <pc:docMk/>
            <pc:sldMk cId="538983994" sldId="261"/>
            <ac:spMk id="3" creationId="{16517C86-CA02-3849-4FF8-2ED94D3D56F4}"/>
          </ac:spMkLst>
        </pc:spChg>
      </pc:sldChg>
      <pc:sldChg chg="addSp delSp modSp add mod modAnim">
        <pc:chgData name="연우 오" userId="c3558644dac54ca4" providerId="LiveId" clId="{9333FDCA-79D6-4088-A778-579BE454CE38}" dt="2026-08-21T08:00:01.458" v="3343" actId="1076"/>
        <pc:sldMkLst>
          <pc:docMk/>
          <pc:sldMk cId="328680156" sldId="262"/>
        </pc:sldMkLst>
        <pc:spChg chg="add del mod ord">
          <ac:chgData name="연우 오" userId="c3558644dac54ca4" providerId="LiveId" clId="{9333FDCA-79D6-4088-A778-579BE454CE38}" dt="2026-08-21T07:56:29.238" v="3308" actId="478"/>
          <ac:spMkLst>
            <pc:docMk/>
            <pc:sldMk cId="328680156" sldId="262"/>
            <ac:spMk id="2" creationId="{C60434D3-3507-AEFD-D0EF-F20C13A62C20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5" creationId="{463C90C0-8258-B202-A3AD-412FD2790AB9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7" creationId="{9375AE55-7223-B4A4-7B2C-523DD951A1C6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8" creationId="{1B94C377-0A25-CF28-3C88-01B81EF060D7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9" creationId="{D6CF98DF-D3E5-25EA-B44E-7AF85E6FE92E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10" creationId="{F2CB0C06-4B15-EF39-BEDD-302FCDDA3202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1" creationId="{5B9E8BE1-B56F-267B-44D5-06EF6736E350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2" creationId="{ACB6CA2A-BAC0-391E-A0B6-47B608DB14AA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3" creationId="{40A9D36C-D632-9D65-9E2A-E379219B9C00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4" creationId="{A9DEFE4B-C0A0-F60F-64DF-210E209883AA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5" creationId="{17E36507-A3E0-B281-0E99-C7C2258A0326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6" creationId="{6CD31241-DED3-6BDE-D422-967D87661E23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7" creationId="{DAFA0E28-0601-0B9F-AB41-9CF46E5AED51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8" creationId="{7CC86BBB-4391-A449-D393-D8A447F59AED}"/>
          </ac:spMkLst>
        </pc:spChg>
        <pc:spChg chg="mod">
          <ac:chgData name="연우 오" userId="c3558644dac54ca4" providerId="LiveId" clId="{9333FDCA-79D6-4088-A778-579BE454CE38}" dt="2026-08-21T07:55:19.816" v="3306"/>
          <ac:spMkLst>
            <pc:docMk/>
            <pc:sldMk cId="328680156" sldId="262"/>
            <ac:spMk id="19" creationId="{ED489981-8D94-AF64-B0AF-4C43BA01D177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20" creationId="{289E730C-864C-C424-0510-91884B39C855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22" creationId="{F60F6C2A-2504-535C-1DD7-52D19F96C204}"/>
          </ac:spMkLst>
        </pc:spChg>
        <pc:picChg chg="add mod">
          <ac:chgData name="연우 오" userId="c3558644dac54ca4" providerId="LiveId" clId="{9333FDCA-79D6-4088-A778-579BE454CE38}" dt="2026-08-21T07:57:24.594" v="3319" actId="1076"/>
          <ac:picMkLst>
            <pc:docMk/>
            <pc:sldMk cId="328680156" sldId="262"/>
            <ac:picMk id="23" creationId="{05524E77-A1EB-D065-EA8F-171494E12CF0}"/>
          </ac:picMkLst>
        </pc:picChg>
        <pc:picChg chg="add mod">
          <ac:chgData name="연우 오" userId="c3558644dac54ca4" providerId="LiveId" clId="{9333FDCA-79D6-4088-A778-579BE454CE38}" dt="2026-08-21T08:00:01.458" v="3343" actId="1076"/>
          <ac:picMkLst>
            <pc:docMk/>
            <pc:sldMk cId="328680156" sldId="262"/>
            <ac:picMk id="25" creationId="{A84239FD-D2E2-72D2-DD3E-A77EA2982FBC}"/>
          </ac:picMkLst>
        </pc:picChg>
        <pc:picChg chg="add mod">
          <ac:chgData name="연우 오" userId="c3558644dac54ca4" providerId="LiveId" clId="{9333FDCA-79D6-4088-A778-579BE454CE38}" dt="2026-08-21T07:58:48.855" v="3336" actId="1076"/>
          <ac:picMkLst>
            <pc:docMk/>
            <pc:sldMk cId="328680156" sldId="262"/>
            <ac:picMk id="27" creationId="{82318D07-84B4-2C48-9B36-6D6931692162}"/>
          </ac:picMkLst>
        </pc:picChg>
      </pc:sldChg>
      <pc:sldChg chg="modSp add del mod">
        <pc:chgData name="연우 오" userId="c3558644dac54ca4" providerId="LiveId" clId="{9333FDCA-79D6-4088-A778-579BE454CE38}" dt="2026-08-21T08:02:28.762" v="3395" actId="2057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1T08:02:28.762" v="3395" actId="20577"/>
          <ac:spMkLst>
            <pc:docMk/>
            <pc:sldMk cId="0" sldId="263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목적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43858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69710" cy="481135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3297" y="1747693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973295" y="2240506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전하의</a:t>
            </a:r>
            <a:r>
              <a:rPr dirty="0"/>
              <a:t> </a:t>
            </a:r>
            <a:r>
              <a:rPr dirty="0" err="1"/>
              <a:t>위치와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퍼텐셜</a:t>
            </a:r>
            <a:r>
              <a:rPr dirty="0"/>
              <a:t> </a:t>
            </a:r>
            <a:r>
              <a:rPr dirty="0" err="1"/>
              <a:t>V를</a:t>
            </a:r>
            <a:r>
              <a:rPr dirty="0"/>
              <a:t> </a:t>
            </a:r>
            <a:r>
              <a:rPr dirty="0" err="1"/>
              <a:t>계산한다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물리량을</a:t>
            </a:r>
            <a:r>
              <a:rPr dirty="0"/>
              <a:t> </a:t>
            </a:r>
            <a:r>
              <a:rPr dirty="0" err="1"/>
              <a:t>얻는다</a:t>
            </a:r>
            <a:r>
              <a:rPr dirty="0"/>
              <a:t>.</a:t>
            </a:r>
            <a:endParaRPr 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737360"/>
            <a:ext cx="69710" cy="4811358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58240" y="1732675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역문제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4585177" y="2240506"/>
            <a:ext cx="2875519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결과만</a:t>
            </a:r>
            <a:r>
              <a:rPr dirty="0"/>
              <a:t> </a:t>
            </a:r>
            <a:r>
              <a:rPr dirty="0" err="1"/>
              <a:t>주어진다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전하가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추정</a:t>
            </a:r>
            <a:r>
              <a:rPr lang="ko-KR" altLang="en-US" dirty="0"/>
              <a:t>할 수 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해가</a:t>
            </a:r>
            <a:r>
              <a:rPr dirty="0"/>
              <a:t> </a:t>
            </a:r>
            <a:r>
              <a:rPr dirty="0" err="1"/>
              <a:t>가능할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800100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01000" y="1737360"/>
            <a:ext cx="69710" cy="481135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97057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탐구의</a:t>
            </a:r>
            <a:r>
              <a:rPr dirty="0"/>
              <a:t> </a:t>
            </a:r>
            <a:r>
              <a:rPr dirty="0" err="1"/>
              <a:t>출발점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8197056" y="2240506"/>
            <a:ext cx="2875519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정보가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소실된다</a:t>
            </a:r>
            <a:endParaRPr lang="en-US" alt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→</a:t>
            </a:r>
            <a:r>
              <a:rPr lang="en-US" altLang="ko-KR" dirty="0"/>
              <a:t>AI</a:t>
            </a:r>
            <a:r>
              <a:rPr lang="ko-KR" altLang="en-US" dirty="0"/>
              <a:t>라면 고전적 역산보다 해를 도출하는 데 유리하지 않을까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16C7EE-5C35-F897-8E04-A4EF9675D001}"/>
              </a:ext>
            </a:extLst>
          </p:cNvPr>
          <p:cNvSpPr txBox="1"/>
          <p:nvPr/>
        </p:nvSpPr>
        <p:spPr>
          <a:xfrm>
            <a:off x="973295" y="4143039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★☆☆☆☆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고등학교 물리학 </a:t>
            </a:r>
            <a:r>
              <a:rPr lang="en-US" altLang="ko-KR" dirty="0"/>
              <a:t>1 </a:t>
            </a:r>
            <a:r>
              <a:rPr lang="ko-KR" altLang="en-US" dirty="0"/>
              <a:t>과정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탐구의 시작점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951590-A76B-7674-ECB6-6D577AC5EF34}"/>
              </a:ext>
            </a:extLst>
          </p:cNvPr>
          <p:cNvSpPr txBox="1"/>
          <p:nvPr/>
        </p:nvSpPr>
        <p:spPr>
          <a:xfrm>
            <a:off x="4585177" y="4143039"/>
            <a:ext cx="28755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★★★☆☆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altLang="ko-KR" dirty="0"/>
              <a:t>-</a:t>
            </a:r>
            <a:r>
              <a:rPr lang="ko-KR" altLang="en-US" dirty="0"/>
              <a:t>단순 고전적 계산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-AI</a:t>
            </a:r>
            <a:r>
              <a:rPr lang="ko-KR" altLang="en-US" dirty="0"/>
              <a:t>의 도입이 불필요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4DE112-81C7-D038-4DD6-E76A7D30FE2A}"/>
              </a:ext>
            </a:extLst>
          </p:cNvPr>
          <p:cNvSpPr txBox="1"/>
          <p:nvPr/>
        </p:nvSpPr>
        <p:spPr>
          <a:xfrm>
            <a:off x="8231913" y="4143039"/>
            <a:ext cx="2875519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★★★★★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자체 생산 데이터 사용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데이터로 통계적 추정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632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 만드는 전기 퍼텐셜을 3차원에 배치하고 z=0 평면에서 관측한다.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2620136" y="1737360"/>
                <a:ext cx="6601936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rgbClr val="1F898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rgbClr val="1F8987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rgbClr val="1F8987"/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rgbClr val="1F898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rgbClr val="1F898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rgbClr val="1F898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136" y="1737360"/>
                <a:ext cx="6601936" cy="91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1280160" y="26974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편의를 위해 전체 비례상수는 정규화한다.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63240"/>
            <a:ext cx="10607040" cy="825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평면에서의 전하만을 설명한다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조금만 확장해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축을 추가하면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공간에서도 전하들에 의한 전위를 구할 수 </a:t>
            </a:r>
            <a:r>
              <a:rPr lang="ko-KR" altLang="en-US" dirty="0">
                <a:solidFill>
                  <a:srgbClr val="18233A"/>
                </a:solidFill>
                <a:latin typeface="Calibri"/>
              </a:rPr>
              <a:t>있다</a:t>
            </a:r>
            <a:r>
              <a:rPr lang="en-US" altLang="ko-KR" dirty="0">
                <a:solidFill>
                  <a:srgbClr val="18233A"/>
                </a:solidFill>
                <a:latin typeface="Calibri"/>
              </a:rPr>
              <a:t>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0480" y="3066112"/>
            <a:ext cx="3731164" cy="37918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62092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Kaluza–Klein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관점으로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관측량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구성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974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 크기 정보는 남지만 V → −V에 대해 값이 변하지 않는다.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15468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25880" y="330098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1F8987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G₀₅ ∝ 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 부호 정보까지 포함하므로 전하 부호 판별에 직접적인 단서를 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709160"/>
            <a:ext cx="8503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828800" y="4709160"/>
            <a:ext cx="73152" cy="105156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057400" y="48737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중요한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5349240"/>
            <a:ext cx="809244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400">
                <a:solidFill>
                  <a:srgbClr val="5C6574"/>
                </a:solidFill>
              </a:defRPr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 탐구에서 KK 이론은 ‘고차원 이론 자체를 검증’하는 것이 아니라, 동일한 전자기 정보를 서로 다른 계량 성분으로 표현해 정보 손실 조건을 설계하는 틀로 사용한다.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42E79-B05D-AD68-CFB3-9856AF2CD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EE4ACB2-F959-E9D2-A40A-1C915F49DE1E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t>1. 탐구 동기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F4001F-BA6C-532E-10A9-66CDD732F330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9894CF-34BD-25C8-16BE-CAB2E5C74455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5524E77-A1EB-D065-EA8F-171494E12C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0" y="1714556"/>
            <a:ext cx="3197925" cy="485696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84239FD-D2E2-72D2-DD3E-A77EA2982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545" y="1755759"/>
            <a:ext cx="3254089" cy="477455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82318D07-84B4-2C48-9B36-6D6931692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4796" y="1786778"/>
            <a:ext cx="3197925" cy="4716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80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6A21B-5101-7D32-2BAC-6AF1B3150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517C86-CA02-3849-4FF8-2ED94D3D56F4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dirty="0" err="1"/>
              <a:t>탐구</a:t>
            </a:r>
            <a:r>
              <a:rPr dirty="0"/>
              <a:t> </a:t>
            </a:r>
            <a:r>
              <a:rPr lang="ko-KR" altLang="en-US" dirty="0"/>
              <a:t>목적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1AF4E9-004A-445C-816A-EF4CDCB5CA79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1CCD96-2EBB-B6BC-6419-BE691B04AA48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8587134-6A59-E0E6-8465-FA13D0FFCEE1}"/>
              </a:ext>
            </a:extLst>
          </p:cNvPr>
          <p:cNvSpPr/>
          <p:nvPr/>
        </p:nvSpPr>
        <p:spPr>
          <a:xfrm>
            <a:off x="743858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10BEEA-8393-D5C0-D099-E403D872AC5D}"/>
              </a:ext>
            </a:extLst>
          </p:cNvPr>
          <p:cNvSpPr/>
          <p:nvPr/>
        </p:nvSpPr>
        <p:spPr>
          <a:xfrm>
            <a:off x="777240" y="1737360"/>
            <a:ext cx="69710" cy="481135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69FDBA-6257-2822-1DB9-6A17C6326891}"/>
              </a:ext>
            </a:extLst>
          </p:cNvPr>
          <p:cNvSpPr txBox="1"/>
          <p:nvPr/>
        </p:nvSpPr>
        <p:spPr>
          <a:xfrm>
            <a:off x="973297" y="1747693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706990-1EFE-917D-9841-9463A3AC118C}"/>
              </a:ext>
            </a:extLst>
          </p:cNvPr>
          <p:cNvSpPr txBox="1"/>
          <p:nvPr/>
        </p:nvSpPr>
        <p:spPr>
          <a:xfrm>
            <a:off x="973295" y="2240506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전하의</a:t>
            </a:r>
            <a:r>
              <a:rPr dirty="0"/>
              <a:t> </a:t>
            </a:r>
            <a:r>
              <a:rPr dirty="0" err="1"/>
              <a:t>위치와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퍼텐셜</a:t>
            </a:r>
            <a:r>
              <a:rPr dirty="0"/>
              <a:t> </a:t>
            </a:r>
            <a:r>
              <a:rPr dirty="0" err="1"/>
              <a:t>V를</a:t>
            </a:r>
            <a:r>
              <a:rPr dirty="0"/>
              <a:t> </a:t>
            </a:r>
            <a:r>
              <a:rPr dirty="0" err="1"/>
              <a:t>계산한다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물리량을</a:t>
            </a:r>
            <a:r>
              <a:rPr dirty="0"/>
              <a:t> </a:t>
            </a:r>
            <a:r>
              <a:rPr dirty="0" err="1"/>
              <a:t>얻는다</a:t>
            </a:r>
            <a:r>
              <a:rPr dirty="0"/>
              <a:t>.</a:t>
            </a: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0E77B7-505A-AF98-CC22-853CC8DFB258}"/>
              </a:ext>
            </a:extLst>
          </p:cNvPr>
          <p:cNvSpPr/>
          <p:nvPr/>
        </p:nvSpPr>
        <p:spPr>
          <a:xfrm>
            <a:off x="438912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3D8D5A-F5F0-2AA8-3416-C5F41F65922E}"/>
              </a:ext>
            </a:extLst>
          </p:cNvPr>
          <p:cNvSpPr/>
          <p:nvPr/>
        </p:nvSpPr>
        <p:spPr>
          <a:xfrm>
            <a:off x="4389120" y="1737360"/>
            <a:ext cx="69710" cy="4811358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03FDC8-815E-6764-2D49-45FFD083E783}"/>
              </a:ext>
            </a:extLst>
          </p:cNvPr>
          <p:cNvSpPr txBox="1"/>
          <p:nvPr/>
        </p:nvSpPr>
        <p:spPr>
          <a:xfrm>
            <a:off x="4658240" y="1732675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역문제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AEF9A8-0005-B6E1-3617-41D51120C277}"/>
              </a:ext>
            </a:extLst>
          </p:cNvPr>
          <p:cNvSpPr txBox="1"/>
          <p:nvPr/>
        </p:nvSpPr>
        <p:spPr>
          <a:xfrm>
            <a:off x="4585177" y="2240506"/>
            <a:ext cx="2875519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결과만</a:t>
            </a:r>
            <a:r>
              <a:rPr dirty="0"/>
              <a:t> </a:t>
            </a:r>
            <a:r>
              <a:rPr dirty="0" err="1"/>
              <a:t>주어진다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전하가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추정</a:t>
            </a:r>
            <a:r>
              <a:rPr lang="ko-KR" altLang="en-US" dirty="0"/>
              <a:t>할 수 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해가</a:t>
            </a:r>
            <a:r>
              <a:rPr dirty="0"/>
              <a:t> </a:t>
            </a:r>
            <a:r>
              <a:rPr dirty="0" err="1"/>
              <a:t>가능할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BE9F272-132A-6595-E0E3-208BA994C766}"/>
              </a:ext>
            </a:extLst>
          </p:cNvPr>
          <p:cNvSpPr/>
          <p:nvPr/>
        </p:nvSpPr>
        <p:spPr>
          <a:xfrm>
            <a:off x="800100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00B837-6E40-51FC-5E1A-58BD8998A8B6}"/>
              </a:ext>
            </a:extLst>
          </p:cNvPr>
          <p:cNvSpPr/>
          <p:nvPr/>
        </p:nvSpPr>
        <p:spPr>
          <a:xfrm>
            <a:off x="8001000" y="1737360"/>
            <a:ext cx="69710" cy="481135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DD347A-567E-6FC5-BAF2-3334364BEC60}"/>
              </a:ext>
            </a:extLst>
          </p:cNvPr>
          <p:cNvSpPr txBox="1"/>
          <p:nvPr/>
        </p:nvSpPr>
        <p:spPr>
          <a:xfrm>
            <a:off x="8197057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탐구의</a:t>
            </a:r>
            <a:r>
              <a:rPr dirty="0"/>
              <a:t> </a:t>
            </a:r>
            <a:r>
              <a:rPr dirty="0" err="1"/>
              <a:t>출발점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128E67-95F8-EEE7-83F4-488B424A9F2D}"/>
              </a:ext>
            </a:extLst>
          </p:cNvPr>
          <p:cNvSpPr txBox="1"/>
          <p:nvPr/>
        </p:nvSpPr>
        <p:spPr>
          <a:xfrm>
            <a:off x="8197056" y="2240506"/>
            <a:ext cx="2875519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정보가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소실된다</a:t>
            </a:r>
            <a:endParaRPr lang="en-US" alt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→</a:t>
            </a:r>
            <a:r>
              <a:rPr lang="en-US" altLang="ko-KR" dirty="0"/>
              <a:t>AI</a:t>
            </a:r>
            <a:r>
              <a:rPr lang="ko-KR" altLang="en-US" dirty="0"/>
              <a:t>라면 고전적 역산보다 해를 도출하는 데 유리하지 않을까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160646-3987-9D7F-1BCB-DD4BD7268671}"/>
              </a:ext>
            </a:extLst>
          </p:cNvPr>
          <p:cNvSpPr txBox="1"/>
          <p:nvPr/>
        </p:nvSpPr>
        <p:spPr>
          <a:xfrm>
            <a:off x="973295" y="4143039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★☆☆☆☆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고등학교 물리학 </a:t>
            </a:r>
            <a:r>
              <a:rPr lang="en-US" altLang="ko-KR" dirty="0"/>
              <a:t>1 </a:t>
            </a:r>
            <a:r>
              <a:rPr lang="ko-KR" altLang="en-US" dirty="0"/>
              <a:t>과정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탐구의 시작점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BAC3B3-AED9-45BC-D0F6-2D1CFECEDA6A}"/>
              </a:ext>
            </a:extLst>
          </p:cNvPr>
          <p:cNvSpPr txBox="1"/>
          <p:nvPr/>
        </p:nvSpPr>
        <p:spPr>
          <a:xfrm>
            <a:off x="4585177" y="4143039"/>
            <a:ext cx="28755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★★★☆☆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altLang="ko-KR" dirty="0"/>
              <a:t>-</a:t>
            </a:r>
            <a:r>
              <a:rPr lang="ko-KR" altLang="en-US" dirty="0"/>
              <a:t>단순 고전적 계산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-AI</a:t>
            </a:r>
            <a:r>
              <a:rPr lang="ko-KR" altLang="en-US" dirty="0"/>
              <a:t>의 도입이 불필요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7A595A-7468-3A19-3BEE-22CA86E2AB67}"/>
              </a:ext>
            </a:extLst>
          </p:cNvPr>
          <p:cNvSpPr txBox="1"/>
          <p:nvPr/>
        </p:nvSpPr>
        <p:spPr>
          <a:xfrm>
            <a:off x="8231913" y="4143039"/>
            <a:ext cx="2875519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★★★★★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자체 생산 데이터 사용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데이터로 통계적 추정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38983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2700</TotalTime>
  <Words>431</Words>
  <Application>Microsoft Office PowerPoint</Application>
  <PresentationFormat>와이드스크린</PresentationFormat>
  <Paragraphs>80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1</cp:revision>
  <dcterms:created xsi:type="dcterms:W3CDTF">2026-08-20T04:49:28Z</dcterms:created>
  <dcterms:modified xsi:type="dcterms:W3CDTF">2026-08-22T07:04:47Z</dcterms:modified>
</cp:coreProperties>
</file>