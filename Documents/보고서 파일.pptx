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5"/>
  </p:notesMasterIdLst>
  <p:sldIdLst>
    <p:sldId id="256" r:id="rId3"/>
    <p:sldId id="257" r:id="rId4"/>
    <p:sldId id="311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277" r:id="rId13"/>
    <p:sldId id="279" r:id="rId14"/>
    <p:sldId id="282" r:id="rId15"/>
    <p:sldId id="283" r:id="rId16"/>
    <p:sldId id="288" r:id="rId17"/>
    <p:sldId id="280" r:id="rId18"/>
    <p:sldId id="325" r:id="rId19"/>
    <p:sldId id="310" r:id="rId20"/>
    <p:sldId id="314" r:id="rId21"/>
    <p:sldId id="265" r:id="rId22"/>
    <p:sldId id="316" r:id="rId23"/>
    <p:sldId id="315" r:id="rId24"/>
    <p:sldId id="319" r:id="rId25"/>
    <p:sldId id="289" r:id="rId26"/>
    <p:sldId id="320" r:id="rId27"/>
    <p:sldId id="318" r:id="rId28"/>
    <p:sldId id="291" r:id="rId29"/>
    <p:sldId id="312" r:id="rId30"/>
    <p:sldId id="322" r:id="rId31"/>
    <p:sldId id="323" r:id="rId32"/>
    <p:sldId id="321" r:id="rId33"/>
    <p:sldId id="324" r:id="rId34"/>
    <p:sldId id="292" r:id="rId35"/>
    <p:sldId id="313" r:id="rId36"/>
    <p:sldId id="326" r:id="rId37"/>
    <p:sldId id="290" r:id="rId38"/>
    <p:sldId id="309" r:id="rId39"/>
    <p:sldId id="281" r:id="rId40"/>
    <p:sldId id="284" r:id="rId41"/>
    <p:sldId id="285" r:id="rId42"/>
    <p:sldId id="286" r:id="rId43"/>
    <p:sldId id="287" r:id="rId4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과 목차" id="{070720AE-5B92-4DFA-A91E-C4AF5206D6EF}">
          <p14:sldIdLst>
            <p14:sldId id="256"/>
            <p14:sldId id="257"/>
          </p14:sldIdLst>
        </p14:section>
        <p14:section name="탐구 정체성" id="{D202829A-1289-4B5B-B235-18A9A200B619}">
          <p14:sldIdLst>
            <p14:sldId id="311"/>
          </p14:sldIdLst>
        </p14:section>
        <p14:section name="탐구 동기" id="{15E1E9EC-8296-49D7-8896-40C31C017E70}">
          <p14:sldIdLst>
            <p14:sldId id="272"/>
            <p14:sldId id="258"/>
            <p14:sldId id="267"/>
            <p14:sldId id="268"/>
            <p14:sldId id="274"/>
            <p14:sldId id="273"/>
            <p14:sldId id="276"/>
            <p14:sldId id="277"/>
            <p14:sldId id="279"/>
            <p14:sldId id="282"/>
          </p14:sldIdLst>
        </p14:section>
        <p14:section name="탐구 동기" id="{5B108BFD-1B3B-4B7A-A617-97F08E0BAD06}">
          <p14:sldIdLst>
            <p14:sldId id="283"/>
            <p14:sldId id="288"/>
            <p14:sldId id="280"/>
          </p14:sldIdLst>
        </p14:section>
        <p14:section name="탐구 과정" id="{DD7FB1F4-153D-4847-B17A-68EEAC5E78DB}">
          <p14:sldIdLst>
            <p14:sldId id="325"/>
          </p14:sldIdLst>
        </p14:section>
        <p14:section name="탐구 과정-1) 데이터 생성" id="{7A31BE09-3A30-4DCC-B496-0EEC888692A2}">
          <p14:sldIdLst>
            <p14:sldId id="310"/>
            <p14:sldId id="314"/>
          </p14:sldIdLst>
        </p14:section>
        <p14:section name="탐구 과정-2) AI" id="{55CCE8CF-3CED-4214-8597-5CD11B0DAA9D}">
          <p14:sldIdLst>
            <p14:sldId id="265"/>
            <p14:sldId id="316"/>
            <p14:sldId id="315"/>
            <p14:sldId id="319"/>
            <p14:sldId id="289"/>
            <p14:sldId id="320"/>
            <p14:sldId id="318"/>
            <p14:sldId id="291"/>
            <p14:sldId id="312"/>
            <p14:sldId id="322"/>
            <p14:sldId id="323"/>
            <p14:sldId id="321"/>
            <p14:sldId id="324"/>
            <p14:sldId id="292"/>
            <p14:sldId id="313"/>
            <p14:sldId id="326"/>
          </p14:sldIdLst>
        </p14:section>
        <p14:section name="탐구 과정-3) g05 비교" id="{24487452-C140-4C82-9100-7C10BAE9C1D6}">
          <p14:sldIdLst>
            <p14:sldId id="290"/>
            <p14:sldId id="309"/>
          </p14:sldIdLst>
        </p14:section>
        <p14:section name="탐구 결과 분석" id="{0E94D959-7BFC-44A2-984E-6A8399320528}">
          <p14:sldIdLst/>
        </p14:section>
        <p14:section name="느낀점" id="{24EFFBF0-5F96-42A7-9C45-6A74E515B8DC}">
          <p14:sldIdLst/>
        </p14:section>
        <p14:section name="Details-KK" id="{51796E8D-2770-4A1A-99A5-54D5AEA10880}">
          <p14:sldIdLst>
            <p14:sldId id="281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13" autoAdjust="0"/>
    <p:restoredTop sz="94660"/>
  </p:normalViewPr>
  <p:slideViewPr>
    <p:cSldViewPr snapToGrid="0">
      <p:cViewPr>
        <p:scale>
          <a:sx n="75" d="100"/>
          <a:sy n="75" d="100"/>
        </p:scale>
        <p:origin x="-153" y="1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microsoft.com/office/2015/10/relationships/revisionInfo" Target="revisionInfo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1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19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9.png"/><Relationship Id="rId5" Type="http://schemas.microsoft.com/office/2017/06/relationships/model3d" Target="../media/model3d3.glb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9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microsoft.com/office/2017/06/relationships/model3d" Target="../media/model3d5.glb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7.png"/><Relationship Id="rId4" Type="http://schemas.microsoft.com/office/2017/06/relationships/model3d" Target="../media/model3d5.glb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9.png"/><Relationship Id="rId4" Type="http://schemas.microsoft.com/office/2017/06/relationships/model3d" Target="../media/model3d3.glb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6.png"/><Relationship Id="rId5" Type="http://schemas.openxmlformats.org/officeDocument/2006/relationships/image" Target="../media/image37.png"/><Relationship Id="rId4" Type="http://schemas.microsoft.com/office/2017/06/relationships/model3d" Target="../media/model3d5.glb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6.png"/><Relationship Id="rId5" Type="http://schemas.openxmlformats.org/officeDocument/2006/relationships/image" Target="../media/image37.png"/><Relationship Id="rId4" Type="http://schemas.microsoft.com/office/2017/06/relationships/model3d" Target="../media/model3d5.glb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4.svg"/><Relationship Id="rId4" Type="http://schemas.openxmlformats.org/officeDocument/2006/relationships/image" Target="../media/image17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0.png"/><Relationship Id="rId4" Type="http://schemas.openxmlformats.org/officeDocument/2006/relationships/image" Target="../media/image4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3.jpg"/><Relationship Id="rId4" Type="http://schemas.openxmlformats.org/officeDocument/2006/relationships/image" Target="../media/image19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정체성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 분석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i="1" dirty="0">
                <a:latin typeface="Cambria Math" panose="02040503050406030204" pitchFamily="18" charset="0"/>
                <a:ea typeface="Cambria Math" panose="02040503050406030204" pitchFamily="18" charset="0"/>
              </a:rPr>
              <a:t>Details</a:t>
            </a:r>
            <a:endParaRPr lang="ko-KR" altLang="en-US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3BF9A-1DA7-2A01-6C49-692FCF396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탐구 정체성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27361-C53E-F7A6-D55E-C4BBC40CF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전하로부터 전위를 구하는 교과 과정에서 역으로 확장해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전위</a:t>
            </a:r>
            <a:r>
              <a:rPr lang="ko-KR" altLang="en-US" dirty="0">
                <a:latin typeface="+mn-ea"/>
              </a:rPr>
              <a:t>로부터 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전하의 </a:t>
            </a:r>
            <a:r>
              <a:rPr lang="en-US" altLang="ko-KR" sz="3200" b="1" dirty="0">
                <a:solidFill>
                  <a:srgbClr val="00B0F0"/>
                </a:solidFill>
                <a:latin typeface="+mn-ea"/>
              </a:rPr>
              <a:t>3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차원 분포</a:t>
            </a:r>
            <a:r>
              <a:rPr lang="ko-KR" altLang="en-US" dirty="0">
                <a:latin typeface="+mn-ea"/>
              </a:rPr>
              <a:t>를 </a:t>
            </a:r>
            <a:r>
              <a:rPr lang="en-US" altLang="ko-KR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AI</a:t>
            </a: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로</a:t>
            </a:r>
            <a:r>
              <a:rPr lang="ko-KR" altLang="en-US" dirty="0">
                <a:latin typeface="+mn-ea"/>
              </a:rPr>
              <a:t> 추정한다</a:t>
            </a:r>
            <a:r>
              <a:rPr lang="en-US" altLang="ko-KR" dirty="0">
                <a:latin typeface="+mn-ea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118451-CD8D-2A13-ED1A-F133DF1B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903" y="2380558"/>
            <a:ext cx="3366628" cy="2324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2D570C-6B9B-9B81-301A-B7B34BD0E8FF}"/>
              </a:ext>
            </a:extLst>
          </p:cNvPr>
          <p:cNvSpPr txBox="1"/>
          <p:nvPr/>
        </p:nvSpPr>
        <p:spPr>
          <a:xfrm>
            <a:off x="4034396" y="4800294"/>
            <a:ext cx="473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 </a:t>
            </a:r>
            <a:r>
              <a:rPr lang="ko-KR" altLang="en-US" dirty="0"/>
              <a:t>천재교과서 물리학</a:t>
            </a:r>
            <a:r>
              <a:rPr lang="en-US" altLang="ko-KR" dirty="0"/>
              <a:t>(</a:t>
            </a:r>
            <a:r>
              <a:rPr lang="ko-KR" altLang="en-US" dirty="0" err="1"/>
              <a:t>최혁준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08E783A-BCCF-66D9-A9C3-147BA1912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923" y="2477449"/>
            <a:ext cx="2028840" cy="8286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644F7D-4FD8-DFCC-5C5A-F7C7DCDD43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90" y="3638410"/>
            <a:ext cx="2114565" cy="52387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9CA3767-BB74-E180-32AF-DEB9D362A6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8471" y="2380558"/>
            <a:ext cx="3875875" cy="2324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46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정방향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문제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42859-D978-CD4F-DD26-2E3B5996D1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1-1. </a:t>
            </a:r>
            <a:r>
              <a:rPr lang="ko-KR" altLang="en-US" sz="2800" b="1" dirty="0" err="1">
                <a:solidFill>
                  <a:srgbClr val="18233A"/>
                </a:solidFill>
              </a:rPr>
              <a:t>정방향</a:t>
            </a:r>
            <a:r>
              <a:rPr lang="ko-KR" altLang="en-US" sz="2800" b="1" dirty="0">
                <a:solidFill>
                  <a:srgbClr val="18233A"/>
                </a:solidFill>
              </a:rPr>
              <a:t> 문제</a:t>
            </a:r>
            <a:r>
              <a:rPr lang="en-US" altLang="ko-KR" sz="2800" b="1" dirty="0">
                <a:solidFill>
                  <a:srgbClr val="18233A"/>
                </a:solidFill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</a:rPr>
              <a:t>교과 물리로부터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BEFC9E-A064-A8FB-BA78-E82B5BEC1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E055B74-6D07-8027-C2E0-43F217250C44}"/>
              </a:ext>
            </a:extLst>
          </p:cNvPr>
          <p:cNvSpPr/>
          <p:nvPr/>
        </p:nvSpPr>
        <p:spPr>
          <a:xfrm>
            <a:off x="4305299" y="3386138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E23E5A-DE1E-3A9B-6078-49F0E7AF3D81}"/>
              </a:ext>
            </a:extLst>
          </p:cNvPr>
          <p:cNvSpPr/>
          <p:nvPr/>
        </p:nvSpPr>
        <p:spPr>
          <a:xfrm>
            <a:off x="4305036" y="3429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BD44B7B-EEAB-1931-A1FD-882A9B40D634}"/>
              </a:ext>
            </a:extLst>
          </p:cNvPr>
          <p:cNvSpPr/>
          <p:nvPr/>
        </p:nvSpPr>
        <p:spPr>
          <a:xfrm>
            <a:off x="4419600" y="1524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607578-A191-5B26-370C-FE64CA517EAA}"/>
              </a:ext>
            </a:extLst>
          </p:cNvPr>
          <p:cNvSpPr/>
          <p:nvPr/>
        </p:nvSpPr>
        <p:spPr>
          <a:xfrm>
            <a:off x="4258317" y="2290762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F91DC-E3C9-5240-310B-DEDC506789CE}"/>
              </a:ext>
            </a:extLst>
          </p:cNvPr>
          <p:cNvSpPr/>
          <p:nvPr/>
        </p:nvSpPr>
        <p:spPr>
          <a:xfrm>
            <a:off x="4571807" y="4191000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EF02D0-06D3-894B-A201-F8EA901ECF77}"/>
              </a:ext>
            </a:extLst>
          </p:cNvPr>
          <p:cNvSpPr/>
          <p:nvPr/>
        </p:nvSpPr>
        <p:spPr>
          <a:xfrm>
            <a:off x="4571807" y="4586288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91D03D-FDF9-D6C1-3814-18D536568054}"/>
              </a:ext>
            </a:extLst>
          </p:cNvPr>
          <p:cNvSpPr/>
          <p:nvPr/>
        </p:nvSpPr>
        <p:spPr>
          <a:xfrm>
            <a:off x="4571807" y="4926103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전체 전하의 절대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5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6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300">
        <p159:morph option="byObject"/>
      </p:transition>
    </mc:Choice>
    <mc:Fallback xmlns="">
      <p:transition advClick="0" advTm="3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40E450-7FA1-9578-C013-A1D8B9137E47}"/>
              </a:ext>
            </a:extLst>
          </p:cNvPr>
          <p:cNvSpPr txBox="1"/>
          <p:nvPr/>
        </p:nvSpPr>
        <p:spPr>
          <a:xfrm>
            <a:off x="658368" y="384048"/>
            <a:ext cx="214674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A0E533E-718E-D8FA-EF65-641D3A69B2AC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3050C30-6050-D73C-3518-D2BAACB86266}"/>
              </a:ext>
            </a:extLst>
          </p:cNvPr>
          <p:cNvSpPr/>
          <p:nvPr/>
        </p:nvSpPr>
        <p:spPr>
          <a:xfrm>
            <a:off x="5283200" y="885371"/>
            <a:ext cx="1625600" cy="162560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AI </a:t>
            </a:r>
            <a:r>
              <a:rPr lang="ko-KR" altLang="en-US" dirty="0"/>
              <a:t>학습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2DC5491-5AB0-99CC-3D8D-BD5463717465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  <p:cxnSp>
        <p:nvCxnSpPr>
          <p:cNvPr id="24" name="연결선: 구부러짐 23">
            <a:extLst>
              <a:ext uri="{FF2B5EF4-FFF2-40B4-BE49-F238E27FC236}">
                <a16:creationId xmlns:a16="http://schemas.microsoft.com/office/drawing/2014/main" id="{46F62DF6-C2AC-E5D6-B889-9C9617ABAE6B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2413910" y="1698171"/>
            <a:ext cx="2869290" cy="2423885"/>
          </a:xfrm>
          <a:prstGeom prst="curvedConnector3">
            <a:avLst>
              <a:gd name="adj1" fmla="val 3684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구부러짐 25">
            <a:extLst>
              <a:ext uri="{FF2B5EF4-FFF2-40B4-BE49-F238E27FC236}">
                <a16:creationId xmlns:a16="http://schemas.microsoft.com/office/drawing/2014/main" id="{3F417224-6A7B-1A9A-CF35-147FF157687C}"/>
              </a:ext>
            </a:extLst>
          </p:cNvPr>
          <p:cNvCxnSpPr>
            <a:cxnSpLocks/>
            <a:stCxn id="20" idx="3"/>
            <a:endCxn id="21" idx="0"/>
          </p:cNvCxnSpPr>
          <p:nvPr/>
        </p:nvCxnSpPr>
        <p:spPr>
          <a:xfrm>
            <a:off x="6908800" y="1698171"/>
            <a:ext cx="3918857" cy="696687"/>
          </a:xfrm>
          <a:prstGeom prst="curved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A7B9442-14B3-6DB8-6B16-124220682742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5A5ED51-215A-C211-73B9-7B6EBE697DDD}"/>
              </a:ext>
            </a:extLst>
          </p:cNvPr>
          <p:cNvSpPr/>
          <p:nvPr/>
        </p:nvSpPr>
        <p:spPr>
          <a:xfrm>
            <a:off x="5283200" y="878114"/>
            <a:ext cx="1625600" cy="162560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AI </a:t>
            </a:r>
            <a:r>
              <a:rPr lang="ko-KR" altLang="en-US" dirty="0"/>
              <a:t>학습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36D13126-26CC-36D8-E21E-486A5C30DC7C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</p:spTree>
    <p:extLst>
      <p:ext uri="{BB962C8B-B14F-4D97-AF65-F5344CB8AC3E}">
        <p14:creationId xmlns:p14="http://schemas.microsoft.com/office/powerpoint/2010/main" val="40277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30" grpId="0" animBg="1"/>
      <p:bldP spid="33" grpId="0" animBg="1"/>
      <p:bldP spid="3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748D1-3598-523D-439D-4AEF7172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2BE9A5-2378-3CB9-27F2-4A31ADF93090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998AC-C1C4-4F15-5F44-DE29A93AE839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DE99E-B3BF-88B4-C1B8-5F8B4F05E52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77971485"/>
                  </p:ext>
                </p:extLst>
              </p:nvPr>
            </p:nvGraphicFramePr>
            <p:xfrm>
              <a:off x="3400185" y="1632777"/>
              <a:ext cx="5391625" cy="40626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391625" cy="4062634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8000" ay="2226000" az="858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5426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00185" y="1632777"/>
                <a:ext cx="5391625" cy="406263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57950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1329D-0646-63B1-A53C-8FB98B12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0444406"/>
                  </p:ext>
                </p:extLst>
              </p:nvPr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E7909E15-DD4D-99F8-7038-64061AFCBA28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4316-8938-D60F-16F0-AFE3967893CD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8CEAB-98F6-0E33-44E5-E42970E1079F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7167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9298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5D75E-EA4D-E2D8-BEB1-3E5DC7193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10FB614-6CF5-A12C-2A1D-77DB975F2170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B2917-B4DA-46EE-D7D6-C0EF9EFA83C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1855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17E708-7325-3D2C-A311-44C01838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3121049"/>
                  </p:ext>
                </p:extLst>
              </p:nvPr>
            </p:nvGraphicFramePr>
            <p:xfrm>
              <a:off x="4077826" y="1640464"/>
              <a:ext cx="4036324" cy="404757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36324" cy="404757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77826" y="1640464"/>
                <a:ext cx="4036324" cy="4047579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05CA33C-E61B-F9AE-B0B6-68031ABF75A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B4718C-0810-0F4B-36F2-340A4BCA9F47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552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FF32AA-53D4-3A68-8C29-2B2C37D61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7637C3C-D6BC-5785-F08C-F2A2AEF4ED32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88367" y="1595932"/>
              <a:ext cx="4015965" cy="392080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15965" cy="3920800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68138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88367" y="1595932"/>
                <a:ext cx="4015965" cy="39208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8114BFC-403F-9FE6-A276-2F4876D62A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E80BF1-CF2C-AB1E-4B1D-CA38CAC634B9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49162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Click="0" advTm="0">
        <p:fade/>
      </p:transition>
    </mc:Choice>
    <mc:Fallback>
      <p:transition advClick="0" advTm="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60986538"/>
                  </p:ext>
                </p:extLst>
              </p:nvPr>
            </p:nvGraphicFramePr>
            <p:xfrm>
              <a:off x="3938786" y="1012769"/>
              <a:ext cx="4121630" cy="3419643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121630" cy="3419643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0000" ay="21546000" az="21576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38786" y="1012769"/>
                <a:ext cx="4121630" cy="3419643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직사각형 14">
            <a:extLst>
              <a:ext uri="{FF2B5EF4-FFF2-40B4-BE49-F238E27FC236}">
                <a16:creationId xmlns:a16="http://schemas.microsoft.com/office/drawing/2014/main" id="{90E77B90-42CF-D43E-64A4-B5B45B2B8814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65E8391-5996-E848-FAF3-AC2064069D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98594935"/>
                  </p:ext>
                </p:extLst>
              </p:nvPr>
            </p:nvGraphicFramePr>
            <p:xfrm>
              <a:off x="4133270" y="2198004"/>
              <a:ext cx="3925446" cy="2461977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3925446" cy="2461977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1817" ay="-53333" az="-25435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54186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33270" y="2198004"/>
                <a:ext cx="3925446" cy="2461977"/>
              </a:xfrm>
              <a:prstGeom prst="rect">
                <a:avLst/>
              </a:prstGeom>
            </p:spPr>
          </p:pic>
        </mc:Fallback>
      </mc:AlternateContent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0A5CDB8D-3BEC-DB36-7F6C-4B2FACE52A8E}"/>
              </a:ext>
            </a:extLst>
          </p:cNvPr>
          <p:cNvSpPr/>
          <p:nvPr/>
        </p:nvSpPr>
        <p:spPr>
          <a:xfrm>
            <a:off x="3228605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중괄호 9">
            <a:extLst>
              <a:ext uri="{FF2B5EF4-FFF2-40B4-BE49-F238E27FC236}">
                <a16:creationId xmlns:a16="http://schemas.microsoft.com/office/drawing/2014/main" id="{087F080C-A33F-12FE-866F-44255930882B}"/>
              </a:ext>
            </a:extLst>
          </p:cNvPr>
          <p:cNvSpPr/>
          <p:nvPr/>
        </p:nvSpPr>
        <p:spPr>
          <a:xfrm rot="10800000">
            <a:off x="7700920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823BF-79E0-D1D4-DFA3-A3BF05548D21}"/>
              </a:ext>
            </a:extLst>
          </p:cNvPr>
          <p:cNvSpPr txBox="1"/>
          <p:nvPr/>
        </p:nvSpPr>
        <p:spPr>
          <a:xfrm>
            <a:off x="8223030" y="789110"/>
            <a:ext cx="68159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0" dirty="0">
                <a:solidFill>
                  <a:srgbClr val="F8F9FC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endParaRPr lang="ko-KR" altLang="en-US" sz="7000" dirty="0">
              <a:solidFill>
                <a:srgbClr val="F8F9FC"/>
              </a:solidFill>
              <a:latin typeface="Cambria Math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D9851A-293F-B5CA-6CEF-147F453DDA75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7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53" presetClass="exit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00"/>
                            </p:stCondLst>
                            <p:childTnLst>
                              <p:par>
                                <p:cTn id="53" presetID="37" presetClass="emph" presetSubtype="2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8" grpId="0" animBg="1"/>
      <p:bldP spid="8" grpId="1" animBg="1"/>
      <p:bldP spid="10" grpId="0" animBg="1"/>
      <p:bldP spid="10" grpId="1" animBg="1"/>
      <p:bldP spid="11" grpId="0"/>
      <p:bldP spid="11" grpId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F4CAA-F2D0-3A9C-0F4D-00EC5988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1490623"/>
                  </p:ext>
                </p:extLst>
              </p:nvPr>
            </p:nvGraphicFramePr>
            <p:xfrm>
              <a:off x="3646655" y="1585384"/>
              <a:ext cx="4563406" cy="452533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563406" cy="4525330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0208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6655" y="1585384"/>
                <a:ext cx="4563406" cy="452533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A0861F5-A3FC-AE15-C89B-BAC50A812D9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481DAAA6-D212-F738-BA90-A4A0B52A79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2F9AEB-31A3-A3F8-D753-9CE076D79F7D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6156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06158-0DD3-68E5-7E15-90C0B810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그림 106">
            <a:extLst>
              <a:ext uri="{FF2B5EF4-FFF2-40B4-BE49-F238E27FC236}">
                <a16:creationId xmlns:a16="http://schemas.microsoft.com/office/drawing/2014/main" id="{3A60D189-A06C-CE31-4FFE-2563ACF76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E3A88B9-AAEF-96A0-AF9C-E39D714ED94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00CE6084-FF98-8951-2DA8-CC2FED5A6A6D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11C4D2B9-DA4E-8FAF-0156-4142C92B15B9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7508F148-84EB-F3B5-0A3C-91333D909C7E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CE8FE69-D87C-8626-65B4-F47A1FCC5803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B28F8AF2-B134-4AA0-D543-CF5B90213D1A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EAE6E741-9F76-AFFB-5A91-BA982CF128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C3CCE3-53FE-2548-6509-EECD7C97256B}"/>
              </a:ext>
            </a:extLst>
          </p:cNvPr>
          <p:cNvSpPr txBox="1"/>
          <p:nvPr/>
        </p:nvSpPr>
        <p:spPr>
          <a:xfrm>
            <a:off x="1075553" y="2056843"/>
            <a:ext cx="4594747" cy="101566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/>
              <a:t>봉우리의 위치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폭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세기 등 공간적 패턴을 학습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B5202-DB80-7E15-C9C2-D225A20D843A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9406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14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23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1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0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1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5" grpId="1" animBg="1"/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BA0270-19C0-CD80-550F-38BCB2AE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8D7F709-B673-C29E-B5F4-93652D5DF94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1BCABE3-8EC9-C450-3739-65CE5C7AD0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29422111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059B419D-FE42-2A3A-A41A-8DED63DE067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308" y="1542148"/>
            <a:ext cx="5971367" cy="44418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19044F-D879-5869-989B-EF5F7129C6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176" y="1542148"/>
            <a:ext cx="5971367" cy="444181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91E7EBA-A3DF-ACBB-1553-DC1A426320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044" y="1542148"/>
            <a:ext cx="5971367" cy="4441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341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BF778-43CE-0215-C5B5-F1C38142A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5C27EEA4-AFA5-49F3-B73E-B6606BEF765B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45A1822-E2B4-0E50-BB9A-BA38AEC35DDC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B373D38-DF5F-8CC2-DCF6-7054356FD04E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96B1782-92E2-77A6-E9AD-CE8864A59475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C4B41E1-A159-CBD9-B621-8C286DFB70CA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FF190E7-DFF9-2639-D9F9-D79CB9600BF6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F14B7F1-AE64-4DAE-A036-B5107D394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4047694C-C966-9114-ABC1-5A1E3CE6BE64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E85F08C-45DE-C7DD-6DD8-E8BDAA4BE13A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ACD2846-01E4-5528-266A-05F2F58777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995CC70-0CE3-2677-8CE8-F8BAA068F005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A99612EF-419C-EB02-9B33-98EC9B1823F8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CA8CE9CB-5C00-C4F5-928F-64E1D205645E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D6573EA2-E81C-8E93-6B16-F1B3AFCCE665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10954231-D94B-C58C-D040-E8D2E8EF4D30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17DA8AE8-1D76-6838-7BB0-1D5DCB14C306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1DA38E9-1D6D-D550-CAF7-F309CB701D3E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7ACEAA0-764C-1472-02B5-145148C2AE5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BA41DF6-BAE0-61DB-27CA-27824603916A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355419E1-223B-CC4B-1022-83767FEB5554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531016BA-DFD4-BDB2-CD05-B25BC76684F0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A432A355-D64A-2632-1264-61CA0E59D5FB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F9EB98D-BC2B-89AA-58CC-247D79DE539F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4B8EE5BF-2050-BC21-1F79-A33CDA2A7191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E1683630-5393-E849-8916-3B15A214354B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72C4C0E6-AED5-C777-119F-15D64480638F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4C5B46F2-AB68-AC7D-04EE-65021AB5473C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113482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87F9823-68D9-3A12-3DA5-B1032F1CA2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1537"/>
            <a:ext cx="12192528" cy="685829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6762880"/>
                  </p:ext>
                </p:extLst>
              </p:nvPr>
            </p:nvGraphicFramePr>
            <p:xfrm>
              <a:off x="2798665" y="1583516"/>
              <a:ext cx="6781128" cy="4247728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6781128" cy="4247728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849034" ay="-1591316" az="-892695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15259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98665" y="1583516"/>
                <a:ext cx="6781128" cy="42477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FEB42B6F-1533-BFDB-97B6-31A717AAF651}"/>
              </a:ext>
            </a:extLst>
          </p:cNvPr>
          <p:cNvSpPr/>
          <p:nvPr/>
        </p:nvSpPr>
        <p:spPr>
          <a:xfrm>
            <a:off x="5947228" y="4347029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AE34BC8E-E343-6EF7-B42F-483134518E54}"/>
              </a:ext>
            </a:extLst>
          </p:cNvPr>
          <p:cNvSpPr/>
          <p:nvPr/>
        </p:nvSpPr>
        <p:spPr>
          <a:xfrm>
            <a:off x="7086600" y="3345544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병합 7">
            <a:extLst>
              <a:ext uri="{FF2B5EF4-FFF2-40B4-BE49-F238E27FC236}">
                <a16:creationId xmlns:a16="http://schemas.microsoft.com/office/drawing/2014/main" id="{32EB4EE0-9D4F-9544-FC95-AA915E5C3E17}"/>
              </a:ext>
            </a:extLst>
          </p:cNvPr>
          <p:cNvSpPr/>
          <p:nvPr/>
        </p:nvSpPr>
        <p:spPr>
          <a:xfrm>
            <a:off x="4793343" y="1966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순서도: 병합 8">
            <a:extLst>
              <a:ext uri="{FF2B5EF4-FFF2-40B4-BE49-F238E27FC236}">
                <a16:creationId xmlns:a16="http://schemas.microsoft.com/office/drawing/2014/main" id="{BA034942-A68B-85BB-6F1A-3AE9F594B99E}"/>
              </a:ext>
            </a:extLst>
          </p:cNvPr>
          <p:cNvSpPr/>
          <p:nvPr/>
        </p:nvSpPr>
        <p:spPr>
          <a:xfrm>
            <a:off x="4176322" y="3490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순서도: 병합 9">
            <a:extLst>
              <a:ext uri="{FF2B5EF4-FFF2-40B4-BE49-F238E27FC236}">
                <a16:creationId xmlns:a16="http://schemas.microsoft.com/office/drawing/2014/main" id="{E910B981-85F4-EDD2-AB58-F434B43863CF}"/>
              </a:ext>
            </a:extLst>
          </p:cNvPr>
          <p:cNvSpPr/>
          <p:nvPr/>
        </p:nvSpPr>
        <p:spPr>
          <a:xfrm>
            <a:off x="6110349" y="248557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075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"/>
                            </p:stCondLst>
                            <p:childTnLst>
                              <p:par>
                                <p:cTn id="2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"/>
                            </p:stCondLst>
                            <p:childTnLst>
                              <p:par>
                                <p:cTn id="2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04288-DCC1-7D8A-2977-D763226E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D895719A-DFE9-1057-7EF6-AEADBD436AB2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2D9BD73-EE8D-A482-9451-3965AFBA253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7355DC92-489C-62E4-3ED0-8BDE660691C6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457FDFE-35C1-D8D6-D8F8-07FC195B60EF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329D469-6B7E-C4BB-8C22-A035FB661D4B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79F1068-8B46-5D81-DA0E-F6DA0F18124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C7673319-D52A-007E-BCC9-303482134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8576832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B3ACBAE8-6F44-D97E-50FB-BA49AEA06C13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FFCB80-8D78-F765-56BF-EC0DC63FEFB0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DBAA808-4DD7-C6F2-7689-5078106D5E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FF1B731-810E-22D5-F6B7-FB856852C4EC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B1B01DF-B339-A0A7-C24E-A99AE43A82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919E1D66-F39D-83F7-33C7-83B0AECD48D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584CE3C-37D6-A004-13A3-B146A16429EA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3FE7504-7F52-DCA0-C4D2-0C4FC4A30DC7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3AC10629-F868-678B-8EEB-FE446F1DB67E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C5D2337-8624-E646-F5EE-B854D8925044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539CF922-5639-1170-7CB5-245847C9FBE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5F50DABC-5A72-D223-2D2D-B2655CD937DC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B490EF8-9538-D7B6-5BC3-CDCCCDBF5193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B2BF0588-404E-2850-258A-8CBB0499EC68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AA49B9F-D148-FB8F-E483-029AEA8A384E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4A13F68-EDDE-4AF2-0F3E-2D42D5EF6735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C195CA8E-7527-C394-57AF-5852531BC2CD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0049DEE4-9C0B-41E2-3FF0-E06CD5F19E5F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C8E72143-7985-C725-B64A-CB6BC9978224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D4FFFD5-E818-1FFD-C492-0B8C2AAFD7BE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214368C4-3740-4169-89A3-B722D32900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B4596C88-F78E-F9B7-2964-FDF18D1886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1F4623D-5532-DCCF-2E54-372BCED1D6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E8882628-49CD-B576-F73E-23F7054726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F6B319F2-B2F3-7DDF-2625-F0087298C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sp>
        <p:nvSpPr>
          <p:cNvPr id="124" name="순서도: 병합 123">
            <a:extLst>
              <a:ext uri="{FF2B5EF4-FFF2-40B4-BE49-F238E27FC236}">
                <a16:creationId xmlns:a16="http://schemas.microsoft.com/office/drawing/2014/main" id="{1FF5724B-0F94-4A93-F922-AB68B4FC80AD}"/>
              </a:ext>
            </a:extLst>
          </p:cNvPr>
          <p:cNvSpPr/>
          <p:nvPr/>
        </p:nvSpPr>
        <p:spPr>
          <a:xfrm>
            <a:off x="412204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순서도: 병합 124">
            <a:extLst>
              <a:ext uri="{FF2B5EF4-FFF2-40B4-BE49-F238E27FC236}">
                <a16:creationId xmlns:a16="http://schemas.microsoft.com/office/drawing/2014/main" id="{4AF38A82-5829-519F-04FC-4E6E7E99E261}"/>
              </a:ext>
            </a:extLst>
          </p:cNvPr>
          <p:cNvSpPr/>
          <p:nvPr/>
        </p:nvSpPr>
        <p:spPr>
          <a:xfrm>
            <a:off x="3583559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순서도: 병합 125">
            <a:extLst>
              <a:ext uri="{FF2B5EF4-FFF2-40B4-BE49-F238E27FC236}">
                <a16:creationId xmlns:a16="http://schemas.microsoft.com/office/drawing/2014/main" id="{08C85E39-823B-EC2D-7FDD-62CB1E84F622}"/>
              </a:ext>
            </a:extLst>
          </p:cNvPr>
          <p:cNvSpPr/>
          <p:nvPr/>
        </p:nvSpPr>
        <p:spPr>
          <a:xfrm>
            <a:off x="249149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7" name="순서도: 병합 126">
            <a:extLst>
              <a:ext uri="{FF2B5EF4-FFF2-40B4-BE49-F238E27FC236}">
                <a16:creationId xmlns:a16="http://schemas.microsoft.com/office/drawing/2014/main" id="{9D3AEF4F-F523-A643-D964-204BBA95628C}"/>
              </a:ext>
            </a:extLst>
          </p:cNvPr>
          <p:cNvSpPr/>
          <p:nvPr/>
        </p:nvSpPr>
        <p:spPr>
          <a:xfrm>
            <a:off x="1942917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순서도: 병합 127">
            <a:extLst>
              <a:ext uri="{FF2B5EF4-FFF2-40B4-BE49-F238E27FC236}">
                <a16:creationId xmlns:a16="http://schemas.microsoft.com/office/drawing/2014/main" id="{1E68B2CE-D68A-9638-44E4-1FCBDD0C30FD}"/>
              </a:ext>
            </a:extLst>
          </p:cNvPr>
          <p:cNvSpPr/>
          <p:nvPr/>
        </p:nvSpPr>
        <p:spPr>
          <a:xfrm>
            <a:off x="3040063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D4FAC8B9-4BE4-7D03-2E35-DD3ED32FBD0B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5860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 advClick="0" advTm="0">
        <p159:morph option="byObject"/>
      </p:transition>
    </mc:Choice>
    <mc:Fallback>
      <p:transition spd="med" advClick="0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100"/>
                            </p:stCondLst>
                            <p:childTnLst>
                              <p:par>
                                <p:cTn id="4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7" grpId="0" animBg="1"/>
      <p:bldP spid="33" grpId="0" animBg="1"/>
      <p:bldP spid="85" grpId="0" animBg="1"/>
      <p:bldP spid="9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140E0-D0F2-ABB3-3BE1-F30405E11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2B8D1673-64C7-FCD3-CEBE-3D62EA3CEE16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BB71AC5-8938-3911-0447-561E60ED9FA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FAF131D-819F-99FD-F7F8-F1F7E6FA4E5D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E415F44-1AE8-0E79-D9BA-34015A0496B3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25BED8CA-7122-1E8E-66C7-F07A0CA69218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5BEAD56-A97B-7F88-D31D-6A1855AD36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C7C3D81-F114-B722-B80A-E38F1DB63F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7E8C0931-F55C-8B6E-F99C-8CAE6B40DDFF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C3C242D-CE90-34C7-3DB7-725CDFAE915B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6FF561E-1A75-B30E-B24D-C04EE3F9C5FB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182722A-2905-6B42-E3B2-A21DEE25E5A3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D49AC39-4138-12FB-B567-051BE093F6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1FA19CB-8D1C-8E7D-47C2-B41D092B4B4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E239F5A-DA91-E820-D5A5-6148F7E27328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6073A55-5D8F-9D0B-ED6E-E52B26035E0D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48A70A34-3152-26EB-C616-E222B5349904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0306E26C-3C8A-DB9F-A4DC-80271A50342D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22FB1CFA-A55E-E5F8-60FF-7342557493D7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3067C840-6E26-305B-4232-2AD3DF91E838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AF184602-DB0F-BAAC-389C-4948783FD440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81FBD1E-3D90-2B1A-CDBD-F49DC4EF1FBB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60F7BB59-AD71-0577-88C6-1E2A31AB76C8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79D76E7-D8DB-9F6E-706C-139CC1353049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0E5FACB2-C29A-0E85-6717-3AF910256B9C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313E0197-73EE-148A-1DF4-0846F9F2C6BE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D79DB3BE-AF62-F69D-C05C-2AA9850503C7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2773C338-91FC-6852-BC1A-895F0CF1168A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B146DDB1-97B3-FDC2-4CC4-5E34A6E03C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1C5CE265-D930-9791-93E4-653D70C8A6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521CEBA-F185-13CD-E5FD-96DED5320C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BB9ADC9D-6928-E406-8CEA-ED32E76651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E682F684-4804-0EDA-E046-C2D12BD12E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C42C2040-B89B-33C8-587A-B42ABA3CD28B}"/>
              </a:ext>
            </a:extLst>
          </p:cNvPr>
          <p:cNvGrpSpPr/>
          <p:nvPr/>
        </p:nvGrpSpPr>
        <p:grpSpPr>
          <a:xfrm>
            <a:off x="1942917" y="2456883"/>
            <a:ext cx="2476666" cy="558800"/>
            <a:chOff x="1942917" y="2456883"/>
            <a:chExt cx="2476666" cy="558800"/>
          </a:xfrm>
        </p:grpSpPr>
        <p:sp>
          <p:nvSpPr>
            <p:cNvPr id="124" name="순서도: 병합 123">
              <a:extLst>
                <a:ext uri="{FF2B5EF4-FFF2-40B4-BE49-F238E27FC236}">
                  <a16:creationId xmlns:a16="http://schemas.microsoft.com/office/drawing/2014/main" id="{B385626C-1D05-9F41-4056-1821983FFF26}"/>
                </a:ext>
              </a:extLst>
            </p:cNvPr>
            <p:cNvSpPr/>
            <p:nvPr/>
          </p:nvSpPr>
          <p:spPr>
            <a:xfrm>
              <a:off x="412204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순서도: 병합 124">
              <a:extLst>
                <a:ext uri="{FF2B5EF4-FFF2-40B4-BE49-F238E27FC236}">
                  <a16:creationId xmlns:a16="http://schemas.microsoft.com/office/drawing/2014/main" id="{5BADA234-4EFB-BCAF-47DD-B1D24177CAB5}"/>
                </a:ext>
              </a:extLst>
            </p:cNvPr>
            <p:cNvSpPr/>
            <p:nvPr/>
          </p:nvSpPr>
          <p:spPr>
            <a:xfrm>
              <a:off x="3583559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순서도: 병합 125">
              <a:extLst>
                <a:ext uri="{FF2B5EF4-FFF2-40B4-BE49-F238E27FC236}">
                  <a16:creationId xmlns:a16="http://schemas.microsoft.com/office/drawing/2014/main" id="{A33F091D-8491-3F43-F5E4-6FCD588ECCF7}"/>
                </a:ext>
              </a:extLst>
            </p:cNvPr>
            <p:cNvSpPr/>
            <p:nvPr/>
          </p:nvSpPr>
          <p:spPr>
            <a:xfrm>
              <a:off x="249149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순서도: 병합 126">
              <a:extLst>
                <a:ext uri="{FF2B5EF4-FFF2-40B4-BE49-F238E27FC236}">
                  <a16:creationId xmlns:a16="http://schemas.microsoft.com/office/drawing/2014/main" id="{858E2303-F268-C728-9834-3DA303FD377E}"/>
                </a:ext>
              </a:extLst>
            </p:cNvPr>
            <p:cNvSpPr/>
            <p:nvPr/>
          </p:nvSpPr>
          <p:spPr>
            <a:xfrm>
              <a:off x="1942917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순서도: 병합 127">
              <a:extLst>
                <a:ext uri="{FF2B5EF4-FFF2-40B4-BE49-F238E27FC236}">
                  <a16:creationId xmlns:a16="http://schemas.microsoft.com/office/drawing/2014/main" id="{A0CF05DB-53D3-47D0-1451-F8980A444DC9}"/>
                </a:ext>
              </a:extLst>
            </p:cNvPr>
            <p:cNvSpPr/>
            <p:nvPr/>
          </p:nvSpPr>
          <p:spPr>
            <a:xfrm>
              <a:off x="3040063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2A73C187-BD0F-955F-96F7-050170A77A74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3BB0D3-7F18-990F-E7FF-69BCEAFCEB31}"/>
              </a:ext>
            </a:extLst>
          </p:cNvPr>
          <p:cNvSpPr txBox="1"/>
          <p:nvPr/>
        </p:nvSpPr>
        <p:spPr>
          <a:xfrm>
            <a:off x="6668128" y="1614906"/>
            <a:ext cx="3328083" cy="101566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F8F9FC"/>
                </a:solidFill>
              </a:rPr>
              <a:t>일부분의 </a:t>
            </a:r>
            <a:r>
              <a:rPr lang="en-US" altLang="ko-KR" sz="3000" dirty="0">
                <a:solidFill>
                  <a:srgbClr val="F8F9FC"/>
                </a:solidFill>
              </a:rPr>
              <a:t>V </a:t>
            </a:r>
            <a:r>
              <a:rPr lang="ko-KR" altLang="en-US" sz="3000" dirty="0">
                <a:solidFill>
                  <a:srgbClr val="F8F9FC"/>
                </a:solidFill>
              </a:rPr>
              <a:t>정보로 전체 전위 복원</a:t>
            </a:r>
          </a:p>
        </p:txBody>
      </p:sp>
    </p:spTree>
    <p:extLst>
      <p:ext uri="{BB962C8B-B14F-4D97-AF65-F5344CB8AC3E}">
        <p14:creationId xmlns:p14="http://schemas.microsoft.com/office/powerpoint/2010/main" val="1854620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07407E-6 L -0.40378 -4.07407E-6 " pathEditMode="relative" rAng="0" ptsTypes="AA">
                                      <p:cBhvr>
                                        <p:cTn id="6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9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900"/>
                            </p:stCondLst>
                            <p:childTnLst>
                              <p:par>
                                <p:cTn id="3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3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3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27" grpId="0" animBg="1"/>
      <p:bldP spid="28" grpId="0" animBg="1"/>
      <p:bldP spid="33" grpId="0" animBg="1"/>
      <p:bldP spid="34" grpId="0" animBg="1"/>
      <p:bldP spid="85" grpId="0" animBg="1"/>
      <p:bldP spid="88" grpId="0" animBg="1"/>
      <p:bldP spid="95" grpId="0" animBg="1"/>
      <p:bldP spid="97" grpId="0" animBg="1"/>
      <p:bldP spid="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/>
      <p:bldP spid="5" grpId="0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EB413-9279-1E0C-E4B7-89C6236D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D14B6-7D4D-8A04-72FF-CA2840D28003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5D9783-862C-14E0-E4D7-E875838A95F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7471552-02C7-116E-D171-B11BA0CCF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3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4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BE21645-D180-C909-43B9-FEE7427CD26E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E69014E-124F-520F-35FA-A49EBAF9FBF9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8A4D5F2-4863-C4EE-D622-035144A6178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220A576-C759-2010-5ACE-0B144A3E6AE4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08874A4-1987-F478-9B73-E0384157681B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744FC608-6B16-CB3F-FD31-837D40BEB9BA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8693E51C-4B1E-B97A-4274-C928A76F75A4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1449E9E-1BB9-0BBF-F60F-960EDE8FAB61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5677923-4A91-9BC6-422D-DCFA2CBBB300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39FAAD69-6354-18E6-6B04-9403E18EB88F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F051E5A-34B0-5CA3-668A-F50302562A22}"/>
              </a:ext>
            </a:extLst>
          </p:cNvPr>
          <p:cNvSpPr txBox="1"/>
          <p:nvPr/>
        </p:nvSpPr>
        <p:spPr>
          <a:xfrm>
            <a:off x="578930" y="2425683"/>
            <a:ext cx="3943864" cy="8617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2500" b="1" dirty="0"/>
              <a:t>실제로 옳은 예측도 순서로 인해 </a:t>
            </a:r>
            <a:r>
              <a:rPr lang="ko-KR" altLang="en-US" sz="2500" b="1" dirty="0">
                <a:solidFill>
                  <a:srgbClr val="FFFF00"/>
                </a:solidFill>
              </a:rPr>
              <a:t>오답처리</a:t>
            </a:r>
            <a:r>
              <a:rPr lang="ko-KR" altLang="en-US" sz="2500" b="1" dirty="0"/>
              <a:t> 될 수 있음</a:t>
            </a:r>
            <a:r>
              <a:rPr lang="en-US" altLang="ko-KR" sz="25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499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8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9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2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DA549F-52A5-E6BF-87F2-84CC4599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4EEDB5-55A8-F7E6-2AB7-8044AF09FF34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B23F14-59CB-A1F0-50E7-48F67E47DB7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58486C8E-A581-AC9D-FA1D-701A1D6C85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3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4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FB57AA8-C90B-368B-83EE-0CC66CF6BAE9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BA38FDF6-00AA-1C19-EAEA-C22563898D39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7DC2839-C77D-C2D2-7C50-7C757F2ABC92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303E927-491B-A6E8-C118-9BAA2851A502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871FEFB6-376B-4BCD-F4C3-0A21D55733D0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7D5A2B7-3B40-534D-4781-CBFF8745B558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1CB6F52-9D31-B7E4-6D2A-ACB8FD9EE178}"/>
              </a:ext>
            </a:extLst>
          </p:cNvPr>
          <p:cNvCxnSpPr>
            <a:cxnSpLocks/>
          </p:cNvCxnSpPr>
          <p:nvPr/>
        </p:nvCxnSpPr>
        <p:spPr>
          <a:xfrm>
            <a:off x="5065486" y="21336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BE6CFD7-BA46-108A-311C-46ED2EE40117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7EC0CC40-1BB7-924E-C152-5D4BBE8A9018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AC79363-6C7E-B42B-7598-C8176028C155}"/>
              </a:ext>
            </a:extLst>
          </p:cNvPr>
          <p:cNvCxnSpPr>
            <a:cxnSpLocks/>
          </p:cNvCxnSpPr>
          <p:nvPr/>
        </p:nvCxnSpPr>
        <p:spPr>
          <a:xfrm>
            <a:off x="6560457" y="21956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682DA35-479C-5542-7397-304E41B28479}"/>
              </a:ext>
            </a:extLst>
          </p:cNvPr>
          <p:cNvCxnSpPr>
            <a:cxnSpLocks/>
          </p:cNvCxnSpPr>
          <p:nvPr/>
        </p:nvCxnSpPr>
        <p:spPr>
          <a:xfrm flipH="1">
            <a:off x="5152571" y="22860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E5D32D8-DAA7-7BE3-08D4-453A63466DD3}"/>
              </a:ext>
            </a:extLst>
          </p:cNvPr>
          <p:cNvCxnSpPr>
            <a:cxnSpLocks/>
          </p:cNvCxnSpPr>
          <p:nvPr/>
        </p:nvCxnSpPr>
        <p:spPr>
          <a:xfrm>
            <a:off x="5217886" y="22860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1B6A954-9B6C-0246-EBE2-A4AA9BADDA7E}"/>
              </a:ext>
            </a:extLst>
          </p:cNvPr>
          <p:cNvCxnSpPr>
            <a:cxnSpLocks/>
          </p:cNvCxnSpPr>
          <p:nvPr/>
        </p:nvCxnSpPr>
        <p:spPr>
          <a:xfrm flipH="1">
            <a:off x="6597674" y="22860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9573678-9158-AEB7-3AAB-211C53383A0A}"/>
              </a:ext>
            </a:extLst>
          </p:cNvPr>
          <p:cNvCxnSpPr>
            <a:cxnSpLocks/>
          </p:cNvCxnSpPr>
          <p:nvPr/>
        </p:nvCxnSpPr>
        <p:spPr>
          <a:xfrm flipH="1">
            <a:off x="7300686" y="2286000"/>
            <a:ext cx="66156" cy="18433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13DB7ACC-2895-D85C-EF69-5A85FFF34406}"/>
              </a:ext>
            </a:extLst>
          </p:cNvPr>
          <p:cNvCxnSpPr>
            <a:cxnSpLocks/>
          </p:cNvCxnSpPr>
          <p:nvPr/>
        </p:nvCxnSpPr>
        <p:spPr>
          <a:xfrm>
            <a:off x="6712857" y="23480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E91D4EC-8E9F-92B3-1AB0-451E28472024}"/>
              </a:ext>
            </a:extLst>
          </p:cNvPr>
          <p:cNvCxnSpPr>
            <a:cxnSpLocks/>
          </p:cNvCxnSpPr>
          <p:nvPr/>
        </p:nvCxnSpPr>
        <p:spPr>
          <a:xfrm flipH="1">
            <a:off x="5000171" y="2195647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FDB11D5-E8C1-8B9E-286C-11F3797B0179}"/>
              </a:ext>
            </a:extLst>
          </p:cNvPr>
          <p:cNvCxnSpPr>
            <a:cxnSpLocks/>
          </p:cNvCxnSpPr>
          <p:nvPr/>
        </p:nvCxnSpPr>
        <p:spPr>
          <a:xfrm flipH="1">
            <a:off x="5769108" y="2195647"/>
            <a:ext cx="719709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00E7EAE-768F-3810-BC56-4E502789F562}"/>
              </a:ext>
            </a:extLst>
          </p:cNvPr>
          <p:cNvCxnSpPr>
            <a:cxnSpLocks/>
          </p:cNvCxnSpPr>
          <p:nvPr/>
        </p:nvCxnSpPr>
        <p:spPr>
          <a:xfrm>
            <a:off x="5021102" y="2195647"/>
            <a:ext cx="1424172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8325A48A-4D10-2149-B1B8-87E05C1734C7}"/>
              </a:ext>
            </a:extLst>
          </p:cNvPr>
          <p:cNvCxnSpPr>
            <a:cxnSpLocks/>
          </p:cNvCxnSpPr>
          <p:nvPr/>
        </p:nvCxnSpPr>
        <p:spPr>
          <a:xfrm flipH="1">
            <a:off x="7170899" y="2195647"/>
            <a:ext cx="799024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AF91824-FBC1-8DA1-E974-EADE928751B3}"/>
              </a:ext>
            </a:extLst>
          </p:cNvPr>
          <p:cNvCxnSpPr>
            <a:cxnSpLocks/>
          </p:cNvCxnSpPr>
          <p:nvPr/>
        </p:nvCxnSpPr>
        <p:spPr>
          <a:xfrm>
            <a:off x="7315200" y="2195647"/>
            <a:ext cx="611180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9AE3A749-EB9A-3CC7-AF6A-AD491EA02266}"/>
              </a:ext>
            </a:extLst>
          </p:cNvPr>
          <p:cNvCxnSpPr>
            <a:cxnSpLocks/>
          </p:cNvCxnSpPr>
          <p:nvPr/>
        </p:nvCxnSpPr>
        <p:spPr>
          <a:xfrm flipH="1">
            <a:off x="5000171" y="2253082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0072A8B-74DA-C719-4B0B-A71A326A6433}"/>
              </a:ext>
            </a:extLst>
          </p:cNvPr>
          <p:cNvCxnSpPr>
            <a:cxnSpLocks/>
          </p:cNvCxnSpPr>
          <p:nvPr/>
        </p:nvCxnSpPr>
        <p:spPr>
          <a:xfrm>
            <a:off x="5094514" y="2253082"/>
            <a:ext cx="674594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F960ACA-73D9-C5F2-0FD0-E9F57DE706BE}"/>
              </a:ext>
            </a:extLst>
          </p:cNvPr>
          <p:cNvCxnSpPr>
            <a:cxnSpLocks/>
          </p:cNvCxnSpPr>
          <p:nvPr/>
        </p:nvCxnSpPr>
        <p:spPr>
          <a:xfrm flipH="1">
            <a:off x="6445274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DC9BFA06-3B1D-1FED-520C-5F4BDE5348EE}"/>
              </a:ext>
            </a:extLst>
          </p:cNvPr>
          <p:cNvCxnSpPr>
            <a:cxnSpLocks/>
          </p:cNvCxnSpPr>
          <p:nvPr/>
        </p:nvCxnSpPr>
        <p:spPr>
          <a:xfrm flipH="1">
            <a:off x="7170899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F56F502E-B04F-409A-5681-B1ECDB6F1AB8}"/>
              </a:ext>
            </a:extLst>
          </p:cNvPr>
          <p:cNvCxnSpPr>
            <a:cxnSpLocks/>
          </p:cNvCxnSpPr>
          <p:nvPr/>
        </p:nvCxnSpPr>
        <p:spPr>
          <a:xfrm flipH="1">
            <a:off x="7926380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CF85720D-B9EB-EAE2-AA36-FB466365268F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652276-2667-C437-37B5-290BD8F1E4C7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669BCF-C8FF-DAA1-5AE1-2120C5E3B03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D1A6838-BEE5-AE98-5DF2-DE52CC45249C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8C5BA2AD-59BF-AAA7-F58E-DD232D17D067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526885F-F9D6-9CD5-55B4-71382D73F16D}"/>
              </a:ext>
            </a:extLst>
          </p:cNvPr>
          <p:cNvSpPr txBox="1"/>
          <p:nvPr/>
        </p:nvSpPr>
        <p:spPr>
          <a:xfrm>
            <a:off x="874284" y="2527172"/>
            <a:ext cx="3493264" cy="132343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sz="4000" b="1" dirty="0"/>
              <a:t>N!</a:t>
            </a:r>
            <a:r>
              <a:rPr lang="ko-KR" altLang="en-US" sz="4000" b="1" dirty="0"/>
              <a:t>의 조합 중</a:t>
            </a:r>
            <a:endParaRPr lang="en-US" altLang="ko-KR" sz="4000" b="1" dirty="0"/>
          </a:p>
          <a:p>
            <a:r>
              <a:rPr lang="ko-KR" altLang="en-US" sz="4000" b="1" dirty="0">
                <a:solidFill>
                  <a:srgbClr val="0070C0"/>
                </a:solidFill>
              </a:rPr>
              <a:t>최소 비용 </a:t>
            </a:r>
            <a:r>
              <a:rPr lang="ko-KR" altLang="en-US" sz="4000" b="1" dirty="0"/>
              <a:t>선택</a:t>
            </a:r>
            <a:endParaRPr lang="en-US" altLang="ko-KR" sz="4000" b="1" dirty="0"/>
          </a:p>
        </p:txBody>
      </p:sp>
    </p:spTree>
    <p:extLst>
      <p:ext uri="{BB962C8B-B14F-4D97-AF65-F5344CB8AC3E}">
        <p14:creationId xmlns:p14="http://schemas.microsoft.com/office/powerpoint/2010/main" val="39910189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5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65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50"/>
                            </p:stCondLst>
                            <p:childTnLst>
                              <p:par>
                                <p:cTn id="3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50"/>
                            </p:stCondLst>
                            <p:childTnLst>
                              <p:par>
                                <p:cTn id="3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5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50"/>
                            </p:stCondLst>
                            <p:childTnLst>
                              <p:par>
                                <p:cTn id="4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5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8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5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9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95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000"/>
                            </p:stCondLst>
                            <p:childTnLst>
                              <p:par>
                                <p:cTn id="7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5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100"/>
                            </p:stCondLst>
                            <p:childTnLst>
                              <p:par>
                                <p:cTn id="9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15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200"/>
                            </p:stCondLst>
                            <p:childTnLst>
                              <p:par>
                                <p:cTn id="10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250"/>
                            </p:stCondLst>
                            <p:childTnLst>
                              <p:par>
                                <p:cTn id="10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250"/>
                            </p:stCondLst>
                            <p:childTnLst>
                              <p:par>
                                <p:cTn id="11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250"/>
                            </p:stCondLst>
                            <p:childTnLst>
                              <p:par>
                                <p:cTn id="11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250"/>
                            </p:stCondLst>
                            <p:childTnLst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1300"/>
                            </p:stCondLst>
                            <p:childTnLst>
                              <p:par>
                                <p:cTn id="1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350"/>
                            </p:stCondLst>
                            <p:childTnLst>
                              <p:par>
                                <p:cTn id="1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1400"/>
                            </p:stCondLst>
                            <p:childTnLst>
                              <p:par>
                                <p:cTn id="1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1450"/>
                            </p:stCondLst>
                            <p:childTnLst>
                              <p:par>
                                <p:cTn id="1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500"/>
                            </p:stCondLst>
                            <p:childTnLst>
                              <p:par>
                                <p:cTn id="14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1500"/>
                            </p:stCondLst>
                            <p:childTnLst>
                              <p:par>
                                <p:cTn id="14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500"/>
                            </p:stCondLst>
                            <p:childTnLst>
                              <p:par>
                                <p:cTn id="14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500"/>
                            </p:stCondLst>
                            <p:childTnLst>
                              <p:par>
                                <p:cTn id="14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500"/>
                            </p:stCondLst>
                            <p:childTnLst>
                              <p:par>
                                <p:cTn id="15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1550"/>
                            </p:stCondLst>
                            <p:childTnLst>
                              <p:par>
                                <p:cTn id="1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1600"/>
                            </p:stCondLst>
                            <p:childTnLst>
                              <p:par>
                                <p:cTn id="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1650"/>
                            </p:stCondLst>
                            <p:childTnLst>
                              <p:par>
                                <p:cTn id="1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1700"/>
                            </p:stCondLst>
                            <p:childTnLst>
                              <p:par>
                                <p:cTn id="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750"/>
                            </p:stCondLst>
                            <p:childTnLst>
                              <p:par>
                                <p:cTn id="17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1750"/>
                            </p:stCondLst>
                            <p:childTnLst>
                              <p:par>
                                <p:cTn id="17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1750"/>
                            </p:stCondLst>
                            <p:childTnLst>
                              <p:par>
                                <p:cTn id="18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750"/>
                            </p:stCondLst>
                            <p:childTnLst>
                              <p:par>
                                <p:cTn id="18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1750"/>
                            </p:stCondLst>
                            <p:childTnLst>
                              <p:par>
                                <p:cTn id="18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750"/>
                            </p:stCondLst>
                            <p:childTnLst>
                              <p:par>
                                <p:cTn id="1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1800"/>
                            </p:stCondLst>
                            <p:childTnLst>
                              <p:par>
                                <p:cTn id="1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850"/>
                            </p:stCondLst>
                            <p:childTnLst>
                              <p:par>
                                <p:cTn id="1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900"/>
                            </p:stCondLst>
                            <p:childTnLst>
                              <p:par>
                                <p:cTn id="2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1950"/>
                            </p:stCondLst>
                            <p:childTnLst>
                              <p:par>
                                <p:cTn id="2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build="allAtOnce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506D543-7224-B9ED-714B-FA2E7E12B1DD}"/>
              </a:ext>
            </a:extLst>
          </p:cNvPr>
          <p:cNvSpPr txBox="1"/>
          <p:nvPr/>
        </p:nvSpPr>
        <p:spPr>
          <a:xfrm>
            <a:off x="676656" y="987552"/>
            <a:ext cx="316785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얼마나 적은 부호 정보로 복원이 가능한가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2.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탐구 과정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-3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정보량에 따른 비교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blipFill>
                <a:blip r:embed="rId2"/>
                <a:stretch>
                  <a:fillRect l="-1880" t="-11628" r="-846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27518-0171-0FF3-1CDC-D0C6F5C56804}"/>
              </a:ext>
            </a:extLst>
          </p:cNvPr>
          <p:cNvSpPr txBox="1"/>
          <p:nvPr/>
        </p:nvSpPr>
        <p:spPr>
          <a:xfrm>
            <a:off x="5254167" y="135331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45624A-E835-331C-BA9D-91993C22AD8F}"/>
              </a:ext>
            </a:extLst>
          </p:cNvPr>
          <p:cNvSpPr txBox="1"/>
          <p:nvPr/>
        </p:nvSpPr>
        <p:spPr>
          <a:xfrm>
            <a:off x="5254167" y="225426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615EF-F67D-ED3C-1F61-092BF3D9C034}"/>
              </a:ext>
            </a:extLst>
          </p:cNvPr>
          <p:cNvSpPr txBox="1"/>
          <p:nvPr/>
        </p:nvSpPr>
        <p:spPr>
          <a:xfrm>
            <a:off x="5254167" y="32443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29F2D-1709-2818-FAF3-DA956E760892}"/>
              </a:ext>
            </a:extLst>
          </p:cNvPr>
          <p:cNvSpPr txBox="1"/>
          <p:nvPr/>
        </p:nvSpPr>
        <p:spPr>
          <a:xfrm>
            <a:off x="5254167" y="4224087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E1B58-C8FF-4318-0808-EC5A5150DADF}"/>
              </a:ext>
            </a:extLst>
          </p:cNvPr>
          <p:cNvSpPr txBox="1"/>
          <p:nvPr/>
        </p:nvSpPr>
        <p:spPr>
          <a:xfrm>
            <a:off x="5254167" y="5265395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2B5648-E4D2-FE0F-9252-28C8BC5AFE67}"/>
              </a:ext>
            </a:extLst>
          </p:cNvPr>
          <p:cNvSpPr txBox="1"/>
          <p:nvPr/>
        </p:nvSpPr>
        <p:spPr>
          <a:xfrm>
            <a:off x="5254167" y="6183593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6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 L 0.2677 -0.27384 " pathEditMode="relative" rAng="0" ptsTypes="AA">
                                      <p:cBhvr>
                                        <p:cTn id="13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385" y="-1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"/>
                            </p:stCondLst>
                            <p:childTnLst>
                              <p:par>
                                <p:cTn id="1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6355 -0.14421 " pathEditMode="relative" rAng="0" ptsTypes="AA">
                                      <p:cBhvr>
                                        <p:cTn id="19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672" y="-7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595 0 " pathEditMode="relative" rAng="0" ptsTypes="AA">
                                      <p:cBhvr>
                                        <p:cTn id="25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900"/>
                            </p:stCondLst>
                            <p:childTnLst>
                              <p:par>
                                <p:cTn id="27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0 L 0.2625 0.14653 " pathEditMode="relative" rAng="0" ptsTypes="AA">
                                      <p:cBhvr>
                                        <p:cTn id="31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125" y="73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159 0.29676 " pathEditMode="relative" rAng="0" ptsTypes="AA">
                                      <p:cBhvr>
                                        <p:cTn id="37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073" y="14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003 0.43056 " pathEditMode="relative" rAng="0" ptsTypes="AA">
                                      <p:cBhvr>
                                        <p:cTn id="43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95" y="215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42689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0">
        <p159:morph option="byObject"/>
      </p:transition>
    </mc:Choice>
    <mc:Fallback xmlns="">
      <p:transition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700">
        <p:fade/>
      </p:transition>
    </mc:Choice>
    <mc:Fallback xmlns="">
      <p:transition spd="med" advClick="0" advTm="700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11546</TotalTime>
  <Words>1117</Words>
  <Application>Microsoft Office PowerPoint</Application>
  <PresentationFormat>와이드스크린</PresentationFormat>
  <Paragraphs>369</Paragraphs>
  <Slides>42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42</vt:i4>
      </vt:variant>
    </vt:vector>
  </HeadingPairs>
  <TitlesOfParts>
    <vt:vector size="48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탐구 정체성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419</cp:revision>
  <dcterms:created xsi:type="dcterms:W3CDTF">2026-08-20T04:49:28Z</dcterms:created>
  <dcterms:modified xsi:type="dcterms:W3CDTF">2026-08-30T14:40:43Z</dcterms:modified>
</cp:coreProperties>
</file>