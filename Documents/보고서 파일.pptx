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75" r:id="rId3"/>
    <p:sldId id="256" r:id="rId4"/>
    <p:sldId id="257" r:id="rId5"/>
    <p:sldId id="272" r:id="rId6"/>
    <p:sldId id="258" r:id="rId7"/>
    <p:sldId id="267" r:id="rId8"/>
    <p:sldId id="268" r:id="rId9"/>
    <p:sldId id="274" r:id="rId10"/>
    <p:sldId id="273" r:id="rId11"/>
    <p:sldId id="276" r:id="rId12"/>
    <p:sldId id="277" r:id="rId13"/>
    <p:sldId id="279" r:id="rId14"/>
    <p:sldId id="263" r:id="rId15"/>
    <p:sldId id="260" r:id="rId16"/>
    <p:sldId id="264" r:id="rId17"/>
    <p:sldId id="280" r:id="rId18"/>
    <p:sldId id="262" r:id="rId19"/>
    <p:sldId id="265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7F6D55-966C-4D09-8244-D4902671CCF2}" v="476" dt="2026-08-22T09:25:27.4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>
      <p:cViewPr>
        <p:scale>
          <a:sx n="66" d="100"/>
          <a:sy n="66" d="100"/>
        </p:scale>
        <p:origin x="432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microsoft.com/office/2015/10/relationships/revisionInfo" Target="revisionInfo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연우 오" userId="c3558644dac54ca4" providerId="LiveId" clId="{9333FDCA-79D6-4088-A778-579BE454CE38}"/>
    <pc:docChg chg="undo redo custSel addSld delSld modSld sldOrd">
      <pc:chgData name="연우 오" userId="c3558644dac54ca4" providerId="LiveId" clId="{9333FDCA-79D6-4088-A778-579BE454CE38}" dt="2026-08-22T09:29:09.136" v="5099"/>
      <pc:docMkLst>
        <pc:docMk/>
      </pc:docMkLst>
      <pc:sldChg chg="addSp delSp modSp mod">
        <pc:chgData name="연우 오" userId="c3558644dac54ca4" providerId="LiveId" clId="{9333FDCA-79D6-4088-A778-579BE454CE38}" dt="2026-08-21T07:52:16.416" v="3281" actId="14100"/>
        <pc:sldMkLst>
          <pc:docMk/>
          <pc:sldMk cId="3694522991" sldId="256"/>
        </pc:sldMkLst>
        <pc:spChg chg="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2" creationId="{9087F190-AF04-3CAF-D892-F9146164ED6B}"/>
          </ac:spMkLst>
        </pc:spChg>
        <pc:spChg chg="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3" creationId="{76452ABD-CDF8-B89F-0707-5D1691B6D25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4" creationId="{A0F1D0AE-0809-55A2-50D5-E07C23A03EB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5" creationId="{B9F36D4F-DDBA-7F6D-D1CB-92EF3AA6C5F7}"/>
          </ac:spMkLst>
        </pc:spChg>
        <pc:spChg chg="add 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6" creationId="{6081D9EA-CF99-AFD1-53CC-472B830753FD}"/>
          </ac:spMkLst>
        </pc:spChg>
        <pc:spChg chg="add mod ord">
          <ac:chgData name="연우 오" userId="c3558644dac54ca4" providerId="LiveId" clId="{9333FDCA-79D6-4088-A778-579BE454CE38}" dt="2026-08-21T07:52:03.917" v="3280" actId="207"/>
          <ac:spMkLst>
            <pc:docMk/>
            <pc:sldMk cId="3694522991" sldId="256"/>
            <ac:spMk id="7" creationId="{1988447A-651A-7674-B384-7B128617E260}"/>
          </ac:spMkLst>
        </pc:spChg>
        <pc:spChg chg="del mod">
          <ac:chgData name="연우 오" userId="c3558644dac54ca4" providerId="LiveId" clId="{9333FDCA-79D6-4088-A778-579BE454CE38}" dt="2026-08-21T01:18:45.524" v="523" actId="478"/>
          <ac:spMkLst>
            <pc:docMk/>
            <pc:sldMk cId="3694522991" sldId="256"/>
            <ac:spMk id="10" creationId="{06A483EE-FAE4-A22A-B465-20D59049BDA7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20" creationId="{A55C9D8E-D89A-EBBA-5023-C6796D4129CB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32" creationId="{47E0DA38-F881-6F8E-CDC4-1359D4CF9FD5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43" creationId="{8F007E11-F59C-C3B3-2CBD-98C698C89DB4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48" creationId="{FA3C635C-C135-FAEE-3E8E-DD01E032DA41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49" creationId="{F0D6FDBD-5639-0295-BE4D-A5212A9D39E4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64" creationId="{935F2AF4-0BBC-422B-E00F-5C7D092B1F98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70" creationId="{7045DEDA-015B-77BA-7AAE-FF17DA8C7E0C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117" creationId="{BE462E91-377D-3EF4-8CEA-EBD92BDB032C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144" creationId="{A256BE0E-6A11-2206-F3C9-6824AB17D047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154" creationId="{A96B790D-D3A1-F8B5-8B2E-1CED7B586E9F}"/>
          </ac:spMkLst>
        </pc:spChg>
        <pc:grpChg chg="del">
          <ac:chgData name="연우 오" userId="c3558644dac54ca4" providerId="LiveId" clId="{9333FDCA-79D6-4088-A778-579BE454CE38}" dt="2026-08-21T01:18:38.044" v="520" actId="478"/>
          <ac:grpSpMkLst>
            <pc:docMk/>
            <pc:sldMk cId="3694522991" sldId="256"/>
            <ac:grpSpMk id="12" creationId="{CE16D424-BC25-4342-4032-72B4C8D960C3}"/>
          </ac:grpSpMkLst>
        </pc:grpChg>
        <pc:picChg chg="add mod">
          <ac:chgData name="연우 오" userId="c3558644dac54ca4" providerId="LiveId" clId="{9333FDCA-79D6-4088-A778-579BE454CE38}" dt="2026-08-21T01:18:11.542" v="518" actId="1076"/>
          <ac:picMkLst>
            <pc:docMk/>
            <pc:sldMk cId="3694522991" sldId="256"/>
            <ac:picMk id="8" creationId="{C23298C8-4A9C-1A30-6364-3D655D599ADD}"/>
          </ac:picMkLst>
        </pc:picChg>
        <pc:picChg chg="del">
          <ac:chgData name="연우 오" userId="c3558644dac54ca4" providerId="LiveId" clId="{9333FDCA-79D6-4088-A778-579BE454CE38}" dt="2026-08-21T01:18:40.317" v="521" actId="478"/>
          <ac:picMkLst>
            <pc:docMk/>
            <pc:sldMk cId="3694522991" sldId="256"/>
            <ac:picMk id="11" creationId="{37B98BD4-E291-9C33-79F1-16F4EBEF7311}"/>
          </ac:picMkLst>
        </pc:picChg>
        <pc:picChg chg="add mod ord">
          <ac:chgData name="연우 오" userId="c3558644dac54ca4" providerId="LiveId" clId="{9333FDCA-79D6-4088-A778-579BE454CE38}" dt="2026-08-21T07:52:16.416" v="3281" actId="14100"/>
          <ac:picMkLst>
            <pc:docMk/>
            <pc:sldMk cId="3694522991" sldId="256"/>
            <ac:picMk id="183" creationId="{B8B6668B-4134-8726-B607-F9BB4BD6D775}"/>
          </ac:picMkLst>
        </pc:picChg>
      </pc:sldChg>
      <pc:sldChg chg="modSp new mod">
        <pc:chgData name="연우 오" userId="c3558644dac54ca4" providerId="LiveId" clId="{9333FDCA-79D6-4088-A778-579BE454CE38}" dt="2026-08-21T01:14:49.190" v="490" actId="20577"/>
        <pc:sldMkLst>
          <pc:docMk/>
          <pc:sldMk cId="2241571029" sldId="257"/>
        </pc:sldMkLst>
        <pc:spChg chg="mod">
          <ac:chgData name="연우 오" userId="c3558644dac54ca4" providerId="LiveId" clId="{9333FDCA-79D6-4088-A778-579BE454CE38}" dt="2026-08-20T04:53:44.710" v="22"/>
          <ac:spMkLst>
            <pc:docMk/>
            <pc:sldMk cId="2241571029" sldId="257"/>
            <ac:spMk id="2" creationId="{7B6ED5B7-F4FF-5D58-1496-805765AC91AD}"/>
          </ac:spMkLst>
        </pc:spChg>
        <pc:spChg chg="mod">
          <ac:chgData name="연우 오" userId="c3558644dac54ca4" providerId="LiveId" clId="{9333FDCA-79D6-4088-A778-579BE454CE38}" dt="2026-08-21T01:14:49.190" v="490" actId="20577"/>
          <ac:spMkLst>
            <pc:docMk/>
            <pc:sldMk cId="2241571029" sldId="257"/>
            <ac:spMk id="3" creationId="{7BCAA9C7-8BC1-5B83-AD83-74E2D21CD892}"/>
          </ac:spMkLst>
        </pc:spChg>
      </pc:sldChg>
      <pc:sldChg chg="addSp delSp modSp add del mod addAnim delAnim modAnim">
        <pc:chgData name="연우 오" userId="c3558644dac54ca4" providerId="LiveId" clId="{9333FDCA-79D6-4088-A778-579BE454CE38}" dt="2026-08-22T08:16:22.485" v="4369"/>
        <pc:sldMkLst>
          <pc:docMk/>
          <pc:sldMk cId="0" sldId="258"/>
        </pc:sldMkLst>
        <pc:spChg chg="mod ord">
          <ac:chgData name="연우 오" userId="c3558644dac54ca4" providerId="LiveId" clId="{9333FDCA-79D6-4088-A778-579BE454CE38}" dt="2026-08-22T08:09:15.412" v="4326" actId="167"/>
          <ac:spMkLst>
            <pc:docMk/>
            <pc:sldMk cId="0" sldId="258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2:10.647" v="3391"/>
          <ac:spMkLst>
            <pc:docMk/>
            <pc:sldMk cId="0" sldId="258"/>
            <ac:spMk id="3" creationId="{00000000-0000-0000-0000-000000000000}"/>
          </ac:spMkLst>
        </pc:spChg>
        <pc:spChg chg="del">
          <ac:chgData name="연우 오" userId="c3558644dac54ca4" providerId="LiveId" clId="{9333FDCA-79D6-4088-A778-579BE454CE38}" dt="2026-08-21T08:04:28.165" v="3589" actId="478"/>
          <ac:spMkLst>
            <pc:docMk/>
            <pc:sldMk cId="0" sldId="258"/>
            <ac:spMk id="5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9:10.454" v="4324" actId="167"/>
          <ac:spMkLst>
            <pc:docMk/>
            <pc:sldMk cId="0" sldId="258"/>
            <ac:spMk id="7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7:48.020" v="4310" actId="167"/>
          <ac:spMkLst>
            <pc:docMk/>
            <pc:sldMk cId="0" sldId="258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2T08:04:28.516" v="4279" actId="1076"/>
          <ac:spMkLst>
            <pc:docMk/>
            <pc:sldMk cId="0" sldId="258"/>
            <ac:spMk id="9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7:51:45.967" v="4228" actId="1076"/>
          <ac:spMkLst>
            <pc:docMk/>
            <pc:sldMk cId="0" sldId="258"/>
            <ac:spMk id="10" creationId="{00000000-0000-0000-0000-000000000000}"/>
          </ac:spMkLst>
        </pc:spChg>
        <pc:spChg chg="add mod ord">
          <ac:chgData name="연우 오" userId="c3558644dac54ca4" providerId="LiveId" clId="{9333FDCA-79D6-4088-A778-579BE454CE38}" dt="2026-08-22T08:09:13.754" v="4325" actId="167"/>
          <ac:spMkLst>
            <pc:docMk/>
            <pc:sldMk cId="0" sldId="258"/>
            <ac:spMk id="14" creationId="{1BC14763-48D4-D601-7D32-42FF5D51D465}"/>
          </ac:spMkLst>
        </pc:spChg>
        <pc:spChg chg="add mod ord">
          <ac:chgData name="연우 오" userId="c3558644dac54ca4" providerId="LiveId" clId="{9333FDCA-79D6-4088-A778-579BE454CE38}" dt="2026-08-22T08:08:19.110" v="4314" actId="167"/>
          <ac:spMkLst>
            <pc:docMk/>
            <pc:sldMk cId="0" sldId="258"/>
            <ac:spMk id="16" creationId="{FCB9916F-80A4-BD15-26B8-E072BDD4BC6D}"/>
          </ac:spMkLst>
        </pc:spChg>
        <pc:spChg chg="add mod">
          <ac:chgData name="연우 오" userId="c3558644dac54ca4" providerId="LiveId" clId="{9333FDCA-79D6-4088-A778-579BE454CE38}" dt="2026-08-22T08:04:48.037" v="4281" actId="1076"/>
          <ac:spMkLst>
            <pc:docMk/>
            <pc:sldMk cId="0" sldId="258"/>
            <ac:spMk id="17" creationId="{DD5F9F98-C5DA-F712-AA00-ECD121EC3ED4}"/>
          </ac:spMkLst>
        </pc:spChg>
        <pc:picChg chg="add del mod">
          <ac:chgData name="연우 오" userId="c3558644dac54ca4" providerId="LiveId" clId="{9333FDCA-79D6-4088-A778-579BE454CE38}" dt="2026-08-21T08:08:17.364" v="3757" actId="478"/>
          <ac:picMkLst>
            <pc:docMk/>
            <pc:sldMk cId="0" sldId="258"/>
            <ac:picMk id="11" creationId="{FD331FD0-E91E-45EC-C951-92D8E3B63821}"/>
          </ac:picMkLst>
        </pc:picChg>
        <pc:picChg chg="add mod">
          <ac:chgData name="연우 오" userId="c3558644dac54ca4" providerId="LiveId" clId="{9333FDCA-79D6-4088-A778-579BE454CE38}" dt="2026-08-22T08:15:07.796" v="4357" actId="1076"/>
          <ac:picMkLst>
            <pc:docMk/>
            <pc:sldMk cId="0" sldId="258"/>
            <ac:picMk id="12" creationId="{6F836141-F320-57A3-36AA-AD246B1F6298}"/>
          </ac:picMkLst>
        </pc:picChg>
        <pc:picChg chg="add del mod">
          <ac:chgData name="연우 오" userId="c3558644dac54ca4" providerId="LiveId" clId="{9333FDCA-79D6-4088-A778-579BE454CE38}" dt="2026-08-22T07:42:32.030" v="4139" actId="478"/>
          <ac:picMkLst>
            <pc:docMk/>
            <pc:sldMk cId="0" sldId="258"/>
            <ac:picMk id="18" creationId="{6F446DB7-51E0-A660-0F2D-265EC9203F3E}"/>
          </ac:picMkLst>
        </pc:picChg>
      </pc:sldChg>
      <pc:sldChg chg="addSp delSp modSp new del mod">
        <pc:chgData name="연우 오" userId="c3558644dac54ca4" providerId="LiveId" clId="{9333FDCA-79D6-4088-A778-579BE454CE38}" dt="2026-08-21T02:15:41.905" v="536" actId="47"/>
        <pc:sldMkLst>
          <pc:docMk/>
          <pc:sldMk cId="4183040025" sldId="258"/>
        </pc:sldMkLst>
        <pc:spChg chg="mod">
          <ac:chgData name="연우 오" userId="c3558644dac54ca4" providerId="LiveId" clId="{9333FDCA-79D6-4088-A778-579BE454CE38}" dt="2026-08-21T01:15:31.383" v="511" actId="255"/>
          <ac:spMkLst>
            <pc:docMk/>
            <pc:sldMk cId="4183040025" sldId="258"/>
            <ac:spMk id="2" creationId="{35693E23-3B37-085A-6003-C9E9AFE6F0F6}"/>
          </ac:spMkLst>
        </pc:spChg>
        <pc:spChg chg="add del mod">
          <ac:chgData name="연우 오" userId="c3558644dac54ca4" providerId="LiveId" clId="{9333FDCA-79D6-4088-A778-579BE454CE38}" dt="2026-08-21T01:16:02.140" v="516" actId="478"/>
          <ac:spMkLst>
            <pc:docMk/>
            <pc:sldMk cId="4183040025" sldId="258"/>
            <ac:spMk id="4" creationId="{9E717E91-3C40-A210-7EFA-88D1AB49B2D6}"/>
          </ac:spMkLst>
        </pc:spChg>
      </pc:sldChg>
      <pc:sldChg chg="addSp delSp modSp add del mod ord modAnim">
        <pc:chgData name="연우 오" userId="c3558644dac54ca4" providerId="LiveId" clId="{9333FDCA-79D6-4088-A778-579BE454CE38}" dt="2026-08-22T09:27:39.580" v="5084" actId="47"/>
        <pc:sldMkLst>
          <pc:docMk/>
          <pc:sldMk cId="0" sldId="259"/>
        </pc:sldMkLst>
        <pc:spChg chg="del mod">
          <ac:chgData name="연우 오" userId="c3558644dac54ca4" providerId="LiveId" clId="{9333FDCA-79D6-4088-A778-579BE454CE38}" dt="2026-08-21T02:15:21.726" v="534" actId="478"/>
          <ac:spMkLst>
            <pc:docMk/>
            <pc:sldMk cId="0" sldId="259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3:09.885" v="3399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25.567" v="588" actId="14100"/>
          <ac:spMkLst>
            <pc:docMk/>
            <pc:sldMk cId="0" sldId="259"/>
            <ac:spMk id="4" creationId="{00000000-0000-0000-0000-000000000000}"/>
          </ac:spMkLst>
        </pc:spChg>
        <pc:spChg chg="del">
          <ac:chgData name="연우 오" userId="c3558644dac54ca4" providerId="LiveId" clId="{9333FDCA-79D6-4088-A778-579BE454CE38}" dt="2026-08-21T02:15:24.063" v="535" actId="478"/>
          <ac:spMkLst>
            <pc:docMk/>
            <pc:sldMk cId="0" sldId="259"/>
            <ac:spMk id="5" creationId="{00000000-0000-0000-0000-000000000000}"/>
          </ac:spMkLst>
        </pc:spChg>
        <pc:spChg chg="add mod">
          <ac:chgData name="연우 오" userId="c3558644dac54ca4" providerId="LiveId" clId="{9333FDCA-79D6-4088-A778-579BE454CE38}" dt="2026-08-21T07:38:16.811" v="1078"/>
          <ac:spMkLst>
            <pc:docMk/>
            <pc:sldMk cId="0" sldId="259"/>
            <ac:spMk id="5" creationId="{3D16C7EE-5C35-F897-8E04-A4EF9675D001}"/>
          </ac:spMkLst>
        </pc:spChg>
        <pc:spChg chg="mod">
          <ac:chgData name="연우 오" userId="c3558644dac54ca4" providerId="LiveId" clId="{9333FDCA-79D6-4088-A778-579BE454CE38}" dt="2026-08-21T02:16:09.568" v="586" actId="1076"/>
          <ac:spMkLst>
            <pc:docMk/>
            <pc:sldMk cId="0" sldId="259"/>
            <ac:spMk id="6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9:27:35.336" v="5083" actId="1076"/>
          <ac:spMkLst>
            <pc:docMk/>
            <pc:sldMk cId="0" sldId="259"/>
            <ac:spMk id="7" creationId="{00000000-0000-0000-0000-000000000000}"/>
          </ac:spMkLst>
        </pc:spChg>
        <pc:spChg chg="mod">
          <ac:chgData name="연우 오" userId="c3558644dac54ca4" providerId="LiveId" clId="{9333FDCA-79D6-4088-A778-579BE454CE38}" dt="2026-08-22T08:59:17.844" v="4635" actId="1076"/>
          <ac:spMkLst>
            <pc:docMk/>
            <pc:sldMk cId="0" sldId="259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7:05.171" v="601" actId="1076"/>
          <ac:spMkLst>
            <pc:docMk/>
            <pc:sldMk cId="0" sldId="259"/>
            <ac:spMk id="9" creationId="{00000000-0000-0000-0000-000000000000}"/>
          </ac:spMkLst>
        </pc:spChg>
        <pc:spChg chg="mod">
          <ac:chgData name="연우 오" userId="c3558644dac54ca4" providerId="LiveId" clId="{9333FDCA-79D6-4088-A778-579BE454CE38}" dt="2026-08-21T07:36:20.247" v="1012" actId="20577"/>
          <ac:spMkLst>
            <pc:docMk/>
            <pc:sldMk cId="0" sldId="259"/>
            <ac:spMk id="10" creationId="{00000000-0000-0000-0000-000000000000}"/>
          </ac:spMkLst>
        </pc:spChg>
        <pc:spChg chg="del mod">
          <ac:chgData name="연우 오" userId="c3558644dac54ca4" providerId="LiveId" clId="{9333FDCA-79D6-4088-A778-579BE454CE38}" dt="2026-08-22T08:57:14.088" v="4610" actId="478"/>
          <ac:spMkLst>
            <pc:docMk/>
            <pc:sldMk cId="0" sldId="259"/>
            <ac:spMk id="11" creationId="{00000000-0000-0000-0000-000000000000}"/>
          </ac:spMkLst>
        </pc:spChg>
        <pc:spChg chg="del mod">
          <ac:chgData name="연우 오" userId="c3558644dac54ca4" providerId="LiveId" clId="{9333FDCA-79D6-4088-A778-579BE454CE38}" dt="2026-08-22T08:57:14.088" v="4610" actId="478"/>
          <ac:spMkLst>
            <pc:docMk/>
            <pc:sldMk cId="0" sldId="259"/>
            <ac:spMk id="12" creationId="{00000000-0000-0000-0000-000000000000}"/>
          </ac:spMkLst>
        </pc:spChg>
        <pc:spChg chg="del mod">
          <ac:chgData name="연우 오" userId="c3558644dac54ca4" providerId="LiveId" clId="{9333FDCA-79D6-4088-A778-579BE454CE38}" dt="2026-08-22T08:57:14.088" v="4610" actId="478"/>
          <ac:spMkLst>
            <pc:docMk/>
            <pc:sldMk cId="0" sldId="259"/>
            <ac:spMk id="13" creationId="{00000000-0000-0000-0000-000000000000}"/>
          </ac:spMkLst>
        </pc:spChg>
        <pc:spChg chg="del mod">
          <ac:chgData name="연우 오" userId="c3558644dac54ca4" providerId="LiveId" clId="{9333FDCA-79D6-4088-A778-579BE454CE38}" dt="2026-08-22T08:57:14.088" v="4610" actId="478"/>
          <ac:spMkLst>
            <pc:docMk/>
            <pc:sldMk cId="0" sldId="259"/>
            <ac:spMk id="14" creationId="{00000000-0000-0000-0000-000000000000}"/>
          </ac:spMkLst>
        </pc:spChg>
        <pc:spChg chg="del mod">
          <ac:chgData name="연우 오" userId="c3558644dac54ca4" providerId="LiveId" clId="{9333FDCA-79D6-4088-A778-579BE454CE38}" dt="2026-08-22T08:57:14.088" v="4610" actId="478"/>
          <ac:spMkLst>
            <pc:docMk/>
            <pc:sldMk cId="0" sldId="259"/>
            <ac:spMk id="15" creationId="{00000000-0000-0000-0000-000000000000}"/>
          </ac:spMkLst>
        </pc:spChg>
        <pc:spChg chg="del mod">
          <ac:chgData name="연우 오" userId="c3558644dac54ca4" providerId="LiveId" clId="{9333FDCA-79D6-4088-A778-579BE454CE38}" dt="2026-08-22T08:57:14.088" v="4610" actId="478"/>
          <ac:spMkLst>
            <pc:docMk/>
            <pc:sldMk cId="0" sldId="259"/>
            <ac:spMk id="16" creationId="{00000000-0000-0000-0000-000000000000}"/>
          </ac:spMkLst>
        </pc:spChg>
        <pc:spChg chg="del mod">
          <ac:chgData name="연우 오" userId="c3558644dac54ca4" providerId="LiveId" clId="{9333FDCA-79D6-4088-A778-579BE454CE38}" dt="2026-08-22T08:57:14.088" v="4610" actId="478"/>
          <ac:spMkLst>
            <pc:docMk/>
            <pc:sldMk cId="0" sldId="259"/>
            <ac:spMk id="17" creationId="{00000000-0000-0000-0000-000000000000}"/>
          </ac:spMkLst>
        </pc:spChg>
        <pc:spChg chg="del mod">
          <ac:chgData name="연우 오" userId="c3558644dac54ca4" providerId="LiveId" clId="{9333FDCA-79D6-4088-A778-579BE454CE38}" dt="2026-08-22T08:57:14.088" v="4610" actId="478"/>
          <ac:spMkLst>
            <pc:docMk/>
            <pc:sldMk cId="0" sldId="259"/>
            <ac:spMk id="18" creationId="{00000000-0000-0000-0000-000000000000}"/>
          </ac:spMkLst>
        </pc:spChg>
        <pc:spChg chg="add del mod">
          <ac:chgData name="연우 오" userId="c3558644dac54ca4" providerId="LiveId" clId="{9333FDCA-79D6-4088-A778-579BE454CE38}" dt="2026-08-22T08:57:14.088" v="4610" actId="478"/>
          <ac:spMkLst>
            <pc:docMk/>
            <pc:sldMk cId="0" sldId="259"/>
            <ac:spMk id="20" creationId="{AB951590-A76B-7674-ECB6-6D577AC5EF34}"/>
          </ac:spMkLst>
        </pc:spChg>
        <pc:spChg chg="add del mod">
          <ac:chgData name="연우 오" userId="c3558644dac54ca4" providerId="LiveId" clId="{9333FDCA-79D6-4088-A778-579BE454CE38}" dt="2026-08-22T08:57:14.088" v="4610" actId="478"/>
          <ac:spMkLst>
            <pc:docMk/>
            <pc:sldMk cId="0" sldId="259"/>
            <ac:spMk id="22" creationId="{D64DE112-81C7-D038-4DD6-E76A7D30FE2A}"/>
          </ac:spMkLst>
        </pc:spChg>
        <pc:spChg chg="add del mod ord">
          <ac:chgData name="연우 오" userId="c3558644dac54ca4" providerId="LiveId" clId="{9333FDCA-79D6-4088-A778-579BE454CE38}" dt="2026-08-22T09:09:49.542" v="4703" actId="21"/>
          <ac:spMkLst>
            <pc:docMk/>
            <pc:sldMk cId="0" sldId="259"/>
            <ac:spMk id="27" creationId="{C5A5A956-690B-6098-51B5-8391A3B1DB84}"/>
          </ac:spMkLst>
        </pc:spChg>
        <pc:picChg chg="add del">
          <ac:chgData name="연우 오" userId="c3558644dac54ca4" providerId="LiveId" clId="{9333FDCA-79D6-4088-A778-579BE454CE38}" dt="2026-08-22T08:57:51.986" v="4612" actId="22"/>
          <ac:picMkLst>
            <pc:docMk/>
            <pc:sldMk cId="0" sldId="259"/>
            <ac:picMk id="24" creationId="{B7976C29-288E-52C4-ED14-0F7BF0EA9F14}"/>
          </ac:picMkLst>
        </pc:picChg>
        <pc:picChg chg="add del">
          <ac:chgData name="연우 오" userId="c3558644dac54ca4" providerId="LiveId" clId="{9333FDCA-79D6-4088-A778-579BE454CE38}" dt="2026-08-22T08:58:25.841" v="4622" actId="478"/>
          <ac:picMkLst>
            <pc:docMk/>
            <pc:sldMk cId="0" sldId="259"/>
            <ac:picMk id="26" creationId="{B1175C40-A756-8A8F-8B2C-1529083F98EB}"/>
          </ac:picMkLst>
        </pc:picChg>
      </pc:sldChg>
      <pc:sldChg chg="add del ord">
        <pc:chgData name="연우 오" userId="c3558644dac54ca4" providerId="LiveId" clId="{9333FDCA-79D6-4088-A778-579BE454CE38}" dt="2026-08-22T09:29:02.742" v="5093"/>
        <pc:sldMkLst>
          <pc:docMk/>
          <pc:sldMk cId="0" sldId="260"/>
        </pc:sldMkLst>
      </pc:sldChg>
      <pc:sldChg chg="new del">
        <pc:chgData name="연우 오" userId="c3558644dac54ca4" providerId="LiveId" clId="{9333FDCA-79D6-4088-A778-579BE454CE38}" dt="2026-08-21T07:52:37.278" v="3283" actId="47"/>
        <pc:sldMkLst>
          <pc:docMk/>
          <pc:sldMk cId="3791773719" sldId="260"/>
        </pc:sldMkLst>
      </pc:sldChg>
      <pc:sldChg chg="modSp add del mod">
        <pc:chgData name="연우 오" userId="c3558644dac54ca4" providerId="LiveId" clId="{9333FDCA-79D6-4088-A778-579BE454CE38}" dt="2026-08-22T09:28:54.295" v="5091" actId="47"/>
        <pc:sldMkLst>
          <pc:docMk/>
          <pc:sldMk cId="538983994" sldId="261"/>
        </pc:sldMkLst>
        <pc:spChg chg="mod">
          <ac:chgData name="연우 오" userId="c3558644dac54ca4" providerId="LiveId" clId="{9333FDCA-79D6-4088-A778-579BE454CE38}" dt="2026-08-21T07:52:50.039" v="3294" actId="20577"/>
          <ac:spMkLst>
            <pc:docMk/>
            <pc:sldMk cId="538983994" sldId="261"/>
            <ac:spMk id="3" creationId="{16517C86-CA02-3849-4FF8-2ED94D3D56F4}"/>
          </ac:spMkLst>
        </pc:spChg>
      </pc:sldChg>
      <pc:sldChg chg="add del ord">
        <pc:chgData name="연우 오" userId="c3558644dac54ca4" providerId="LiveId" clId="{9333FDCA-79D6-4088-A778-579BE454CE38}" dt="2026-08-22T09:29:09.136" v="5099"/>
        <pc:sldMkLst>
          <pc:docMk/>
          <pc:sldMk cId="0" sldId="262"/>
        </pc:sldMkLst>
      </pc:sldChg>
      <pc:sldChg chg="addSp delSp modSp add del mod modAnim">
        <pc:chgData name="연우 오" userId="c3558644dac54ca4" providerId="LiveId" clId="{9333FDCA-79D6-4088-A778-579BE454CE38}" dt="2026-08-22T07:31:22.497" v="3816" actId="47"/>
        <pc:sldMkLst>
          <pc:docMk/>
          <pc:sldMk cId="328680156" sldId="262"/>
        </pc:sldMkLst>
        <pc:spChg chg="add del mod ord">
          <ac:chgData name="연우 오" userId="c3558644dac54ca4" providerId="LiveId" clId="{9333FDCA-79D6-4088-A778-579BE454CE38}" dt="2026-08-21T07:56:29.238" v="3308" actId="478"/>
          <ac:spMkLst>
            <pc:docMk/>
            <pc:sldMk cId="328680156" sldId="262"/>
            <ac:spMk id="2" creationId="{C60434D3-3507-AEFD-D0EF-F20C13A62C20}"/>
          </ac:spMkLst>
        </pc:spChg>
        <pc:spChg chg="add del">
          <ac:chgData name="연우 오" userId="c3558644dac54ca4" providerId="LiveId" clId="{9333FDCA-79D6-4088-A778-579BE454CE38}" dt="2026-08-21T07:57:15.725" v="3318" actId="478"/>
          <ac:spMkLst>
            <pc:docMk/>
            <pc:sldMk cId="328680156" sldId="262"/>
            <ac:spMk id="5" creationId="{463C90C0-8258-B202-A3AD-412FD2790AB9}"/>
          </ac:spMkLst>
        </pc:spChg>
        <pc:spChg chg="add del">
          <ac:chgData name="연우 오" userId="c3558644dac54ca4" providerId="LiveId" clId="{9333FDCA-79D6-4088-A778-579BE454CE38}" dt="2026-08-21T07:57:15.725" v="3318" actId="478"/>
          <ac:spMkLst>
            <pc:docMk/>
            <pc:sldMk cId="328680156" sldId="262"/>
            <ac:spMk id="7" creationId="{9375AE55-7223-B4A4-7B2C-523DD951A1C6}"/>
          </ac:spMkLst>
        </pc:spChg>
        <pc:spChg chg="add del">
          <ac:chgData name="연우 오" userId="c3558644dac54ca4" providerId="LiveId" clId="{9333FDCA-79D6-4088-A778-579BE454CE38}" dt="2026-08-21T07:57:15.725" v="3318" actId="478"/>
          <ac:spMkLst>
            <pc:docMk/>
            <pc:sldMk cId="328680156" sldId="262"/>
            <ac:spMk id="8" creationId="{1B94C377-0A25-CF28-3C88-01B81EF060D7}"/>
          </ac:spMkLst>
        </pc:spChg>
        <pc:spChg chg="add del">
          <ac:chgData name="연우 오" userId="c3558644dac54ca4" providerId="LiveId" clId="{9333FDCA-79D6-4088-A778-579BE454CE38}" dt="2026-08-21T07:57:15.725" v="3318" actId="478"/>
          <ac:spMkLst>
            <pc:docMk/>
            <pc:sldMk cId="328680156" sldId="262"/>
            <ac:spMk id="9" creationId="{D6CF98DF-D3E5-25EA-B44E-7AF85E6FE92E}"/>
          </ac:spMkLst>
        </pc:spChg>
        <pc:spChg chg="add del">
          <ac:chgData name="연우 오" userId="c3558644dac54ca4" providerId="LiveId" clId="{9333FDCA-79D6-4088-A778-579BE454CE38}" dt="2026-08-21T07:57:15.725" v="3318" actId="478"/>
          <ac:spMkLst>
            <pc:docMk/>
            <pc:sldMk cId="328680156" sldId="262"/>
            <ac:spMk id="10" creationId="{F2CB0C06-4B15-EF39-BEDD-302FCDDA3202}"/>
          </ac:spMkLst>
        </pc:spChg>
        <pc:spChg chg="del">
          <ac:chgData name="연우 오" userId="c3558644dac54ca4" providerId="LiveId" clId="{9333FDCA-79D6-4088-A778-579BE454CE38}" dt="2026-08-21T07:57:45.032" v="3322" actId="478"/>
          <ac:spMkLst>
            <pc:docMk/>
            <pc:sldMk cId="328680156" sldId="262"/>
            <ac:spMk id="11" creationId="{5B9E8BE1-B56F-267B-44D5-06EF6736E350}"/>
          </ac:spMkLst>
        </pc:spChg>
        <pc:spChg chg="del">
          <ac:chgData name="연우 오" userId="c3558644dac54ca4" providerId="LiveId" clId="{9333FDCA-79D6-4088-A778-579BE454CE38}" dt="2026-08-21T07:57:45.032" v="3322" actId="478"/>
          <ac:spMkLst>
            <pc:docMk/>
            <pc:sldMk cId="328680156" sldId="262"/>
            <ac:spMk id="12" creationId="{ACB6CA2A-BAC0-391E-A0B6-47B608DB14AA}"/>
          </ac:spMkLst>
        </pc:spChg>
        <pc:spChg chg="del">
          <ac:chgData name="연우 오" userId="c3558644dac54ca4" providerId="LiveId" clId="{9333FDCA-79D6-4088-A778-579BE454CE38}" dt="2026-08-21T07:57:45.032" v="3322" actId="478"/>
          <ac:spMkLst>
            <pc:docMk/>
            <pc:sldMk cId="328680156" sldId="262"/>
            <ac:spMk id="13" creationId="{40A9D36C-D632-9D65-9E2A-E379219B9C00}"/>
          </ac:spMkLst>
        </pc:spChg>
        <pc:spChg chg="del">
          <ac:chgData name="연우 오" userId="c3558644dac54ca4" providerId="LiveId" clId="{9333FDCA-79D6-4088-A778-579BE454CE38}" dt="2026-08-21T07:57:45.032" v="3322" actId="478"/>
          <ac:spMkLst>
            <pc:docMk/>
            <pc:sldMk cId="328680156" sldId="262"/>
            <ac:spMk id="14" creationId="{A9DEFE4B-C0A0-F60F-64DF-210E209883AA}"/>
          </ac:spMkLst>
        </pc:spChg>
        <pc:spChg chg="del">
          <ac:chgData name="연우 오" userId="c3558644dac54ca4" providerId="LiveId" clId="{9333FDCA-79D6-4088-A778-579BE454CE38}" dt="2026-08-21T07:58:25.100" v="3328" actId="478"/>
          <ac:spMkLst>
            <pc:docMk/>
            <pc:sldMk cId="328680156" sldId="262"/>
            <ac:spMk id="15" creationId="{17E36507-A3E0-B281-0E99-C7C2258A0326}"/>
          </ac:spMkLst>
        </pc:spChg>
        <pc:spChg chg="del">
          <ac:chgData name="연우 오" userId="c3558644dac54ca4" providerId="LiveId" clId="{9333FDCA-79D6-4088-A778-579BE454CE38}" dt="2026-08-21T07:58:25.100" v="3328" actId="478"/>
          <ac:spMkLst>
            <pc:docMk/>
            <pc:sldMk cId="328680156" sldId="262"/>
            <ac:spMk id="16" creationId="{6CD31241-DED3-6BDE-D422-967D87661E23}"/>
          </ac:spMkLst>
        </pc:spChg>
        <pc:spChg chg="del">
          <ac:chgData name="연우 오" userId="c3558644dac54ca4" providerId="LiveId" clId="{9333FDCA-79D6-4088-A778-579BE454CE38}" dt="2026-08-21T07:58:25.100" v="3328" actId="478"/>
          <ac:spMkLst>
            <pc:docMk/>
            <pc:sldMk cId="328680156" sldId="262"/>
            <ac:spMk id="17" creationId="{DAFA0E28-0601-0B9F-AB41-9CF46E5AED51}"/>
          </ac:spMkLst>
        </pc:spChg>
        <pc:spChg chg="del">
          <ac:chgData name="연우 오" userId="c3558644dac54ca4" providerId="LiveId" clId="{9333FDCA-79D6-4088-A778-579BE454CE38}" dt="2026-08-21T07:58:25.100" v="3328" actId="478"/>
          <ac:spMkLst>
            <pc:docMk/>
            <pc:sldMk cId="328680156" sldId="262"/>
            <ac:spMk id="18" creationId="{7CC86BBB-4391-A449-D393-D8A447F59AED}"/>
          </ac:spMkLst>
        </pc:spChg>
        <pc:spChg chg="mod">
          <ac:chgData name="연우 오" userId="c3558644dac54ca4" providerId="LiveId" clId="{9333FDCA-79D6-4088-A778-579BE454CE38}" dt="2026-08-21T07:55:19.816" v="3306"/>
          <ac:spMkLst>
            <pc:docMk/>
            <pc:sldMk cId="328680156" sldId="262"/>
            <ac:spMk id="19" creationId="{ED489981-8D94-AF64-B0AF-4C43BA01D177}"/>
          </ac:spMkLst>
        </pc:spChg>
        <pc:spChg chg="del">
          <ac:chgData name="연우 오" userId="c3558644dac54ca4" providerId="LiveId" clId="{9333FDCA-79D6-4088-A778-579BE454CE38}" dt="2026-08-21T07:57:45.032" v="3322" actId="478"/>
          <ac:spMkLst>
            <pc:docMk/>
            <pc:sldMk cId="328680156" sldId="262"/>
            <ac:spMk id="20" creationId="{289E730C-864C-C424-0510-91884B39C855}"/>
          </ac:spMkLst>
        </pc:spChg>
        <pc:spChg chg="del">
          <ac:chgData name="연우 오" userId="c3558644dac54ca4" providerId="LiveId" clId="{9333FDCA-79D6-4088-A778-579BE454CE38}" dt="2026-08-21T07:58:25.100" v="3328" actId="478"/>
          <ac:spMkLst>
            <pc:docMk/>
            <pc:sldMk cId="328680156" sldId="262"/>
            <ac:spMk id="22" creationId="{F60F6C2A-2504-535C-1DD7-52D19F96C204}"/>
          </ac:spMkLst>
        </pc:spChg>
        <pc:picChg chg="add mod">
          <ac:chgData name="연우 오" userId="c3558644dac54ca4" providerId="LiveId" clId="{9333FDCA-79D6-4088-A778-579BE454CE38}" dt="2026-08-21T07:57:24.594" v="3319" actId="1076"/>
          <ac:picMkLst>
            <pc:docMk/>
            <pc:sldMk cId="328680156" sldId="262"/>
            <ac:picMk id="23" creationId="{05524E77-A1EB-D065-EA8F-171494E12CF0}"/>
          </ac:picMkLst>
        </pc:picChg>
        <pc:picChg chg="add mod">
          <ac:chgData name="연우 오" userId="c3558644dac54ca4" providerId="LiveId" clId="{9333FDCA-79D6-4088-A778-579BE454CE38}" dt="2026-08-21T08:00:01.458" v="3343" actId="1076"/>
          <ac:picMkLst>
            <pc:docMk/>
            <pc:sldMk cId="328680156" sldId="262"/>
            <ac:picMk id="25" creationId="{A84239FD-D2E2-72D2-DD3E-A77EA2982FBC}"/>
          </ac:picMkLst>
        </pc:picChg>
        <pc:picChg chg="add mod">
          <ac:chgData name="연우 오" userId="c3558644dac54ca4" providerId="LiveId" clId="{9333FDCA-79D6-4088-A778-579BE454CE38}" dt="2026-08-21T07:58:48.855" v="3336" actId="1076"/>
          <ac:picMkLst>
            <pc:docMk/>
            <pc:sldMk cId="328680156" sldId="262"/>
            <ac:picMk id="27" creationId="{82318D07-84B4-2C48-9B36-6D6931692162}"/>
          </ac:picMkLst>
        </pc:picChg>
      </pc:sldChg>
      <pc:sldChg chg="delSp modSp add del mod ord">
        <pc:chgData name="연우 오" userId="c3558644dac54ca4" providerId="LiveId" clId="{9333FDCA-79D6-4088-A778-579BE454CE38}" dt="2026-08-22T09:28:33.276" v="5089"/>
        <pc:sldMkLst>
          <pc:docMk/>
          <pc:sldMk cId="0" sldId="263"/>
        </pc:sldMkLst>
        <pc:spChg chg="mod">
          <ac:chgData name="연우 오" userId="c3558644dac54ca4" providerId="LiveId" clId="{9333FDCA-79D6-4088-A778-579BE454CE38}" dt="2026-08-22T08:21:59.742" v="4384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2:28.762" v="3395" actId="20577"/>
          <ac:spMkLst>
            <pc:docMk/>
            <pc:sldMk cId="0" sldId="263"/>
            <ac:spMk id="3" creationId="{00000000-0000-0000-0000-000000000000}"/>
          </ac:spMkLst>
        </pc:spChg>
        <pc:spChg chg="del">
          <ac:chgData name="연우 오" userId="c3558644dac54ca4" providerId="LiveId" clId="{9333FDCA-79D6-4088-A778-579BE454CE38}" dt="2026-08-22T08:22:03.442" v="4385" actId="478"/>
          <ac:spMkLst>
            <pc:docMk/>
            <pc:sldMk cId="0" sldId="263"/>
            <ac:spMk id="5" creationId="{00000000-0000-0000-0000-000000000000}"/>
          </ac:spMkLst>
        </pc:spChg>
      </pc:sldChg>
      <pc:sldChg chg="add del ord">
        <pc:chgData name="연우 오" userId="c3558644dac54ca4" providerId="LiveId" clId="{9333FDCA-79D6-4088-A778-579BE454CE38}" dt="2026-08-22T09:29:04.393" v="5095"/>
        <pc:sldMkLst>
          <pc:docMk/>
          <pc:sldMk cId="0" sldId="264"/>
        </pc:sldMkLst>
      </pc:sldChg>
      <pc:sldChg chg="add del">
        <pc:chgData name="연우 오" userId="c3558644dac54ca4" providerId="LiveId" clId="{9333FDCA-79D6-4088-A778-579BE454CE38}" dt="2026-08-22T07:32:29.055" v="3819"/>
        <pc:sldMkLst>
          <pc:docMk/>
          <pc:sldMk cId="0" sldId="265"/>
        </pc:sldMkLst>
      </pc:sldChg>
      <pc:sldChg chg="delSp modSp add del mod delAnim modAnim">
        <pc:chgData name="연우 오" userId="c3558644dac54ca4" providerId="LiveId" clId="{9333FDCA-79D6-4088-A778-579BE454CE38}" dt="2026-08-22T08:21:32.647" v="4382" actId="47"/>
        <pc:sldMkLst>
          <pc:docMk/>
          <pc:sldMk cId="1310272509" sldId="266"/>
        </pc:sldMkLst>
        <pc:spChg chg="mod">
          <ac:chgData name="연우 오" userId="c3558644dac54ca4" providerId="LiveId" clId="{9333FDCA-79D6-4088-A778-579BE454CE38}" dt="2026-08-22T08:05:22.777" v="4297" actId="20577"/>
          <ac:spMkLst>
            <pc:docMk/>
            <pc:sldMk cId="1310272509" sldId="266"/>
            <ac:spMk id="8" creationId="{15F5A0B3-7028-E5B0-950D-B745D55F002F}"/>
          </ac:spMkLst>
        </pc:spChg>
        <pc:spChg chg="del">
          <ac:chgData name="연우 오" userId="c3558644dac54ca4" providerId="LiveId" clId="{9333FDCA-79D6-4088-A778-579BE454CE38}" dt="2026-08-22T08:05:03.150" v="4283" actId="478"/>
          <ac:spMkLst>
            <pc:docMk/>
            <pc:sldMk cId="1310272509" sldId="266"/>
            <ac:spMk id="14" creationId="{F6680B9F-1CFB-7033-EA75-E71C11B1E457}"/>
          </ac:spMkLst>
        </pc:spChg>
      </pc:sldChg>
      <pc:sldChg chg="addSp delSp modSp add mod modTransition modAnim">
        <pc:chgData name="연우 오" userId="c3558644dac54ca4" providerId="LiveId" clId="{9333FDCA-79D6-4088-A778-579BE454CE38}" dt="2026-08-22T08:24:37.049" v="4569" actId="478"/>
        <pc:sldMkLst>
          <pc:docMk/>
          <pc:sldMk cId="96350533" sldId="267"/>
        </pc:sldMkLst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7" creationId="{CBB12F64-12D9-DF0D-F200-05D9460D23E6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8" creationId="{BE2EE4C3-3F08-8ACC-A901-639FFAAAAECE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9" creationId="{8ABB6EDB-60E2-32F7-B321-7F9BD3D27664}"/>
          </ac:spMkLst>
        </pc:spChg>
        <pc:spChg chg="del">
          <ac:chgData name="연우 오" userId="c3558644dac54ca4" providerId="LiveId" clId="{9333FDCA-79D6-4088-A778-579BE454CE38}" dt="2026-08-22T08:15:57.443" v="4367" actId="478"/>
          <ac:spMkLst>
            <pc:docMk/>
            <pc:sldMk cId="96350533" sldId="267"/>
            <ac:spMk id="10" creationId="{8150056E-445A-D36C-5BDC-6AC23FC0447B}"/>
          </ac:spMkLst>
        </pc:spChg>
        <pc:spChg chg="add del">
          <ac:chgData name="연우 오" userId="c3558644dac54ca4" providerId="LiveId" clId="{9333FDCA-79D6-4088-A778-579BE454CE38}" dt="2026-08-22T08:20:21.711" v="4373" actId="22"/>
          <ac:spMkLst>
            <pc:docMk/>
            <pc:sldMk cId="96350533" sldId="267"/>
            <ac:spMk id="11" creationId="{4B6DF01C-C9BC-AF41-499B-F9DDBF411518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17" creationId="{6C92398E-0F84-BBDB-2D03-BE2A1DE19492}"/>
          </ac:spMkLst>
        </pc:spChg>
        <pc:spChg chg="add del mod">
          <ac:chgData name="연우 오" userId="c3558644dac54ca4" providerId="LiveId" clId="{9333FDCA-79D6-4088-A778-579BE454CE38}" dt="2026-08-22T08:24:37.049" v="4569" actId="478"/>
          <ac:spMkLst>
            <pc:docMk/>
            <pc:sldMk cId="96350533" sldId="267"/>
            <ac:spMk id="18" creationId="{B5D9475F-9D9E-32AF-96F9-D0F5B5F01F1D}"/>
          </ac:spMkLst>
        </pc:spChg>
        <pc:picChg chg="del">
          <ac:chgData name="연우 오" userId="c3558644dac54ca4" providerId="LiveId" clId="{9333FDCA-79D6-4088-A778-579BE454CE38}" dt="2026-08-22T08:15:37.063" v="4358" actId="478"/>
          <ac:picMkLst>
            <pc:docMk/>
            <pc:sldMk cId="96350533" sldId="267"/>
            <ac:picMk id="12" creationId="{62B8CD21-5E15-8728-B464-FC50FF97821C}"/>
          </ac:picMkLst>
        </pc:picChg>
        <pc:picChg chg="add mod">
          <ac:chgData name="연우 오" userId="c3558644dac54ca4" providerId="LiveId" clId="{9333FDCA-79D6-4088-A778-579BE454CE38}" dt="2026-08-22T08:24:23.254" v="4565" actId="1076"/>
          <ac:picMkLst>
            <pc:docMk/>
            <pc:sldMk cId="96350533" sldId="267"/>
            <ac:picMk id="15" creationId="{A67BCAA6-D0E9-6960-67CA-D0491AF61F93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2T09:07:57.490" v="4687" actId="22"/>
        <pc:sldMkLst>
          <pc:docMk/>
          <pc:sldMk cId="1729818181" sldId="268"/>
        </pc:sldMkLst>
        <pc:spChg chg="del">
          <ac:chgData name="연우 오" userId="c3558644dac54ca4" providerId="LiveId" clId="{9333FDCA-79D6-4088-A778-579BE454CE38}" dt="2026-08-22T08:24:57.540" v="4573" actId="478"/>
          <ac:spMkLst>
            <pc:docMk/>
            <pc:sldMk cId="1729818181" sldId="268"/>
            <ac:spMk id="2" creationId="{29F0977F-48C2-EA7E-EE54-D6FAD5157126}"/>
          </ac:spMkLst>
        </pc:spChg>
        <pc:spChg chg="del">
          <ac:chgData name="연우 오" userId="c3558644dac54ca4" providerId="LiveId" clId="{9333FDCA-79D6-4088-A778-579BE454CE38}" dt="2026-08-22T08:24:57.540" v="4573" actId="478"/>
          <ac:spMkLst>
            <pc:docMk/>
            <pc:sldMk cId="1729818181" sldId="268"/>
            <ac:spMk id="3" creationId="{2E233B8F-58A1-1CEC-92D9-33A6B3C57FAA}"/>
          </ac:spMkLst>
        </pc:spChg>
        <pc:spChg chg="del">
          <ac:chgData name="연우 오" userId="c3558644dac54ca4" providerId="LiveId" clId="{9333FDCA-79D6-4088-A778-579BE454CE38}" dt="2026-08-22T08:24:57.540" v="4573" actId="478"/>
          <ac:spMkLst>
            <pc:docMk/>
            <pc:sldMk cId="1729818181" sldId="268"/>
            <ac:spMk id="4" creationId="{02E95D23-4AB8-7793-BFB1-E572ED032A51}"/>
          </ac:spMkLst>
        </pc:spChg>
        <pc:spChg chg="del">
          <ac:chgData name="연우 오" userId="c3558644dac54ca4" providerId="LiveId" clId="{9333FDCA-79D6-4088-A778-579BE454CE38}" dt="2026-08-22T08:24:59.694" v="4574" actId="478"/>
          <ac:spMkLst>
            <pc:docMk/>
            <pc:sldMk cId="1729818181" sldId="268"/>
            <ac:spMk id="6" creationId="{63D34CEE-15B2-2DDD-FC47-2AEA9B0CBCD5}"/>
          </ac:spMkLst>
        </pc:spChg>
        <pc:spChg chg="del">
          <ac:chgData name="연우 오" userId="c3558644dac54ca4" providerId="LiveId" clId="{9333FDCA-79D6-4088-A778-579BE454CE38}" dt="2026-08-22T08:24:57.540" v="4573" actId="478"/>
          <ac:spMkLst>
            <pc:docMk/>
            <pc:sldMk cId="1729818181" sldId="268"/>
            <ac:spMk id="7" creationId="{5C23F017-8942-CA8D-FD30-6721F33B9288}"/>
          </ac:spMkLst>
        </pc:spChg>
        <pc:spChg chg="del">
          <ac:chgData name="연우 오" userId="c3558644dac54ca4" providerId="LiveId" clId="{9333FDCA-79D6-4088-A778-579BE454CE38}" dt="2026-08-22T08:25:01.966" v="4575" actId="478"/>
          <ac:spMkLst>
            <pc:docMk/>
            <pc:sldMk cId="1729818181" sldId="268"/>
            <ac:spMk id="8" creationId="{11C482CE-9F8D-D29A-7C37-BA93650930AD}"/>
          </ac:spMkLst>
        </pc:spChg>
        <pc:spChg chg="del mod">
          <ac:chgData name="연우 오" userId="c3558644dac54ca4" providerId="LiveId" clId="{9333FDCA-79D6-4088-A778-579BE454CE38}" dt="2026-08-22T08:27:24.944" v="4605" actId="478"/>
          <ac:spMkLst>
            <pc:docMk/>
            <pc:sldMk cId="1729818181" sldId="268"/>
            <ac:spMk id="9" creationId="{1FEC032F-E8D3-2C20-DFC7-ED6068E03F95}"/>
          </ac:spMkLst>
        </pc:spChg>
        <pc:spChg chg="del">
          <ac:chgData name="연우 오" userId="c3558644dac54ca4" providerId="LiveId" clId="{9333FDCA-79D6-4088-A778-579BE454CE38}" dt="2026-08-22T08:24:59.694" v="4574" actId="478"/>
          <ac:spMkLst>
            <pc:docMk/>
            <pc:sldMk cId="1729818181" sldId="268"/>
            <ac:spMk id="14" creationId="{532BA9A2-659E-3FF0-1BEE-DCF185CE7224}"/>
          </ac:spMkLst>
        </pc:spChg>
        <pc:spChg chg="del">
          <ac:chgData name="연우 오" userId="c3558644dac54ca4" providerId="LiveId" clId="{9333FDCA-79D6-4088-A778-579BE454CE38}" dt="2026-08-22T08:27:18.510" v="4602" actId="478"/>
          <ac:spMkLst>
            <pc:docMk/>
            <pc:sldMk cId="1729818181" sldId="268"/>
            <ac:spMk id="16" creationId="{CC41E01C-D705-2F0E-DF32-5A5C1AB2C464}"/>
          </ac:spMkLst>
        </pc:spChg>
        <pc:spChg chg="del">
          <ac:chgData name="연우 오" userId="c3558644dac54ca4" providerId="LiveId" clId="{9333FDCA-79D6-4088-A778-579BE454CE38}" dt="2026-08-22T08:24:57.540" v="4573" actId="478"/>
          <ac:spMkLst>
            <pc:docMk/>
            <pc:sldMk cId="1729818181" sldId="268"/>
            <ac:spMk id="17" creationId="{AD7FFEAA-CCBB-A6C2-AF9C-156CF29337EE}"/>
          </ac:spMkLst>
        </pc:spChg>
        <pc:spChg chg="mod">
          <ac:chgData name="연우 오" userId="c3558644dac54ca4" providerId="LiveId" clId="{9333FDCA-79D6-4088-A778-579BE454CE38}" dt="2026-08-22T08:27:29.619" v="4606" actId="1076"/>
          <ac:spMkLst>
            <pc:docMk/>
            <pc:sldMk cId="1729818181" sldId="268"/>
            <ac:spMk id="18" creationId="{360CB4A5-BBD7-B12D-4C75-809179E31229}"/>
          </ac:spMkLst>
        </pc:spChg>
        <pc:picChg chg="add mod ord">
          <ac:chgData name="연우 오" userId="c3558644dac54ca4" providerId="LiveId" clId="{9333FDCA-79D6-4088-A778-579BE454CE38}" dt="2026-08-22T08:27:20.619" v="4603" actId="1076"/>
          <ac:picMkLst>
            <pc:docMk/>
            <pc:sldMk cId="1729818181" sldId="268"/>
            <ac:picMk id="10" creationId="{2167DE26-C953-A2CD-4466-D8D49DF924F1}"/>
          </ac:picMkLst>
        </pc:picChg>
        <pc:picChg chg="add del ord">
          <ac:chgData name="연우 오" userId="c3558644dac54ca4" providerId="LiveId" clId="{9333FDCA-79D6-4088-A778-579BE454CE38}" dt="2026-08-22T09:07:57.490" v="4687" actId="22"/>
          <ac:picMkLst>
            <pc:docMk/>
            <pc:sldMk cId="1729818181" sldId="268"/>
            <ac:picMk id="12" creationId="{8B1DBD1D-E682-D722-C7EB-8C43889C69AF}"/>
          </ac:picMkLst>
        </pc:picChg>
        <pc:picChg chg="del">
          <ac:chgData name="연우 오" userId="c3558644dac54ca4" providerId="LiveId" clId="{9333FDCA-79D6-4088-A778-579BE454CE38}" dt="2026-08-22T08:25:04.248" v="4576" actId="478"/>
          <ac:picMkLst>
            <pc:docMk/>
            <pc:sldMk cId="1729818181" sldId="268"/>
            <ac:picMk id="15" creationId="{B10DD21D-8B59-148E-F1BF-C7A17D5B1FB2}"/>
          </ac:picMkLst>
        </pc:picChg>
      </pc:sldChg>
      <pc:sldChg chg="addSp delSp modSp add del mod ord">
        <pc:chgData name="연우 오" userId="c3558644dac54ca4" providerId="LiveId" clId="{9333FDCA-79D6-4088-A778-579BE454CE38}" dt="2026-08-22T09:28:42.870" v="5090" actId="47"/>
        <pc:sldMkLst>
          <pc:docMk/>
          <pc:sldMk cId="2881702232" sldId="269"/>
        </pc:sldMkLst>
        <pc:spChg chg="add del mod">
          <ac:chgData name="연우 오" userId="c3558644dac54ca4" providerId="LiveId" clId="{9333FDCA-79D6-4088-A778-579BE454CE38}" dt="2026-08-22T09:16:38.848" v="4776" actId="21"/>
          <ac:spMkLst>
            <pc:docMk/>
            <pc:sldMk cId="2881702232" sldId="269"/>
            <ac:spMk id="19" creationId="{183CE74A-6E10-31FD-7B74-2314D5C9BE43}"/>
          </ac:spMkLst>
        </pc:spChg>
        <pc:spChg chg="add del mod">
          <ac:chgData name="연우 오" userId="c3558644dac54ca4" providerId="LiveId" clId="{9333FDCA-79D6-4088-A778-579BE454CE38}" dt="2026-08-22T09:22:47.321" v="4876" actId="21"/>
          <ac:spMkLst>
            <pc:docMk/>
            <pc:sldMk cId="2881702232" sldId="269"/>
            <ac:spMk id="27" creationId="{1B4D79F7-6FAD-FED1-C83B-2F067821BCF9}"/>
          </ac:spMkLst>
        </pc:spChg>
        <pc:picChg chg="add del">
          <ac:chgData name="연우 오" userId="c3558644dac54ca4" providerId="LiveId" clId="{9333FDCA-79D6-4088-A778-579BE454CE38}" dt="2026-08-22T09:16:57.767" v="4781" actId="21"/>
          <ac:picMkLst>
            <pc:docMk/>
            <pc:sldMk cId="2881702232" sldId="269"/>
            <ac:picMk id="23" creationId="{38A56148-D932-3B79-70F2-C3C787B9EBF4}"/>
          </ac:picMkLst>
        </pc:picChg>
        <pc:picChg chg="add del mod">
          <ac:chgData name="연우 오" userId="c3558644dac54ca4" providerId="LiveId" clId="{9333FDCA-79D6-4088-A778-579BE454CE38}" dt="2026-08-22T09:18:50.896" v="4814" actId="21"/>
          <ac:picMkLst>
            <pc:docMk/>
            <pc:sldMk cId="2881702232" sldId="269"/>
            <ac:picMk id="25" creationId="{D2EEA5C0-B62C-0917-D646-D9F1F0C4CA79}"/>
          </ac:picMkLst>
        </pc:picChg>
        <pc:picChg chg="add del mod ord">
          <ac:chgData name="연우 오" userId="c3558644dac54ca4" providerId="LiveId" clId="{9333FDCA-79D6-4088-A778-579BE454CE38}" dt="2026-08-22T09:24:05.816" v="4898" actId="21"/>
          <ac:picMkLst>
            <pc:docMk/>
            <pc:sldMk cId="2881702232" sldId="269"/>
            <ac:picMk id="29" creationId="{5ED1837F-37D3-9E78-2F6A-FA042F70D334}"/>
          </ac:picMkLst>
        </pc:picChg>
      </pc:sldChg>
      <pc:sldChg chg="add del">
        <pc:chgData name="연우 오" userId="c3558644dac54ca4" providerId="LiveId" clId="{9333FDCA-79D6-4088-A778-579BE454CE38}" dt="2026-08-22T08:24:47.368" v="4571"/>
        <pc:sldMkLst>
          <pc:docMk/>
          <pc:sldMk cId="4173298247" sldId="269"/>
        </pc:sldMkLst>
      </pc:sldChg>
      <pc:sldChg chg="add del">
        <pc:chgData name="연우 오" userId="c3558644dac54ca4" providerId="LiveId" clId="{9333FDCA-79D6-4088-A778-579BE454CE38}" dt="2026-08-22T08:58:01.153" v="4614"/>
        <pc:sldMkLst>
          <pc:docMk/>
          <pc:sldMk cId="2959690564" sldId="270"/>
        </pc:sldMkLst>
      </pc:sldChg>
      <pc:sldChg chg="addSp delSp modSp new del mod">
        <pc:chgData name="연우 오" userId="c3558644dac54ca4" providerId="LiveId" clId="{9333FDCA-79D6-4088-A778-579BE454CE38}" dt="2026-08-22T09:05:33.400" v="4650" actId="47"/>
        <pc:sldMkLst>
          <pc:docMk/>
          <pc:sldMk cId="4276173771" sldId="270"/>
        </pc:sldMkLst>
        <pc:spChg chg="add del">
          <ac:chgData name="연우 오" userId="c3558644dac54ca4" providerId="LiveId" clId="{9333FDCA-79D6-4088-A778-579BE454CE38}" dt="2026-08-22T08:59:11.847" v="4633" actId="22"/>
          <ac:spMkLst>
            <pc:docMk/>
            <pc:sldMk cId="4276173771" sldId="270"/>
            <ac:spMk id="5" creationId="{06A1BE47-01C8-1DBE-D9C6-4C913E236881}"/>
          </ac:spMkLst>
        </pc:spChg>
        <pc:spChg chg="add del">
          <ac:chgData name="연우 오" userId="c3558644dac54ca4" providerId="LiveId" clId="{9333FDCA-79D6-4088-A778-579BE454CE38}" dt="2026-08-22T09:00:02.239" v="4648"/>
          <ac:spMkLst>
            <pc:docMk/>
            <pc:sldMk cId="4276173771" sldId="270"/>
            <ac:spMk id="8" creationId="{2C1B8D1D-6FB7-782C-3F0D-12A07BCC1F70}"/>
          </ac:spMkLst>
        </pc:spChg>
        <pc:picChg chg="add del mod">
          <ac:chgData name="연우 오" userId="c3558644dac54ca4" providerId="LiveId" clId="{9333FDCA-79D6-4088-A778-579BE454CE38}" dt="2026-08-22T09:00:02.239" v="4648"/>
          <ac:picMkLst>
            <pc:docMk/>
            <pc:sldMk cId="4276173771" sldId="270"/>
            <ac:picMk id="3" creationId="{A637C415-CB5F-45FF-E1A2-F9FA694BAF90}"/>
          </ac:picMkLst>
        </pc:picChg>
        <pc:picChg chg="mod">
          <ac:chgData name="연우 오" userId="c3558644dac54ca4" providerId="LiveId" clId="{9333FDCA-79D6-4088-A778-579BE454CE38}" dt="2026-08-22T08:59:10.333" v="4632"/>
          <ac:picMkLst>
            <pc:docMk/>
            <pc:sldMk cId="4276173771" sldId="270"/>
            <ac:picMk id="6" creationId="{289D1EB9-D12E-BC39-1DCB-37DBF80AE803}"/>
          </ac:picMkLst>
        </pc:picChg>
        <pc:picChg chg="mod">
          <ac:chgData name="연우 오" userId="c3558644dac54ca4" providerId="LiveId" clId="{9333FDCA-79D6-4088-A778-579BE454CE38}" dt="2026-08-22T09:00:02.239" v="4648"/>
          <ac:picMkLst>
            <pc:docMk/>
            <pc:sldMk cId="4276173771" sldId="270"/>
            <ac:picMk id="9" creationId="{D0E87370-E1AE-A673-4E5A-A436FEE3E036}"/>
          </ac:picMkLst>
        </pc:picChg>
      </pc:sldChg>
      <pc:sldChg chg="addSp modSp add del mod">
        <pc:chgData name="연우 오" userId="c3558644dac54ca4" providerId="LiveId" clId="{9333FDCA-79D6-4088-A778-579BE454CE38}" dt="2026-08-22T09:10:11.778" v="4705" actId="47"/>
        <pc:sldMkLst>
          <pc:docMk/>
          <pc:sldMk cId="3776538504" sldId="271"/>
        </pc:sldMkLst>
        <pc:picChg chg="add mod">
          <ac:chgData name="연우 오" userId="c3558644dac54ca4" providerId="LiveId" clId="{9333FDCA-79D6-4088-A778-579BE454CE38}" dt="2026-08-22T09:05:43.009" v="4653" actId="1076"/>
          <ac:picMkLst>
            <pc:docMk/>
            <pc:sldMk cId="3776538504" sldId="271"/>
            <ac:picMk id="11" creationId="{9DCF0D73-43CF-9F7A-5E26-DE0FECA2B8D8}"/>
          </ac:picMkLst>
        </pc:picChg>
      </pc:sldChg>
      <pc:sldChg chg="delSp modSp add mod ord">
        <pc:chgData name="연우 오" userId="c3558644dac54ca4" providerId="LiveId" clId="{9333FDCA-79D6-4088-A778-579BE454CE38}" dt="2026-08-22T09:15:54.305" v="4764" actId="1076"/>
        <pc:sldMkLst>
          <pc:docMk/>
          <pc:sldMk cId="329045685" sldId="272"/>
        </pc:sldMkLst>
        <pc:spChg chg="del">
          <ac:chgData name="연우 오" userId="c3558644dac54ca4" providerId="LiveId" clId="{9333FDCA-79D6-4088-A778-579BE454CE38}" dt="2026-08-22T09:06:16.911" v="4664" actId="478"/>
          <ac:spMkLst>
            <pc:docMk/>
            <pc:sldMk cId="329045685" sldId="272"/>
            <ac:spMk id="4" creationId="{D136D1F7-DCDD-5120-0255-EEF173E2A366}"/>
          </ac:spMkLst>
        </pc:spChg>
        <pc:spChg chg="del">
          <ac:chgData name="연우 오" userId="c3558644dac54ca4" providerId="LiveId" clId="{9333FDCA-79D6-4088-A778-579BE454CE38}" dt="2026-08-22T09:05:53.963" v="4656" actId="478"/>
          <ac:spMkLst>
            <pc:docMk/>
            <pc:sldMk cId="329045685" sldId="272"/>
            <ac:spMk id="5" creationId="{5E5AF956-1EDB-E550-26CF-83D937415494}"/>
          </ac:spMkLst>
        </pc:spChg>
        <pc:spChg chg="del">
          <ac:chgData name="연우 오" userId="c3558644dac54ca4" providerId="LiveId" clId="{9333FDCA-79D6-4088-A778-579BE454CE38}" dt="2026-08-22T09:06:19.133" v="4665" actId="478"/>
          <ac:spMkLst>
            <pc:docMk/>
            <pc:sldMk cId="329045685" sldId="272"/>
            <ac:spMk id="6" creationId="{6E1DDB73-09A6-1839-68F0-9F0249EAC85E}"/>
          </ac:spMkLst>
        </pc:spChg>
        <pc:spChg chg="del">
          <ac:chgData name="연우 오" userId="c3558644dac54ca4" providerId="LiveId" clId="{9333FDCA-79D6-4088-A778-579BE454CE38}" dt="2026-08-22T09:05:53.963" v="4656" actId="478"/>
          <ac:spMkLst>
            <pc:docMk/>
            <pc:sldMk cId="329045685" sldId="272"/>
            <ac:spMk id="7" creationId="{CF91EF27-91E5-E3DA-6611-46E0589370EA}"/>
          </ac:spMkLst>
        </pc:spChg>
        <pc:spChg chg="del">
          <ac:chgData name="연우 오" userId="c3558644dac54ca4" providerId="LiveId" clId="{9333FDCA-79D6-4088-A778-579BE454CE38}" dt="2026-08-22T09:06:02.621" v="4658" actId="478"/>
          <ac:spMkLst>
            <pc:docMk/>
            <pc:sldMk cId="329045685" sldId="272"/>
            <ac:spMk id="8" creationId="{1B3269CD-C7E9-62DC-39EA-D3BB9BA9E02F}"/>
          </ac:spMkLst>
        </pc:spChg>
        <pc:spChg chg="del">
          <ac:chgData name="연우 오" userId="c3558644dac54ca4" providerId="LiveId" clId="{9333FDCA-79D6-4088-A778-579BE454CE38}" dt="2026-08-22T09:05:53.963" v="4656" actId="478"/>
          <ac:spMkLst>
            <pc:docMk/>
            <pc:sldMk cId="329045685" sldId="272"/>
            <ac:spMk id="9" creationId="{9EA2A2A9-DA5C-D2B0-A421-63C3295BE461}"/>
          </ac:spMkLst>
        </pc:spChg>
        <pc:spChg chg="del">
          <ac:chgData name="연우 오" userId="c3558644dac54ca4" providerId="LiveId" clId="{9333FDCA-79D6-4088-A778-579BE454CE38}" dt="2026-08-22T09:05:53.963" v="4656" actId="478"/>
          <ac:spMkLst>
            <pc:docMk/>
            <pc:sldMk cId="329045685" sldId="272"/>
            <ac:spMk id="10" creationId="{821E164A-0B0F-E3F9-0674-08D24050B3AD}"/>
          </ac:spMkLst>
        </pc:spChg>
        <pc:spChg chg="del">
          <ac:chgData name="연우 오" userId="c3558644dac54ca4" providerId="LiveId" clId="{9333FDCA-79D6-4088-A778-579BE454CE38}" dt="2026-08-22T09:05:53.963" v="4656" actId="478"/>
          <ac:spMkLst>
            <pc:docMk/>
            <pc:sldMk cId="329045685" sldId="272"/>
            <ac:spMk id="27" creationId="{99EC8987-80D6-766D-2C95-7B8A4BCFD296}"/>
          </ac:spMkLst>
        </pc:spChg>
        <pc:picChg chg="mod ord">
          <ac:chgData name="연우 오" userId="c3558644dac54ca4" providerId="LiveId" clId="{9333FDCA-79D6-4088-A778-579BE454CE38}" dt="2026-08-22T09:15:54.305" v="4764" actId="1076"/>
          <ac:picMkLst>
            <pc:docMk/>
            <pc:sldMk cId="329045685" sldId="272"/>
            <ac:picMk id="11" creationId="{7878F7C8-B08E-BC56-7800-34711E415A79}"/>
          </ac:picMkLst>
        </pc:picChg>
      </pc:sldChg>
      <pc:sldChg chg="addSp delSp modSp add mod ord modTransition">
        <pc:chgData name="연우 오" userId="c3558644dac54ca4" providerId="LiveId" clId="{9333FDCA-79D6-4088-A778-579BE454CE38}" dt="2026-08-22T09:22:33.294" v="4873" actId="21"/>
        <pc:sldMkLst>
          <pc:docMk/>
          <pc:sldMk cId="2393217054" sldId="273"/>
        </pc:sldMkLst>
        <pc:spChg chg="del">
          <ac:chgData name="연우 오" userId="c3558644dac54ca4" providerId="LiveId" clId="{9333FDCA-79D6-4088-A778-579BE454CE38}" dt="2026-08-22T09:07:02.131" v="4676" actId="478"/>
          <ac:spMkLst>
            <pc:docMk/>
            <pc:sldMk cId="2393217054" sldId="273"/>
            <ac:spMk id="5" creationId="{629AA158-4C50-FB3A-3289-5021B65C2840}"/>
          </ac:spMkLst>
        </pc:spChg>
        <pc:spChg chg="del">
          <ac:chgData name="연우 오" userId="c3558644dac54ca4" providerId="LiveId" clId="{9333FDCA-79D6-4088-A778-579BE454CE38}" dt="2026-08-22T09:06:57.451" v="4675" actId="478"/>
          <ac:spMkLst>
            <pc:docMk/>
            <pc:sldMk cId="2393217054" sldId="273"/>
            <ac:spMk id="7" creationId="{1BC7BF57-0B2A-FF87-5569-ACB146DC8CE0}"/>
          </ac:spMkLst>
        </pc:spChg>
        <pc:spChg chg="del">
          <ac:chgData name="연우 오" userId="c3558644dac54ca4" providerId="LiveId" clId="{9333FDCA-79D6-4088-A778-579BE454CE38}" dt="2026-08-22T09:06:57.451" v="4675" actId="478"/>
          <ac:spMkLst>
            <pc:docMk/>
            <pc:sldMk cId="2393217054" sldId="273"/>
            <ac:spMk id="8" creationId="{08F33444-7E23-F653-FF95-AE193A3CBFAB}"/>
          </ac:spMkLst>
        </pc:spChg>
        <pc:spChg chg="del">
          <ac:chgData name="연우 오" userId="c3558644dac54ca4" providerId="LiveId" clId="{9333FDCA-79D6-4088-A778-579BE454CE38}" dt="2026-08-22T09:07:05.002" v="4678" actId="478"/>
          <ac:spMkLst>
            <pc:docMk/>
            <pc:sldMk cId="2393217054" sldId="273"/>
            <ac:spMk id="9" creationId="{010333D5-0541-5178-81BE-EF937AA3B959}"/>
          </ac:spMkLst>
        </pc:spChg>
        <pc:spChg chg="del">
          <ac:chgData name="연우 오" userId="c3558644dac54ca4" providerId="LiveId" clId="{9333FDCA-79D6-4088-A778-579BE454CE38}" dt="2026-08-22T09:07:03.534" v="4677" actId="478"/>
          <ac:spMkLst>
            <pc:docMk/>
            <pc:sldMk cId="2393217054" sldId="273"/>
            <ac:spMk id="10" creationId="{73F62B40-3914-EC7E-866F-4EBF756A2BD5}"/>
          </ac:spMkLst>
        </pc:spChg>
        <pc:spChg chg="add del mod">
          <ac:chgData name="연우 오" userId="c3558644dac54ca4" providerId="LiveId" clId="{9333FDCA-79D6-4088-A778-579BE454CE38}" dt="2026-08-22T09:16:28.930" v="4772" actId="21"/>
          <ac:spMkLst>
            <pc:docMk/>
            <pc:sldMk cId="2393217054" sldId="273"/>
            <ac:spMk id="15" creationId="{C2DE4179-8B62-C5B1-1629-B03F38890736}"/>
          </ac:spMkLst>
        </pc:spChg>
        <pc:spChg chg="add del mod ord">
          <ac:chgData name="연우 오" userId="c3558644dac54ca4" providerId="LiveId" clId="{9333FDCA-79D6-4088-A778-579BE454CE38}" dt="2026-08-22T09:22:33.294" v="4873" actId="21"/>
          <ac:spMkLst>
            <pc:docMk/>
            <pc:sldMk cId="2393217054" sldId="273"/>
            <ac:spMk id="17" creationId="{C29116CF-9CCF-B9AF-182D-479F798D5D4F}"/>
          </ac:spMkLst>
        </pc:spChg>
        <pc:spChg chg="del">
          <ac:chgData name="연우 오" userId="c3558644dac54ca4" providerId="LiveId" clId="{9333FDCA-79D6-4088-A778-579BE454CE38}" dt="2026-08-22T09:06:57.451" v="4675" actId="478"/>
          <ac:spMkLst>
            <pc:docMk/>
            <pc:sldMk cId="2393217054" sldId="273"/>
            <ac:spMk id="27" creationId="{CE2B80C6-1679-31C8-2EC4-A4FAA38E2D04}"/>
          </ac:spMkLst>
        </pc:spChg>
        <pc:picChg chg="mod ord">
          <ac:chgData name="연우 오" userId="c3558644dac54ca4" providerId="LiveId" clId="{9333FDCA-79D6-4088-A778-579BE454CE38}" dt="2026-08-22T09:16:04.467" v="4768" actId="1076"/>
          <ac:picMkLst>
            <pc:docMk/>
            <pc:sldMk cId="2393217054" sldId="273"/>
            <ac:picMk id="11" creationId="{5BE667EB-0BF8-7892-23A8-7F4B9853A7CD}"/>
          </ac:picMkLst>
        </pc:picChg>
        <pc:picChg chg="add del">
          <ac:chgData name="연우 오" userId="c3558644dac54ca4" providerId="LiveId" clId="{9333FDCA-79D6-4088-A778-579BE454CE38}" dt="2026-08-22T09:09:42.705" v="4700" actId="21"/>
          <ac:picMkLst>
            <pc:docMk/>
            <pc:sldMk cId="2393217054" sldId="273"/>
            <ac:picMk id="12" creationId="{D71BFB5F-0B79-EAE9-F689-953E521CFAAB}"/>
          </ac:picMkLst>
        </pc:picChg>
        <pc:picChg chg="add mod">
          <ac:chgData name="연우 오" userId="c3558644dac54ca4" providerId="LiveId" clId="{9333FDCA-79D6-4088-A778-579BE454CE38}" dt="2026-08-22T09:13:10.527" v="4747" actId="1076"/>
          <ac:picMkLst>
            <pc:docMk/>
            <pc:sldMk cId="2393217054" sldId="273"/>
            <ac:picMk id="14" creationId="{C288CC23-7329-EF10-382C-F097D130BE50}"/>
          </ac:picMkLst>
        </pc:picChg>
      </pc:sldChg>
      <pc:sldChg chg="addSp delSp modSp add mod ord modTransition">
        <pc:chgData name="연우 오" userId="c3558644dac54ca4" providerId="LiveId" clId="{9333FDCA-79D6-4088-A778-579BE454CE38}" dt="2026-08-22T09:20:12.852" v="4830" actId="21"/>
        <pc:sldMkLst>
          <pc:docMk/>
          <pc:sldMk cId="3543465259" sldId="274"/>
        </pc:sldMkLst>
        <pc:picChg chg="add del mod">
          <ac:chgData name="연우 오" userId="c3558644dac54ca4" providerId="LiveId" clId="{9333FDCA-79D6-4088-A778-579BE454CE38}" dt="2026-08-22T09:12:20.225" v="4737" actId="21"/>
          <ac:picMkLst>
            <pc:docMk/>
            <pc:sldMk cId="3543465259" sldId="274"/>
            <ac:picMk id="4" creationId="{E00B1249-A489-4412-D38B-B6A7B2C16D0E}"/>
          </ac:picMkLst>
        </pc:picChg>
        <pc:picChg chg="add del mod">
          <ac:chgData name="연우 오" userId="c3558644dac54ca4" providerId="LiveId" clId="{9333FDCA-79D6-4088-A778-579BE454CE38}" dt="2026-08-22T09:12:35.675" v="4743" actId="21"/>
          <ac:picMkLst>
            <pc:docMk/>
            <pc:sldMk cId="3543465259" sldId="274"/>
            <ac:picMk id="6" creationId="{B032C4F7-DEFA-57FF-1E91-0927CAC34095}"/>
          </ac:picMkLst>
        </pc:picChg>
        <pc:picChg chg="add del mod">
          <ac:chgData name="연우 오" userId="c3558644dac54ca4" providerId="LiveId" clId="{9333FDCA-79D6-4088-A778-579BE454CE38}" dt="2026-08-22T09:20:12.852" v="4830" actId="21"/>
          <ac:picMkLst>
            <pc:docMk/>
            <pc:sldMk cId="3543465259" sldId="274"/>
            <ac:picMk id="8" creationId="{488B92B8-4312-8727-665C-288FDD549CD3}"/>
          </ac:picMkLst>
        </pc:picChg>
        <pc:picChg chg="mod">
          <ac:chgData name="연우 오" userId="c3558644dac54ca4" providerId="LiveId" clId="{9333FDCA-79D6-4088-A778-579BE454CE38}" dt="2026-08-22T09:15:57.802" v="4766" actId="1076"/>
          <ac:picMkLst>
            <pc:docMk/>
            <pc:sldMk cId="3543465259" sldId="274"/>
            <ac:picMk id="11" creationId="{1B107074-574A-DC3D-16D3-B7A1327024AC}"/>
          </ac:picMkLst>
        </pc:picChg>
      </pc:sldChg>
      <pc:sldChg chg="add del">
        <pc:chgData name="연우 오" userId="c3558644dac54ca4" providerId="LiveId" clId="{9333FDCA-79D6-4088-A778-579BE454CE38}" dt="2026-08-22T09:09:14.213" v="4696"/>
        <pc:sldMkLst>
          <pc:docMk/>
          <pc:sldMk cId="1066509596" sldId="275"/>
        </pc:sldMkLst>
      </pc:sldChg>
      <pc:sldChg chg="addSp delSp modSp add mod ord">
        <pc:chgData name="연우 오" userId="c3558644dac54ca4" providerId="LiveId" clId="{9333FDCA-79D6-4088-A778-579BE454CE38}" dt="2026-08-22T09:27:59.634" v="5087" actId="1076"/>
        <pc:sldMkLst>
          <pc:docMk/>
          <pc:sldMk cId="2033718256" sldId="275"/>
        </pc:sldMkLst>
        <pc:spChg chg="mod">
          <ac:chgData name="연우 오" userId="c3558644dac54ca4" providerId="LiveId" clId="{9333FDCA-79D6-4088-A778-579BE454CE38}" dt="2026-08-22T09:27:59.634" v="5087" actId="1076"/>
          <ac:spMkLst>
            <pc:docMk/>
            <pc:sldMk cId="2033718256" sldId="275"/>
            <ac:spMk id="9" creationId="{A82ECAA6-2184-F677-6B89-FB3CA3972837}"/>
          </ac:spMkLst>
        </pc:spChg>
        <pc:spChg chg="add del ord">
          <ac:chgData name="연우 오" userId="c3558644dac54ca4" providerId="LiveId" clId="{9333FDCA-79D6-4088-A778-579BE454CE38}" dt="2026-08-22T09:17:31.594" v="4787"/>
          <ac:spMkLst>
            <pc:docMk/>
            <pc:sldMk cId="2033718256" sldId="275"/>
            <ac:spMk id="19" creationId="{62A19EA5-50CD-6EAD-005F-229E9972AFD7}"/>
          </ac:spMkLst>
        </pc:spChg>
        <pc:picChg chg="add del mod">
          <ac:chgData name="연우 오" userId="c3558644dac54ca4" providerId="LiveId" clId="{9333FDCA-79D6-4088-A778-579BE454CE38}" dt="2026-08-22T09:17:31.594" v="4787"/>
          <ac:picMkLst>
            <pc:docMk/>
            <pc:sldMk cId="2033718256" sldId="275"/>
            <ac:picMk id="23" creationId="{4B7F8244-6EBF-E00D-C5AD-170F9ED7FAF6}"/>
          </ac:picMkLst>
        </pc:picChg>
        <pc:picChg chg="mod">
          <ac:chgData name="연우 오" userId="c3558644dac54ca4" providerId="LiveId" clId="{9333FDCA-79D6-4088-A778-579BE454CE38}" dt="2026-08-22T09:17:35.394" v="4789" actId="1076"/>
          <ac:picMkLst>
            <pc:docMk/>
            <pc:sldMk cId="2033718256" sldId="275"/>
            <ac:picMk id="24" creationId="{B22006DD-02B5-4310-0BFB-16AA6EC862E6}"/>
          </ac:picMkLst>
        </pc:picChg>
        <pc:picChg chg="add del">
          <ac:chgData name="연우 오" userId="c3558644dac54ca4" providerId="LiveId" clId="{9333FDCA-79D6-4088-A778-579BE454CE38}" dt="2026-08-22T09:23:25.703" v="4883" actId="21"/>
          <ac:picMkLst>
            <pc:docMk/>
            <pc:sldMk cId="2033718256" sldId="275"/>
            <ac:picMk id="26" creationId="{C112A99B-6D57-99D5-7814-6C91A958B88E}"/>
          </ac:picMkLst>
        </pc:picChg>
      </pc:sldChg>
      <pc:sldChg chg="addSp delSp modSp new mod modTransition">
        <pc:chgData name="연우 오" userId="c3558644dac54ca4" providerId="LiveId" clId="{9333FDCA-79D6-4088-A778-579BE454CE38}" dt="2026-08-22T09:13:50.753" v="4752" actId="1076"/>
        <pc:sldMkLst>
          <pc:docMk/>
          <pc:sldMk cId="1668423257" sldId="276"/>
        </pc:sldMkLst>
        <pc:spChg chg="add del mod ord">
          <ac:chgData name="연우 오" userId="c3558644dac54ca4" providerId="LiveId" clId="{9333FDCA-79D6-4088-A778-579BE454CE38}" dt="2026-08-22T09:11:53.300" v="4730"/>
          <ac:spMkLst>
            <pc:docMk/>
            <pc:sldMk cId="1668423257" sldId="276"/>
            <ac:spMk id="5" creationId="{56ACC1F2-B70F-2D8C-71CB-A36B3D7B38DF}"/>
          </ac:spMkLst>
        </pc:spChg>
        <pc:spChg chg="add del">
          <ac:chgData name="연우 오" userId="c3558644dac54ca4" providerId="LiveId" clId="{9333FDCA-79D6-4088-A778-579BE454CE38}" dt="2026-08-22T09:11:12.936" v="4713" actId="22"/>
          <ac:spMkLst>
            <pc:docMk/>
            <pc:sldMk cId="1668423257" sldId="276"/>
            <ac:spMk id="7" creationId="{CEBAEB14-25C4-1DD1-401F-F005FE38FF7C}"/>
          </ac:spMkLst>
        </pc:spChg>
        <pc:picChg chg="add mod">
          <ac:chgData name="연우 오" userId="c3558644dac54ca4" providerId="LiveId" clId="{9333FDCA-79D6-4088-A778-579BE454CE38}" dt="2026-08-22T09:13:50.753" v="4752" actId="1076"/>
          <ac:picMkLst>
            <pc:docMk/>
            <pc:sldMk cId="1668423257" sldId="276"/>
            <ac:picMk id="3" creationId="{7DFA16B5-439E-338D-1F2E-2F5AD21B4099}"/>
          </ac:picMkLst>
        </pc:picChg>
        <pc:picChg chg="add del mod">
          <ac:chgData name="연우 오" userId="c3558644dac54ca4" providerId="LiveId" clId="{9333FDCA-79D6-4088-A778-579BE454CE38}" dt="2026-08-22T09:11:53.300" v="4730"/>
          <ac:picMkLst>
            <pc:docMk/>
            <pc:sldMk cId="1668423257" sldId="276"/>
            <ac:picMk id="9" creationId="{F012CAB1-0DC8-E161-256D-81610298D156}"/>
          </ac:picMkLst>
        </pc:picChg>
        <pc:picChg chg="del mod">
          <ac:chgData name="연우 오" userId="c3558644dac54ca4" providerId="LiveId" clId="{9333FDCA-79D6-4088-A778-579BE454CE38}" dt="2026-08-22T09:12:26.261" v="4738" actId="478"/>
          <ac:picMkLst>
            <pc:docMk/>
            <pc:sldMk cId="1668423257" sldId="276"/>
            <ac:picMk id="10" creationId="{9E9D74E5-FB85-8770-EDFF-5CC04BB9D066}"/>
          </ac:picMkLst>
        </pc:picChg>
        <pc:picChg chg="add del">
          <ac:chgData name="연우 오" userId="c3558644dac54ca4" providerId="LiveId" clId="{9333FDCA-79D6-4088-A778-579BE454CE38}" dt="2026-08-22T09:12:29.723" v="4740" actId="21"/>
          <ac:picMkLst>
            <pc:docMk/>
            <pc:sldMk cId="1668423257" sldId="276"/>
            <ac:picMk id="12" creationId="{7605E082-1C01-310D-F945-F7B513187A68}"/>
          </ac:picMkLst>
        </pc:picChg>
        <pc:picChg chg="add">
          <ac:chgData name="연우 오" userId="c3558644dac54ca4" providerId="LiveId" clId="{9333FDCA-79D6-4088-A778-579BE454CE38}" dt="2026-08-22T09:12:37.969" v="4744" actId="22"/>
          <ac:picMkLst>
            <pc:docMk/>
            <pc:sldMk cId="1668423257" sldId="276"/>
            <ac:picMk id="14" creationId="{92798C73-2C09-0228-B26D-AEB5F7D21A6C}"/>
          </ac:picMkLst>
        </pc:picChg>
      </pc:sldChg>
      <pc:sldChg chg="addSp delSp modSp add del mod modTransition">
        <pc:chgData name="연우 오" userId="c3558644dac54ca4" providerId="LiveId" clId="{9333FDCA-79D6-4088-A778-579BE454CE38}" dt="2026-08-22T09:21:45.927" v="4838" actId="21"/>
        <pc:sldMkLst>
          <pc:docMk/>
          <pc:sldMk cId="163252672" sldId="277"/>
        </pc:sldMkLst>
        <pc:spChg chg="add del mod">
          <ac:chgData name="연우 오" userId="c3558644dac54ca4" providerId="LiveId" clId="{9333FDCA-79D6-4088-A778-579BE454CE38}" dt="2026-08-22T09:21:45.927" v="4838" actId="21"/>
          <ac:spMkLst>
            <pc:docMk/>
            <pc:sldMk cId="163252672" sldId="277"/>
            <ac:spMk id="2" creationId="{097DE0C0-B765-AE43-0140-51B19AD2E5AE}"/>
          </ac:spMkLst>
        </pc:spChg>
        <pc:picChg chg="add del mod">
          <ac:chgData name="연우 오" userId="c3558644dac54ca4" providerId="LiveId" clId="{9333FDCA-79D6-4088-A778-579BE454CE38}" dt="2026-08-22T09:14:32.509" v="4757"/>
          <ac:picMkLst>
            <pc:docMk/>
            <pc:sldMk cId="163252672" sldId="277"/>
            <ac:picMk id="3" creationId="{3052D9DB-6FFD-3C52-F274-0C59790CF13A}"/>
          </ac:picMkLst>
        </pc:picChg>
      </pc:sldChg>
      <pc:sldChg chg="add del">
        <pc:chgData name="연우 오" userId="c3558644dac54ca4" providerId="LiveId" clId="{9333FDCA-79D6-4088-A778-579BE454CE38}" dt="2026-08-22T09:11:16.244" v="4715"/>
        <pc:sldMkLst>
          <pc:docMk/>
          <pc:sldMk cId="3753835476" sldId="277"/>
        </pc:sldMkLst>
      </pc:sldChg>
      <pc:sldChg chg="add del">
        <pc:chgData name="연우 오" userId="c3558644dac54ca4" providerId="LiveId" clId="{9333FDCA-79D6-4088-A778-579BE454CE38}" dt="2026-08-22T09:16:52.758" v="4779"/>
        <pc:sldMkLst>
          <pc:docMk/>
          <pc:sldMk cId="307102695" sldId="278"/>
        </pc:sldMkLst>
      </pc:sldChg>
      <pc:sldChg chg="new del">
        <pc:chgData name="연우 오" userId="c3558644dac54ca4" providerId="LiveId" clId="{9333FDCA-79D6-4088-A778-579BE454CE38}" dt="2026-08-22T09:17:41.509" v="4791" actId="680"/>
        <pc:sldMkLst>
          <pc:docMk/>
          <pc:sldMk cId="1453070890" sldId="278"/>
        </pc:sldMkLst>
      </pc:sldChg>
      <pc:sldChg chg="addSp delSp modSp add del mod">
        <pc:chgData name="연우 오" userId="c3558644dac54ca4" providerId="LiveId" clId="{9333FDCA-79D6-4088-A778-579BE454CE38}" dt="2026-08-22T09:23:09.444" v="4878" actId="47"/>
        <pc:sldMkLst>
          <pc:docMk/>
          <pc:sldMk cId="4281807967" sldId="278"/>
        </pc:sldMkLst>
        <pc:spChg chg="del">
          <ac:chgData name="연우 오" userId="c3558644dac54ca4" providerId="LiveId" clId="{9333FDCA-79D6-4088-A778-579BE454CE38}" dt="2026-08-22T09:17:50.679" v="4794" actId="478"/>
          <ac:spMkLst>
            <pc:docMk/>
            <pc:sldMk cId="4281807967" sldId="278"/>
            <ac:spMk id="15" creationId="{8AC662A7-4352-3812-313C-3EFAFED7B978}"/>
          </ac:spMkLst>
        </pc:spChg>
        <pc:spChg chg="del">
          <ac:chgData name="연우 오" userId="c3558644dac54ca4" providerId="LiveId" clId="{9333FDCA-79D6-4088-A778-579BE454CE38}" dt="2026-08-22T09:17:55.170" v="4796" actId="478"/>
          <ac:spMkLst>
            <pc:docMk/>
            <pc:sldMk cId="4281807967" sldId="278"/>
            <ac:spMk id="16" creationId="{07A1A4A0-D0F5-8B55-447D-096D53FEB337}"/>
          </ac:spMkLst>
        </pc:spChg>
        <pc:spChg chg="del">
          <ac:chgData name="연우 오" userId="c3558644dac54ca4" providerId="LiveId" clId="{9333FDCA-79D6-4088-A778-579BE454CE38}" dt="2026-08-22T09:17:55.170" v="4796" actId="478"/>
          <ac:spMkLst>
            <pc:docMk/>
            <pc:sldMk cId="4281807967" sldId="278"/>
            <ac:spMk id="17" creationId="{C954510A-A15D-9677-3DF0-A4326D6B1D5C}"/>
          </ac:spMkLst>
        </pc:spChg>
        <pc:spChg chg="del">
          <ac:chgData name="연우 오" userId="c3558644dac54ca4" providerId="LiveId" clId="{9333FDCA-79D6-4088-A778-579BE454CE38}" dt="2026-08-22T09:17:55.170" v="4796" actId="478"/>
          <ac:spMkLst>
            <pc:docMk/>
            <pc:sldMk cId="4281807967" sldId="278"/>
            <ac:spMk id="18" creationId="{3A00503E-DD60-2DDC-AD57-C9ECAAD40770}"/>
          </ac:spMkLst>
        </pc:spChg>
        <pc:spChg chg="del">
          <ac:chgData name="연우 오" userId="c3558644dac54ca4" providerId="LiveId" clId="{9333FDCA-79D6-4088-A778-579BE454CE38}" dt="2026-08-22T09:17:55.170" v="4796" actId="478"/>
          <ac:spMkLst>
            <pc:docMk/>
            <pc:sldMk cId="4281807967" sldId="278"/>
            <ac:spMk id="22" creationId="{593A3AFB-1F6E-2D05-9CD5-1D33636C8998}"/>
          </ac:spMkLst>
        </pc:spChg>
        <pc:picChg chg="add del">
          <ac:chgData name="연우 오" userId="c3558644dac54ca4" providerId="LiveId" clId="{9333FDCA-79D6-4088-A778-579BE454CE38}" dt="2026-08-22T09:18:11.532" v="4799" actId="22"/>
          <ac:picMkLst>
            <pc:docMk/>
            <pc:sldMk cId="4281807967" sldId="278"/>
            <ac:picMk id="19" creationId="{D45F22CD-C38F-6AA4-AE22-5844FED56961}"/>
          </ac:picMkLst>
        </pc:picChg>
        <pc:picChg chg="add del">
          <ac:chgData name="연우 오" userId="c3558644dac54ca4" providerId="LiveId" clId="{9333FDCA-79D6-4088-A778-579BE454CE38}" dt="2026-08-22T09:18:20.609" v="4803" actId="21"/>
          <ac:picMkLst>
            <pc:docMk/>
            <pc:sldMk cId="4281807967" sldId="278"/>
            <ac:picMk id="23" creationId="{E0670083-07EC-6A34-ABE6-91C129EA2D6C}"/>
          </ac:picMkLst>
        </pc:picChg>
        <pc:picChg chg="del mod">
          <ac:chgData name="연우 오" userId="c3558644dac54ca4" providerId="LiveId" clId="{9333FDCA-79D6-4088-A778-579BE454CE38}" dt="2026-08-22T09:18:20.609" v="4803" actId="21"/>
          <ac:picMkLst>
            <pc:docMk/>
            <pc:sldMk cId="4281807967" sldId="278"/>
            <ac:picMk id="24" creationId="{A1EB4836-5E8E-D840-0894-5ACF00B99755}"/>
          </ac:picMkLst>
        </pc:picChg>
        <pc:picChg chg="add del">
          <ac:chgData name="연우 오" userId="c3558644dac54ca4" providerId="LiveId" clId="{9333FDCA-79D6-4088-A778-579BE454CE38}" dt="2026-08-22T09:23:04.511" v="4877" actId="478"/>
          <ac:picMkLst>
            <pc:docMk/>
            <pc:sldMk cId="4281807967" sldId="278"/>
            <ac:picMk id="26" creationId="{8C393FCB-00DE-4EB9-FC08-577B4B25759C}"/>
          </ac:picMkLst>
        </pc:picChg>
      </pc:sldChg>
      <pc:sldChg chg="add del">
        <pc:chgData name="연우 오" userId="c3558644dac54ca4" providerId="LiveId" clId="{9333FDCA-79D6-4088-A778-579BE454CE38}" dt="2026-08-22T09:18:17.409" v="4801"/>
        <pc:sldMkLst>
          <pc:docMk/>
          <pc:sldMk cId="338093834" sldId="279"/>
        </pc:sldMkLst>
      </pc:sldChg>
      <pc:sldChg chg="addSp delSp modSp new mod">
        <pc:chgData name="연우 오" userId="c3558644dac54ca4" providerId="LiveId" clId="{9333FDCA-79D6-4088-A778-579BE454CE38}" dt="2026-08-22T09:27:01.238" v="5076" actId="22"/>
        <pc:sldMkLst>
          <pc:docMk/>
          <pc:sldMk cId="3741572890" sldId="279"/>
        </pc:sldMkLst>
        <pc:picChg chg="add del mod ord">
          <ac:chgData name="연우 오" userId="c3558644dac54ca4" providerId="LiveId" clId="{9333FDCA-79D6-4088-A778-579BE454CE38}" dt="2026-08-22T09:18:44.265" v="4811" actId="21"/>
          <ac:picMkLst>
            <pc:docMk/>
            <pc:sldMk cId="3741572890" sldId="279"/>
            <ac:picMk id="3" creationId="{6089E962-709B-F81A-D477-62524E168756}"/>
          </ac:picMkLst>
        </pc:picChg>
        <pc:picChg chg="add mod">
          <ac:chgData name="연우 오" userId="c3558644dac54ca4" providerId="LiveId" clId="{9333FDCA-79D6-4088-A778-579BE454CE38}" dt="2026-08-22T09:19:04.365" v="4816"/>
          <ac:picMkLst>
            <pc:docMk/>
            <pc:sldMk cId="3741572890" sldId="279"/>
            <ac:picMk id="5" creationId="{64F5D7D9-B28D-316A-E24A-935AAD2D10E0}"/>
          </ac:picMkLst>
        </pc:picChg>
        <pc:picChg chg="add del mod">
          <ac:chgData name="연우 오" userId="c3558644dac54ca4" providerId="LiveId" clId="{9333FDCA-79D6-4088-A778-579BE454CE38}" dt="2026-08-22T09:19:53.795" v="4822" actId="21"/>
          <ac:picMkLst>
            <pc:docMk/>
            <pc:sldMk cId="3741572890" sldId="279"/>
            <ac:picMk id="7" creationId="{81229D63-C9A5-7A2E-947C-577D3D1D317C}"/>
          </ac:picMkLst>
        </pc:picChg>
        <pc:picChg chg="add del">
          <ac:chgData name="연우 오" userId="c3558644dac54ca4" providerId="LiveId" clId="{9333FDCA-79D6-4088-A778-579BE454CE38}" dt="2026-08-22T09:27:00.226" v="5075" actId="478"/>
          <ac:picMkLst>
            <pc:docMk/>
            <pc:sldMk cId="3741572890" sldId="279"/>
            <ac:picMk id="9" creationId="{9CEB4503-D04F-C172-7D3E-EDBC711856A7}"/>
          </ac:picMkLst>
        </pc:picChg>
        <pc:picChg chg="add del mod">
          <ac:chgData name="연우 오" userId="c3558644dac54ca4" providerId="LiveId" clId="{9333FDCA-79D6-4088-A778-579BE454CE38}" dt="2026-08-22T09:26:58.812" v="5074" actId="21"/>
          <ac:picMkLst>
            <pc:docMk/>
            <pc:sldMk cId="3741572890" sldId="279"/>
            <ac:picMk id="11" creationId="{FCD7B3BB-89BB-3FF0-4BA8-5123B4020A79}"/>
          </ac:picMkLst>
        </pc:picChg>
        <pc:picChg chg="add">
          <ac:chgData name="연우 오" userId="c3558644dac54ca4" providerId="LiveId" clId="{9333FDCA-79D6-4088-A778-579BE454CE38}" dt="2026-08-22T09:27:01.238" v="5076" actId="22"/>
          <ac:picMkLst>
            <pc:docMk/>
            <pc:sldMk cId="3741572890" sldId="279"/>
            <ac:picMk id="13" creationId="{66E1CC64-F6AE-6739-C47D-C8BD5DC146D8}"/>
          </ac:picMkLst>
        </pc:picChg>
      </pc:sldChg>
      <pc:sldChg chg="addSp delSp modSp add mod modTransition">
        <pc:chgData name="연우 오" userId="c3558644dac54ca4" providerId="LiveId" clId="{9333FDCA-79D6-4088-A778-579BE454CE38}" dt="2026-08-22T09:26:40.066" v="5068" actId="22"/>
        <pc:sldMkLst>
          <pc:docMk/>
          <pc:sldMk cId="148479471" sldId="280"/>
        </pc:sldMkLst>
        <pc:picChg chg="add del mod">
          <ac:chgData name="연우 오" userId="c3558644dac54ca4" providerId="LiveId" clId="{9333FDCA-79D6-4088-A778-579BE454CE38}" dt="2026-08-22T09:25:59.265" v="5036" actId="21"/>
          <ac:picMkLst>
            <pc:docMk/>
            <pc:sldMk cId="148479471" sldId="280"/>
            <ac:picMk id="3" creationId="{260E92B9-C0BB-B52A-F9A7-E88E983EBFD6}"/>
          </ac:picMkLst>
        </pc:picChg>
        <pc:picChg chg="mod">
          <ac:chgData name="연우 오" userId="c3558644dac54ca4" providerId="LiveId" clId="{9333FDCA-79D6-4088-A778-579BE454CE38}" dt="2026-08-22T09:21:08.537" v="4835"/>
          <ac:picMkLst>
            <pc:docMk/>
            <pc:sldMk cId="148479471" sldId="280"/>
            <ac:picMk id="5" creationId="{3A56FFD3-4205-E8D2-4A88-E77CC1CE0E3B}"/>
          </ac:picMkLst>
        </pc:picChg>
        <pc:picChg chg="add del mod">
          <ac:chgData name="연우 오" userId="c3558644dac54ca4" providerId="LiveId" clId="{9333FDCA-79D6-4088-A778-579BE454CE38}" dt="2026-08-22T09:26:04.949" v="5039" actId="478"/>
          <ac:picMkLst>
            <pc:docMk/>
            <pc:sldMk cId="148479471" sldId="280"/>
            <ac:picMk id="6" creationId="{7FF0ACA6-EE69-407E-3E4C-8796831F32A4}"/>
          </ac:picMkLst>
        </pc:picChg>
        <pc:picChg chg="del mod">
          <ac:chgData name="연우 오" userId="c3558644dac54ca4" providerId="LiveId" clId="{9333FDCA-79D6-4088-A778-579BE454CE38}" dt="2026-08-22T09:26:39.007" v="5067" actId="478"/>
          <ac:picMkLst>
            <pc:docMk/>
            <pc:sldMk cId="148479471" sldId="280"/>
            <ac:picMk id="7" creationId="{19E74200-EC05-7753-0A4C-64A9F42CE96D}"/>
          </ac:picMkLst>
        </pc:picChg>
        <pc:picChg chg="add del">
          <ac:chgData name="연우 오" userId="c3558644dac54ca4" providerId="LiveId" clId="{9333FDCA-79D6-4088-A778-579BE454CE38}" dt="2026-08-22T09:26:08.434" v="5041" actId="478"/>
          <ac:picMkLst>
            <pc:docMk/>
            <pc:sldMk cId="148479471" sldId="280"/>
            <ac:picMk id="9" creationId="{5576BC99-97D4-99EA-ABA4-AAFC5A939F6C}"/>
          </ac:picMkLst>
        </pc:picChg>
        <pc:picChg chg="add del mod">
          <ac:chgData name="연우 오" userId="c3558644dac54ca4" providerId="LiveId" clId="{9333FDCA-79D6-4088-A778-579BE454CE38}" dt="2026-08-22T09:26:11.096" v="5044" actId="478"/>
          <ac:picMkLst>
            <pc:docMk/>
            <pc:sldMk cId="148479471" sldId="280"/>
            <ac:picMk id="11" creationId="{A489CE5D-BEDD-0981-9ADA-BF9BAE8FECBC}"/>
          </ac:picMkLst>
        </pc:picChg>
        <pc:picChg chg="add del">
          <ac:chgData name="연우 오" userId="c3558644dac54ca4" providerId="LiveId" clId="{9333FDCA-79D6-4088-A778-579BE454CE38}" dt="2026-08-22T09:26:12.810" v="5046" actId="478"/>
          <ac:picMkLst>
            <pc:docMk/>
            <pc:sldMk cId="148479471" sldId="280"/>
            <ac:picMk id="13" creationId="{498C4500-1D19-3FB9-5D52-68B3CA866CD8}"/>
          </ac:picMkLst>
        </pc:picChg>
        <pc:picChg chg="add del mod">
          <ac:chgData name="연우 오" userId="c3558644dac54ca4" providerId="LiveId" clId="{9333FDCA-79D6-4088-A778-579BE454CE38}" dt="2026-08-22T09:26:14.862" v="5049" actId="478"/>
          <ac:picMkLst>
            <pc:docMk/>
            <pc:sldMk cId="148479471" sldId="280"/>
            <ac:picMk id="15" creationId="{D37D7D82-93C2-7D3A-5052-4206F22AA32B}"/>
          </ac:picMkLst>
        </pc:picChg>
        <pc:picChg chg="add del mod">
          <ac:chgData name="연우 오" userId="c3558644dac54ca4" providerId="LiveId" clId="{9333FDCA-79D6-4088-A778-579BE454CE38}" dt="2026-08-22T09:26:31.977" v="5066" actId="21"/>
          <ac:picMkLst>
            <pc:docMk/>
            <pc:sldMk cId="148479471" sldId="280"/>
            <ac:picMk id="17" creationId="{DBCA8BFE-2118-269B-A7DA-0DFF335100A3}"/>
          </ac:picMkLst>
        </pc:picChg>
        <pc:picChg chg="add">
          <ac:chgData name="연우 오" userId="c3558644dac54ca4" providerId="LiveId" clId="{9333FDCA-79D6-4088-A778-579BE454CE38}" dt="2026-08-22T09:26:40.066" v="5068" actId="22"/>
          <ac:picMkLst>
            <pc:docMk/>
            <pc:sldMk cId="148479471" sldId="280"/>
            <ac:picMk id="19" creationId="{CEDE078E-80A8-9335-7D38-7AB2363C96CB}"/>
          </ac:picMkLst>
        </pc:picChg>
      </pc:sldChg>
      <pc:sldChg chg="add del">
        <pc:chgData name="연우 오" userId="c3558644dac54ca4" providerId="LiveId" clId="{9333FDCA-79D6-4088-A778-579BE454CE38}" dt="2026-08-22T09:23:21.536" v="4880"/>
        <pc:sldMkLst>
          <pc:docMk/>
          <pc:sldMk cId="20864990" sldId="281"/>
        </pc:sldMkLst>
      </pc:sldChg>
      <pc:sldChg chg="addSp delSp modSp new del mod setBg">
        <pc:chgData name="연우 오" userId="c3558644dac54ca4" providerId="LiveId" clId="{9333FDCA-79D6-4088-A778-579BE454CE38}" dt="2026-08-22T09:27:13.479" v="5077" actId="47"/>
        <pc:sldMkLst>
          <pc:docMk/>
          <pc:sldMk cId="3331360705" sldId="281"/>
        </pc:sldMkLst>
        <pc:spChg chg="add del mod">
          <ac:chgData name="연우 오" userId="c3558644dac54ca4" providerId="LiveId" clId="{9333FDCA-79D6-4088-A778-579BE454CE38}" dt="2026-08-22T09:25:27.458" v="4963"/>
          <ac:spMkLst>
            <pc:docMk/>
            <pc:sldMk cId="3331360705" sldId="281"/>
            <ac:spMk id="6" creationId="{BE995DA8-8360-C8CD-AE6C-65661D208756}"/>
          </ac:spMkLst>
        </pc:spChg>
        <pc:spChg chg="add del">
          <ac:chgData name="연우 오" userId="c3558644dac54ca4" providerId="LiveId" clId="{9333FDCA-79D6-4088-A778-579BE454CE38}" dt="2026-08-22T09:24:15.390" v="4901" actId="26606"/>
          <ac:spMkLst>
            <pc:docMk/>
            <pc:sldMk cId="3331360705" sldId="281"/>
            <ac:spMk id="10" creationId="{A9F529C3-C941-49FD-8C67-82F134F64BDB}"/>
          </ac:spMkLst>
        </pc:spChg>
        <pc:spChg chg="add del">
          <ac:chgData name="연우 오" userId="c3558644dac54ca4" providerId="LiveId" clId="{9333FDCA-79D6-4088-A778-579BE454CE38}" dt="2026-08-22T09:24:15.390" v="4901" actId="26606"/>
          <ac:spMkLst>
            <pc:docMk/>
            <pc:sldMk cId="3331360705" sldId="281"/>
            <ac:spMk id="12" creationId="{20586029-32A0-47E5-9AEC-AE3ABA6B94D0}"/>
          </ac:spMkLst>
        </pc:spChg>
        <pc:picChg chg="add del mod">
          <ac:chgData name="연우 오" userId="c3558644dac54ca4" providerId="LiveId" clId="{9333FDCA-79D6-4088-A778-579BE454CE38}" dt="2026-08-22T09:25:27.458" v="4963"/>
          <ac:picMkLst>
            <pc:docMk/>
            <pc:sldMk cId="3331360705" sldId="281"/>
            <ac:picMk id="3" creationId="{49275A85-2C0D-62C7-297F-F491CBF936F9}"/>
          </ac:picMkLst>
        </pc:picChg>
        <pc:picChg chg="add del mod">
          <ac:chgData name="연우 오" userId="c3558644dac54ca4" providerId="LiveId" clId="{9333FDCA-79D6-4088-A778-579BE454CE38}" dt="2026-08-22T09:25:34.029" v="4969" actId="478"/>
          <ac:picMkLst>
            <pc:docMk/>
            <pc:sldMk cId="3331360705" sldId="281"/>
            <ac:picMk id="5" creationId="{8DB1BA87-BA0F-5C3B-8DDC-B4276F35F55E}"/>
          </ac:picMkLst>
        </pc:picChg>
        <pc:picChg chg="mod">
          <ac:chgData name="연우 오" userId="c3558644dac54ca4" providerId="LiveId" clId="{9333FDCA-79D6-4088-A778-579BE454CE38}" dt="2026-08-22T09:25:18.513" v="4962"/>
          <ac:picMkLst>
            <pc:docMk/>
            <pc:sldMk cId="3331360705" sldId="281"/>
            <ac:picMk id="7" creationId="{6E840969-5D68-5C7A-0ACE-C1DF1DF0A921}"/>
          </ac:picMkLst>
        </pc:picChg>
        <pc:picChg chg="del mod">
          <ac:chgData name="연우 오" userId="c3558644dac54ca4" providerId="LiveId" clId="{9333FDCA-79D6-4088-A778-579BE454CE38}" dt="2026-08-22T09:25:35.637" v="4970" actId="21"/>
          <ac:picMkLst>
            <pc:docMk/>
            <pc:sldMk cId="3331360705" sldId="281"/>
            <ac:picMk id="8" creationId="{FFB8A856-920C-1588-9509-A3D3F9678430}"/>
          </ac:picMkLst>
        </pc:picChg>
        <pc:cxnChg chg="add del">
          <ac:chgData name="연우 오" userId="c3558644dac54ca4" providerId="LiveId" clId="{9333FDCA-79D6-4088-A778-579BE454CE38}" dt="2026-08-22T09:24:15.390" v="4901" actId="26606"/>
          <ac:cxnSpMkLst>
            <pc:docMk/>
            <pc:sldMk cId="3331360705" sldId="281"/>
            <ac:cxnSpMk id="14" creationId="{8C730EAB-A532-4295-A302-FB4B90DB9F5E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DFAED-78DB-7A53-DC58-5231DAE89D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82A550-7510-7CF9-3F16-41D998FAF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0F632-6277-9C8C-930D-A9F7EF12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2AAE-BA69-E5DF-114E-846AD2DF5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31D54-281C-847D-4FF3-4D57282A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720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6D1648-93FE-4E3F-CA73-D697222D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E3A2A4-927A-3BF3-4099-1B1AA4FE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6126F-4A20-38F2-390B-4BED84D7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2494BE-C948-935D-BE60-3E8994D5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E531F0-92FF-D605-B7BB-492308822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789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48675-0E4A-EC8E-D90C-B354A294D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0E2FF4-D5BD-0CCA-72D0-A4601C457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32F46-F519-9E74-3ECF-C058B391C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831E87-ADD7-41B4-9006-D5A786FC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159D4-18A4-CF1E-EA6C-72BCCBD6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869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66CE31-E1A1-9951-1933-0BA594C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9285FD-A04A-9E93-6917-A628AF470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B6EDAB-F470-8EBC-E265-901F72C9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DDB021-EA90-9021-837F-845B321C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6E3D86-2A73-CD04-681A-1B8CAD52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B51D86-F7CB-DC90-0456-300289F7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95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E434-7F6D-A6DF-1B09-6D70D54C9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BFF15C-45F2-4E26-9AA8-5A68F8F52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A76A08-AC83-B0BC-1153-CB379DE044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D73A56-6A28-9216-B3DD-D0F1892B8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BBCB2-52C1-C34B-A7B9-F73F02AFD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85F538-E0BA-70D0-AEF6-C4E38C35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050097-6EB7-DDB8-B68E-3DB6909C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DFF73F-7DA4-712B-B8D3-909F251FC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50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DD217-128C-D8F6-3F67-4D975D16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7391A6-0374-265B-2D5F-575A36AF9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C87DA4-D562-0AA1-2494-32B474E9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8B5413-AD7E-2B06-42AC-B93ECA6C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57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F32F827-602A-AD8C-9044-3F048447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818C612-95D9-5937-7B28-1BCB3E188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7F73F-AE47-4B58-24EE-89DC168B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55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54181-E7CE-A5A8-282B-31572E355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59146-FFF0-DCC1-E403-1F7DB80B4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C0180A-9408-D8D1-D9D3-A661DA552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34E79-D52F-F6AB-E789-3D9C11FCF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89F4E6-F10E-E39A-18B7-C5504FDB9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DA4949-62A9-B2F4-E622-A54EBAB2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228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78DA8E-B844-B087-FD08-132687BCD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DCFE988-3733-8C67-22C2-F86AC60366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CC674E-A432-D81F-A1E1-4E4F226BF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CC9307-ABB2-7106-3127-C823B0DC3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DAABFE-AED4-A367-13F0-40205DEA5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98063-A737-9AE8-DB35-76CF3E283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0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A7867-AB4F-702A-BF48-2139ED85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F14AD-FD55-8156-E6B7-F1C221ED9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AD561F-3D68-B3E3-657C-775917C7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D4F2C-239B-90D2-716C-542C13C59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941E4-E877-5DE5-E99A-CDD95EBD6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641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8C3269-BF99-5952-AC06-50540CF15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078EBF-0B5C-EBAF-A486-C751C1111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77C308-F987-C258-C2E8-14B9DDEF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C96E41-0EE0-F805-E45F-3F9BD366A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4BBDDA-3BE0-4386-BA00-A54C466F6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9918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69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2776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12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454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771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5491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598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14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35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27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2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1ABB58-01C8-BD01-EEBC-AD5767C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E3B255-7A1D-709F-B799-BCF248DCE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9EBFF3-2DB7-8306-5017-9AA77EFBE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EB9AE-2B32-BE6C-E243-DEC7BF06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88876-55BE-EDD1-35B8-D60E8D0007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66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3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A94A8-8093-B7EC-EABA-39D8EF3BD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6D31717-00BF-C42E-433E-32349A8DA075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BB98DD-74D4-BC10-4328-ED6F496CB0CD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A9DAED-3EED-E287-0284-3214C2EDAEE9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42FBB4F-9D6E-DB95-BE6A-362E139F30F0}"/>
              </a:ext>
            </a:extLst>
          </p:cNvPr>
          <p:cNvSpPr/>
          <p:nvPr/>
        </p:nvSpPr>
        <p:spPr>
          <a:xfrm>
            <a:off x="743858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B51F6B-7CCD-DC4A-B5A7-C2C866F2FF54}"/>
              </a:ext>
            </a:extLst>
          </p:cNvPr>
          <p:cNvSpPr/>
          <p:nvPr/>
        </p:nvSpPr>
        <p:spPr>
          <a:xfrm>
            <a:off x="777240" y="1737360"/>
            <a:ext cx="69710" cy="481135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2ECAA6-2184-F677-6B89-FB3CA3972837}"/>
              </a:ext>
            </a:extLst>
          </p:cNvPr>
          <p:cNvSpPr txBox="1"/>
          <p:nvPr/>
        </p:nvSpPr>
        <p:spPr>
          <a:xfrm>
            <a:off x="973295" y="1752192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29A264-EB51-2EE6-A9AC-EE98856ADB7F}"/>
              </a:ext>
            </a:extLst>
          </p:cNvPr>
          <p:cNvSpPr txBox="1"/>
          <p:nvPr/>
        </p:nvSpPr>
        <p:spPr>
          <a:xfrm>
            <a:off x="973295" y="2240506"/>
            <a:ext cx="3007033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전하의</a:t>
            </a:r>
            <a:r>
              <a:rPr dirty="0"/>
              <a:t> </a:t>
            </a:r>
            <a:r>
              <a:rPr dirty="0" err="1"/>
              <a:t>위치와</a:t>
            </a:r>
            <a:r>
              <a:rPr dirty="0"/>
              <a:t> </a:t>
            </a:r>
            <a:r>
              <a:rPr dirty="0" err="1"/>
              <a:t>크기를</a:t>
            </a:r>
            <a:r>
              <a:rPr dirty="0"/>
              <a:t> </a:t>
            </a:r>
            <a:r>
              <a:rPr dirty="0" err="1"/>
              <a:t>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퍼텐셜</a:t>
            </a:r>
            <a:r>
              <a:rPr dirty="0"/>
              <a:t> </a:t>
            </a:r>
            <a:r>
              <a:rPr dirty="0" err="1"/>
              <a:t>V를</a:t>
            </a:r>
            <a:r>
              <a:rPr dirty="0"/>
              <a:t> </a:t>
            </a:r>
            <a:r>
              <a:rPr dirty="0" err="1"/>
              <a:t>계산한다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물리량을</a:t>
            </a:r>
            <a:r>
              <a:rPr dirty="0"/>
              <a:t> </a:t>
            </a:r>
            <a:r>
              <a:rPr dirty="0" err="1"/>
              <a:t>얻는다</a:t>
            </a:r>
            <a:r>
              <a:rPr dirty="0"/>
              <a:t>.</a:t>
            </a:r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1821C43-791A-6685-A3EE-AB3420C7C86C}"/>
              </a:ext>
            </a:extLst>
          </p:cNvPr>
          <p:cNvSpPr/>
          <p:nvPr/>
        </p:nvSpPr>
        <p:spPr>
          <a:xfrm>
            <a:off x="438912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FBB99C-A088-0513-5A6F-40BA4C7A95F8}"/>
              </a:ext>
            </a:extLst>
          </p:cNvPr>
          <p:cNvSpPr/>
          <p:nvPr/>
        </p:nvSpPr>
        <p:spPr>
          <a:xfrm>
            <a:off x="4389120" y="1737360"/>
            <a:ext cx="69710" cy="4811358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5FB16D-C766-F391-700A-AD979F4BBEAB}"/>
              </a:ext>
            </a:extLst>
          </p:cNvPr>
          <p:cNvSpPr txBox="1"/>
          <p:nvPr/>
        </p:nvSpPr>
        <p:spPr>
          <a:xfrm>
            <a:off x="4658240" y="1732675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역문제</a:t>
            </a:r>
            <a:endParaRPr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4AC0D8-868E-F7F7-48E9-03D0BDAC880A}"/>
              </a:ext>
            </a:extLst>
          </p:cNvPr>
          <p:cNvSpPr txBox="1"/>
          <p:nvPr/>
        </p:nvSpPr>
        <p:spPr>
          <a:xfrm>
            <a:off x="4585177" y="2240506"/>
            <a:ext cx="2875519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관측</a:t>
            </a:r>
            <a:r>
              <a:rPr dirty="0"/>
              <a:t> </a:t>
            </a:r>
            <a:r>
              <a:rPr dirty="0" err="1"/>
              <a:t>결과만</a:t>
            </a:r>
            <a:r>
              <a:rPr dirty="0"/>
              <a:t> </a:t>
            </a:r>
            <a:r>
              <a:rPr dirty="0" err="1"/>
              <a:t>주어진다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전하가</a:t>
            </a:r>
            <a:r>
              <a:rPr dirty="0"/>
              <a:t> </a:t>
            </a:r>
            <a:r>
              <a:rPr dirty="0" err="1"/>
              <a:t>만들었는지</a:t>
            </a:r>
            <a:r>
              <a:rPr dirty="0"/>
              <a:t> </a:t>
            </a:r>
            <a:r>
              <a:rPr dirty="0" err="1"/>
              <a:t>추정</a:t>
            </a:r>
            <a:r>
              <a:rPr lang="ko-KR" altLang="en-US" dirty="0"/>
              <a:t>할 수 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여러</a:t>
            </a:r>
            <a:r>
              <a:rPr dirty="0"/>
              <a:t> </a:t>
            </a:r>
            <a:r>
              <a:rPr dirty="0" err="1"/>
              <a:t>해가</a:t>
            </a:r>
            <a:r>
              <a:rPr dirty="0"/>
              <a:t> </a:t>
            </a:r>
            <a:r>
              <a:rPr dirty="0" err="1"/>
              <a:t>가능할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endParaRPr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108800F-5606-3EBE-2609-27B8C83A6B5E}"/>
              </a:ext>
            </a:extLst>
          </p:cNvPr>
          <p:cNvSpPr/>
          <p:nvPr/>
        </p:nvSpPr>
        <p:spPr>
          <a:xfrm>
            <a:off x="800100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9059B2E-43A7-D571-48E3-5EFA79EAD58C}"/>
              </a:ext>
            </a:extLst>
          </p:cNvPr>
          <p:cNvSpPr/>
          <p:nvPr/>
        </p:nvSpPr>
        <p:spPr>
          <a:xfrm>
            <a:off x="8001000" y="1737360"/>
            <a:ext cx="69710" cy="4811358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EF6721-E95C-CAFF-1324-D26929F5A809}"/>
              </a:ext>
            </a:extLst>
          </p:cNvPr>
          <p:cNvSpPr txBox="1"/>
          <p:nvPr/>
        </p:nvSpPr>
        <p:spPr>
          <a:xfrm>
            <a:off x="8197057" y="1752192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탐구의</a:t>
            </a:r>
            <a:r>
              <a:rPr dirty="0"/>
              <a:t> </a:t>
            </a:r>
            <a:r>
              <a:rPr dirty="0" err="1"/>
              <a:t>출발점</a:t>
            </a:r>
            <a:endParaRPr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840A38-B8B3-03A1-E12A-5C87C801BA15}"/>
              </a:ext>
            </a:extLst>
          </p:cNvPr>
          <p:cNvSpPr txBox="1"/>
          <p:nvPr/>
        </p:nvSpPr>
        <p:spPr>
          <a:xfrm>
            <a:off x="8197056" y="2240506"/>
            <a:ext cx="2875519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관측</a:t>
            </a:r>
            <a:r>
              <a:rPr dirty="0"/>
              <a:t> </a:t>
            </a:r>
            <a:r>
              <a:rPr dirty="0" err="1"/>
              <a:t>과정에서</a:t>
            </a:r>
            <a:r>
              <a:rPr dirty="0"/>
              <a:t> </a:t>
            </a:r>
            <a:r>
              <a:rPr dirty="0" err="1"/>
              <a:t>정보가</a:t>
            </a:r>
            <a:r>
              <a:rPr dirty="0"/>
              <a:t> </a:t>
            </a:r>
            <a:r>
              <a:rPr dirty="0" err="1"/>
              <a:t>일부</a:t>
            </a:r>
            <a:r>
              <a:rPr dirty="0"/>
              <a:t> </a:t>
            </a:r>
            <a:r>
              <a:rPr dirty="0" err="1"/>
              <a:t>소실된다</a:t>
            </a:r>
            <a:endParaRPr lang="en-US" alt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→</a:t>
            </a:r>
            <a:r>
              <a:rPr lang="en-US" altLang="ko-KR" dirty="0"/>
              <a:t>AI</a:t>
            </a:r>
            <a:r>
              <a:rPr lang="ko-KR" altLang="en-US" dirty="0"/>
              <a:t>라면 고전적 역산보다 해를 도출하는 데 유리하지 않을까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D3BF2B-BEDB-7F7F-0929-E26D57932E2F}"/>
              </a:ext>
            </a:extLst>
          </p:cNvPr>
          <p:cNvSpPr txBox="1"/>
          <p:nvPr/>
        </p:nvSpPr>
        <p:spPr>
          <a:xfrm>
            <a:off x="973295" y="4143039"/>
            <a:ext cx="3007033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체감 난이도 ★☆☆☆☆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고등학교 물리학 </a:t>
            </a:r>
            <a:r>
              <a:rPr lang="en-US" altLang="ko-KR" dirty="0"/>
              <a:t>1 </a:t>
            </a:r>
            <a:r>
              <a:rPr lang="ko-KR" altLang="en-US" dirty="0"/>
              <a:t>과정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탐구의 시작점</a:t>
            </a:r>
            <a:endParaRPr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EAABBC-A23F-DCD6-9B51-CE5217B64F96}"/>
              </a:ext>
            </a:extLst>
          </p:cNvPr>
          <p:cNvSpPr txBox="1"/>
          <p:nvPr/>
        </p:nvSpPr>
        <p:spPr>
          <a:xfrm>
            <a:off x="4585177" y="4143039"/>
            <a:ext cx="2875519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체감 난이도 ★★★☆☆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altLang="ko-KR" dirty="0"/>
              <a:t>-</a:t>
            </a:r>
            <a:r>
              <a:rPr lang="ko-KR" altLang="en-US" dirty="0"/>
              <a:t>단순 고전적 계산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-AI</a:t>
            </a:r>
            <a:r>
              <a:rPr lang="ko-KR" altLang="en-US" dirty="0"/>
              <a:t>의 도입이 불필요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endParaRPr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CE1D37-1AF6-53CB-5BD8-DF4051ED5BB2}"/>
              </a:ext>
            </a:extLst>
          </p:cNvPr>
          <p:cNvSpPr txBox="1"/>
          <p:nvPr/>
        </p:nvSpPr>
        <p:spPr>
          <a:xfrm>
            <a:off x="8231913" y="4143039"/>
            <a:ext cx="2875519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난이도 ★★★★★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자체 생산 데이터 사용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데이터로 통계적 추정</a:t>
            </a:r>
            <a:endParaRPr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B22006DD-02B5-4310-0BFB-16AA6EC862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625" t="25333" r="7642" b="4359"/>
          <a:stretch>
            <a:fillRect/>
          </a:stretch>
        </p:blipFill>
        <p:spPr>
          <a:xfrm>
            <a:off x="8001000" y="1737362"/>
            <a:ext cx="3259322" cy="4821691"/>
          </a:xfrm>
          <a:custGeom>
            <a:avLst/>
            <a:gdLst>
              <a:gd name="csX0" fmla="*/ 0 w 3259322"/>
              <a:gd name="csY0" fmla="*/ 0 h 4821691"/>
              <a:gd name="csX1" fmla="*/ 3259322 w 3259322"/>
              <a:gd name="csY1" fmla="*/ 0 h 4821691"/>
              <a:gd name="csX2" fmla="*/ 3259322 w 3259322"/>
              <a:gd name="csY2" fmla="*/ 4821691 h 4821691"/>
              <a:gd name="csX3" fmla="*/ 0 w 3259322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259322" h="4821691">
                <a:moveTo>
                  <a:pt x="0" y="0"/>
                </a:moveTo>
                <a:lnTo>
                  <a:pt x="3259322" y="0"/>
                </a:lnTo>
                <a:lnTo>
                  <a:pt x="3259322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033718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그림 182" descr="GitHub - tomduck/electrostatics: Electrostatic field line and equipotential  contour diagrams · GitHub">
            <a:extLst>
              <a:ext uri="{FF2B5EF4-FFF2-40B4-BE49-F238E27FC236}">
                <a16:creationId xmlns:a16="http://schemas.microsoft.com/office/drawing/2014/main" id="{B8B6668B-4134-8726-B607-F9BB4BD6D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45771" y="-64886"/>
            <a:ext cx="9775371" cy="7331528"/>
          </a:xfrm>
          <a:prstGeom prst="rect">
            <a:avLst/>
          </a:prstGeom>
          <a:noFill/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988447A-651A-7674-B384-7B128617E260}"/>
              </a:ext>
            </a:extLst>
          </p:cNvPr>
          <p:cNvSpPr/>
          <p:nvPr/>
        </p:nvSpPr>
        <p:spPr>
          <a:xfrm>
            <a:off x="-1" y="0"/>
            <a:ext cx="11584641" cy="6858000"/>
          </a:xfrm>
          <a:prstGeom prst="rect">
            <a:avLst/>
          </a:prstGeom>
          <a:gradFill>
            <a:gsLst>
              <a:gs pos="0">
                <a:schemeClr val="bg1">
                  <a:alpha val="88000"/>
                </a:schemeClr>
              </a:gs>
              <a:gs pos="8000">
                <a:schemeClr val="bg1">
                  <a:alpha val="70000"/>
                </a:schemeClr>
              </a:gs>
              <a:gs pos="19000">
                <a:schemeClr val="bg1">
                  <a:alpha val="60000"/>
                </a:schemeClr>
              </a:gs>
              <a:gs pos="40000">
                <a:schemeClr val="bg1"/>
              </a:gs>
            </a:gsLst>
            <a:lin ang="18900000" scaled="0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87F190-AF04-3CAF-D892-F9146164E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012" y="406400"/>
            <a:ext cx="6992471" cy="2387600"/>
          </a:xfrm>
        </p:spPr>
        <p:txBody>
          <a:bodyPr>
            <a:normAutofit/>
          </a:bodyPr>
          <a:lstStyle/>
          <a:p>
            <a:pPr algn="l"/>
            <a:r>
              <a:rPr lang="en-US" altLang="ko-KR" sz="5200" dirty="0"/>
              <a:t>AI</a:t>
            </a:r>
            <a:r>
              <a:rPr lang="ko-KR" altLang="en-US" sz="5200" dirty="0"/>
              <a:t>를 활용한 전하 분포 </a:t>
            </a:r>
            <a:r>
              <a:rPr lang="ko-KR" altLang="en-US" sz="5200" dirty="0" err="1"/>
              <a:t>역추정</a:t>
            </a:r>
            <a:endParaRPr lang="ko-KR" altLang="en-US" sz="5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6452ABD-CDF8-B89F-0707-5D1691B6D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2424" y="3659982"/>
            <a:ext cx="3287058" cy="1655762"/>
          </a:xfrm>
        </p:spPr>
        <p:txBody>
          <a:bodyPr>
            <a:normAutofit/>
          </a:bodyPr>
          <a:lstStyle/>
          <a:p>
            <a:pPr algn="r"/>
            <a:r>
              <a:rPr lang="ko-KR" altLang="en-US" sz="1500" dirty="0" err="1"/>
              <a:t>단국대학교부속소프트웨어고등학교</a:t>
            </a:r>
            <a:endParaRPr lang="en-US" altLang="ko-KR" sz="1500" dirty="0"/>
          </a:p>
          <a:p>
            <a:pPr algn="r"/>
            <a:r>
              <a:rPr lang="ko-KR" altLang="en-US" sz="1500" dirty="0"/>
              <a:t>인공지능 소프트웨어학과</a:t>
            </a:r>
            <a:endParaRPr lang="en-US" altLang="ko-KR" sz="1500" dirty="0"/>
          </a:p>
          <a:p>
            <a:pPr algn="r"/>
            <a:r>
              <a:rPr lang="en-US" altLang="ko-KR" sz="1500" dirty="0"/>
              <a:t>2</a:t>
            </a:r>
            <a:r>
              <a:rPr lang="ko-KR" altLang="en-US" sz="1500" dirty="0"/>
              <a:t>학년 </a:t>
            </a:r>
            <a:r>
              <a:rPr lang="en-US" altLang="ko-KR" sz="1500" dirty="0"/>
              <a:t>2</a:t>
            </a:r>
            <a:r>
              <a:rPr lang="ko-KR" altLang="en-US" sz="1500" dirty="0"/>
              <a:t>반 </a:t>
            </a:r>
            <a:r>
              <a:rPr lang="en-US" altLang="ko-KR" sz="1500" dirty="0"/>
              <a:t>12</a:t>
            </a:r>
            <a:r>
              <a:rPr lang="ko-KR" altLang="en-US" sz="1500" dirty="0"/>
              <a:t>번 </a:t>
            </a:r>
            <a:endParaRPr lang="en-US" altLang="ko-KR" sz="1500" dirty="0"/>
          </a:p>
          <a:p>
            <a:pPr algn="r"/>
            <a:r>
              <a:rPr lang="ko-KR" altLang="en-US" sz="1500" dirty="0"/>
              <a:t>오연우</a:t>
            </a:r>
            <a:endParaRPr lang="en-US" altLang="ko-KR" sz="1500" dirty="0"/>
          </a:p>
          <a:p>
            <a:pPr algn="r"/>
            <a:r>
              <a:rPr lang="en-US" altLang="ko-KR" sz="1500" dirty="0"/>
              <a:t>010-3740-4325</a:t>
            </a:r>
            <a:endParaRPr lang="ko-KR" altLang="en-US" sz="15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1D0AE-0809-55A2-50D5-E07C23A03EBA}"/>
              </a:ext>
            </a:extLst>
          </p:cNvPr>
          <p:cNvSpPr txBox="1"/>
          <p:nvPr/>
        </p:nvSpPr>
        <p:spPr>
          <a:xfrm>
            <a:off x="759012" y="914399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[AI &amp; Physics]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6D4F-DDBA-7F6D-D1CB-92EF3AA6C5F7}"/>
              </a:ext>
            </a:extLst>
          </p:cNvPr>
          <p:cNvSpPr txBox="1"/>
          <p:nvPr/>
        </p:nvSpPr>
        <p:spPr>
          <a:xfrm>
            <a:off x="950259" y="2828687"/>
            <a:ext cx="584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Electric Charge Distribution Inverse Estimating with AI</a:t>
            </a:r>
            <a:endParaRPr lang="ko-KR" altLang="en-US" dirty="0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6081D9EA-CF99-AFD1-53CC-472B830753FD}"/>
              </a:ext>
            </a:extLst>
          </p:cNvPr>
          <p:cNvSpPr txBox="1">
            <a:spLocks/>
          </p:cNvSpPr>
          <p:nvPr/>
        </p:nvSpPr>
        <p:spPr>
          <a:xfrm>
            <a:off x="6793654" y="3659982"/>
            <a:ext cx="328705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500" dirty="0"/>
              <a:t>School:</a:t>
            </a:r>
          </a:p>
          <a:p>
            <a:pPr algn="l"/>
            <a:r>
              <a:rPr lang="en-US" altLang="ko-KR" sz="1500" dirty="0"/>
              <a:t>Department:</a:t>
            </a:r>
          </a:p>
          <a:p>
            <a:pPr algn="l"/>
            <a:r>
              <a:rPr lang="en-US" altLang="ko-KR" sz="1500" dirty="0"/>
              <a:t>Class and</a:t>
            </a:r>
            <a:r>
              <a:rPr lang="ko-KR" altLang="en-US" sz="1500" dirty="0"/>
              <a:t> </a:t>
            </a:r>
            <a:r>
              <a:rPr lang="en-US" altLang="ko-KR" sz="1500" dirty="0"/>
              <a:t>Number:</a:t>
            </a:r>
          </a:p>
          <a:p>
            <a:pPr algn="l"/>
            <a:r>
              <a:rPr lang="en-US" altLang="ko-KR" sz="1500" dirty="0"/>
              <a:t>Name:</a:t>
            </a:r>
          </a:p>
          <a:p>
            <a:pPr algn="l"/>
            <a:r>
              <a:rPr lang="en-US" altLang="ko-KR" sz="1500" dirty="0"/>
              <a:t>H.P:</a:t>
            </a:r>
          </a:p>
        </p:txBody>
      </p:sp>
    </p:spTree>
    <p:extLst>
      <p:ext uri="{BB962C8B-B14F-4D97-AF65-F5344CB8AC3E}">
        <p14:creationId xmlns:p14="http://schemas.microsoft.com/office/powerpoint/2010/main" val="36945229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ED5B7-F4FF-5D58-1496-805765AC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AA9C7-8BC1-5B83-AD83-74E2D21CD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탐구 동기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목적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과정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결과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느낀 점</a:t>
            </a:r>
          </a:p>
        </p:txBody>
      </p:sp>
    </p:spTree>
    <p:extLst>
      <p:ext uri="{BB962C8B-B14F-4D97-AF65-F5344CB8AC3E}">
        <p14:creationId xmlns:p14="http://schemas.microsoft.com/office/powerpoint/2010/main" val="2241571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84F6-5742-5792-DC34-A2919F08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78F7C8-B08E-BC56-7800-34711E415A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406849-1407-19D2-8AD8-5E37AB79A4A1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9045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1BC14763-48D4-D601-7D32-42FF5D51D465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49383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lang="ar-AE" altLang="ko-KR" dirty="0"/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658368" y="4028855"/>
            <a:ext cx="1060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800">
                <a:solidFill>
                  <a:srgbClr val="18233A"/>
                </a:solidFill>
              </a:defRPr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물리학 교과서는 </a:t>
            </a:r>
            <a:r>
              <a:rPr lang="en-US" altLang="ko-KR" sz="2000" dirty="0">
                <a:solidFill>
                  <a:srgbClr val="18233A"/>
                </a:solidFill>
                <a:latin typeface="Calibri"/>
              </a:rPr>
              <a:t>1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차원 수직</a:t>
            </a:r>
            <a:r>
              <a:rPr lang="ko-KR" altLang="en-US" sz="2000" dirty="0">
                <a:solidFill>
                  <a:srgbClr val="18233A"/>
                </a:solidFill>
                <a:latin typeface="Calibri"/>
              </a:rPr>
              <a:t>선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에서의 전하만을 설명한다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343395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54801" y="3937643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2" name="그림 11" descr="전위, 전기 퍼텐셜 (Electric Potential)">
            <a:extLst>
              <a:ext uri="{FF2B5EF4-FFF2-40B4-BE49-F238E27FC236}">
                <a16:creationId xmlns:a16="http://schemas.microsoft.com/office/drawing/2014/main" id="{6F836141-F320-57A3-36AA-AD246B1F6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7595" y="3304592"/>
            <a:ext cx="3496503" cy="355340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D5F9F98-C5DA-F712-AA00-ECD121EC3ED4}"/>
              </a:ext>
            </a:extLst>
          </p:cNvPr>
          <p:cNvSpPr txBox="1"/>
          <p:nvPr/>
        </p:nvSpPr>
        <p:spPr>
          <a:xfrm>
            <a:off x="658368" y="4139622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y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2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4.81481E-6 L -0.00352 -0.72223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-3611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59583 " pathEditMode="relative" rAng="0" ptsTypes="AA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9792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3.7037E-6 L -0.00078 -0.58635 " pathEditMode="relative" rAng="0" ptsTypes="AA">
                                      <p:cBhvr>
                                        <p:cTn id="1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9329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175 " pathEditMode="relative" rAng="0" ptsTypes="AA">
                                      <p:cBhvr>
                                        <p:cTn id="46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75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7037E-7 L -0.00052 -0.18333 " pathEditMode="relative" rAng="0" ptsTypes="AA">
                                      <p:cBhvr>
                                        <p:cTn id="4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9167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2.59259E-6 L 0.0013 -0.17616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819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2.59259E-6 L -0.00234 -0.175 " pathEditMode="relative" rAng="0" ptsTypes="AA">
                                      <p:cBhvr>
                                        <p:cTn id="52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8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4" grpId="2" animBg="1"/>
      <p:bldP spid="7" grpId="0" animBg="1"/>
      <p:bldP spid="7" grpId="1" animBg="1"/>
      <p:bldP spid="16" grpId="0"/>
      <p:bldP spid="16" grpId="1"/>
      <p:bldP spid="16" grpId="2"/>
      <p:bldP spid="8" grpId="0"/>
      <p:bldP spid="8" grpId="1"/>
      <p:bldP spid="10" grpId="0" build="allAtOnce"/>
      <p:bldP spid="10" grpId="1" build="allAtOnce"/>
      <p:bldP spid="9" grpId="0"/>
      <p:bldP spid="9" grpId="1"/>
      <p:bldP spid="17" grpId="0"/>
      <p:bldP spid="17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2875-CA3A-5BE3-BE6F-FD9EC46E8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F141B85D-17EA-D432-E6A9-4F1A30C74EFD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942859-D978-CD4F-DD26-2E3B5996D18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444EEE-8B56-4FBA-F6FE-E1F3C850E702}"/>
              </a:ext>
            </a:extLst>
          </p:cNvPr>
          <p:cNvSpPr txBox="1"/>
          <p:nvPr/>
        </p:nvSpPr>
        <p:spPr>
          <a:xfrm>
            <a:off x="658368" y="384048"/>
            <a:ext cx="343395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2564D-49D4-D4EC-AE18-1F3CE3B75D2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4E3266-7DC3-33FD-B018-723A94D28DF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BB12F64-12D9-DF0D-F200-05D9460D23E6}"/>
              </a:ext>
            </a:extLst>
          </p:cNvPr>
          <p:cNvSpPr/>
          <p:nvPr/>
        </p:nvSpPr>
        <p:spPr>
          <a:xfrm>
            <a:off x="1049383" y="1498848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/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𝑽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𝒙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𝒚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𝒛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 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 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𝟏</m:t>
                          </m:r>
                        </m:num>
                        <m:den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𝟒</m:t>
                          </m:r>
                          <m:r>
                            <a:rPr kumimoji="0" lang="ko-KR" altLang="en-US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kumimoji="0" lang="en-US" altLang="ko-KR" sz="22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sSup>
                                    <m:sSupPr>
                                      <m:ctrlP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ᵢ</m:t>
                                      </m:r>
                                    </m:e>
                                    <m:sup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ABB6EDB-60E2-32F7-B321-7F9BD3D27664}"/>
              </a:ext>
            </a:extLst>
          </p:cNvPr>
          <p:cNvSpPr txBox="1"/>
          <p:nvPr/>
        </p:nvSpPr>
        <p:spPr>
          <a:xfrm>
            <a:off x="3754801" y="2714907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92398E-0F84-BBDB-2D03-BE2A1DE19492}"/>
              </a:ext>
            </a:extLst>
          </p:cNvPr>
          <p:cNvSpPr txBox="1"/>
          <p:nvPr/>
        </p:nvSpPr>
        <p:spPr>
          <a:xfrm>
            <a:off x="658368" y="2916886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z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3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67BCAA6-D0E9-6960-67CA-D0491AF61F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419" y="3429000"/>
            <a:ext cx="6176639" cy="336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05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0EA4C-01A4-B12C-B0C7-68BB177E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2167DE26-C953-A2CD-4466-D8D49DF92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5081" y="0"/>
            <a:ext cx="12192000" cy="685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60CB4A5-BBD7-B12D-4C75-809179E31229}"/>
              </a:ext>
            </a:extLst>
          </p:cNvPr>
          <p:cNvSpPr txBox="1"/>
          <p:nvPr/>
        </p:nvSpPr>
        <p:spPr>
          <a:xfrm>
            <a:off x="881470" y="2459504"/>
            <a:ext cx="10398898" cy="193899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6000" b="1" dirty="0"/>
              <a:t>Q. </a:t>
            </a:r>
            <a:r>
              <a:rPr lang="ko-KR" altLang="en-US" sz="6000" b="1" dirty="0">
                <a:solidFill>
                  <a:srgbClr val="0070C0"/>
                </a:solidFill>
              </a:rPr>
              <a:t>전위</a:t>
            </a:r>
            <a:r>
              <a:rPr lang="ko-KR" altLang="en-US" sz="6000" b="1" dirty="0"/>
              <a:t>를 바탕으로 </a:t>
            </a:r>
            <a:endParaRPr lang="en-US" altLang="ko-KR" sz="6000" b="1" dirty="0"/>
          </a:p>
          <a:p>
            <a:r>
              <a:rPr lang="ko-KR" altLang="en-US" sz="6000" b="1" dirty="0">
                <a:solidFill>
                  <a:srgbClr val="0070C0"/>
                </a:solidFill>
              </a:rPr>
              <a:t>전하의 분포</a:t>
            </a:r>
            <a:r>
              <a:rPr lang="ko-KR" altLang="en-US" sz="6000" b="1" dirty="0"/>
              <a:t>를 구할 수 있을까</a:t>
            </a:r>
            <a:r>
              <a:rPr lang="en-US" altLang="ko-KR" sz="6000" b="1" dirty="0"/>
              <a:t>?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7298181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89F7F-A386-EFE0-833D-B163B638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B107074-574A-DC3D-16D3-B7A1327024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6042A8-65D1-2BB1-25B0-50ED5C3EC9FA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434652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 advTm="0"/>
    </mc:Choice>
    <mc:Fallback>
      <p:transition advClick="0" advTm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6CFD-C11E-EAF4-9ACD-9F472CE2B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5BE667EB-0BF8-7892-23A8-7F4B9853A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695575" y="1737361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C44D21-9DDD-3762-5D65-AACBC31F2800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80391-6E47-E5D2-7CDF-2A2AB7687057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1AE517-3472-23AC-2292-DF8FA57261AD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288CC23-7329-EF10-382C-F097D130BE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5959115" y="-725943"/>
            <a:ext cx="273770" cy="395103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932170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DFA16B5-439E-338D-1F2E-2F5AD21B40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2798C73-2C09-0228-B26D-AEB5F7D21A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6684232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1AA6-7006-4ED3-1FCD-308382BF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52D9DB-6FFD-3C52-F274-0C59790CF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4CB5EE-1F9F-78B1-9DBF-6BD0567693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4389222" y="1730104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632526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F5D7D9-B28D-316A-E24A-935AAD2D1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6E1CC64-F6AE-6739-C47D-C8BD5DC146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415728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62092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Kaluza–Klein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관점으로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관측량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구성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97280" y="1828800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315EBE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G₀₀ ∝ V²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6974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전위의 크기 정보는 남지만 V → −V에 대해 값이 변하지 않는다.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154680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25880" y="330098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1F8987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G₀₅ ∝ 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02336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전위의 부호 정보까지 포함하므로 전하 부호 판별에 직접적인 단서를 준다.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4709160"/>
            <a:ext cx="85039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828800" y="4709160"/>
            <a:ext cx="73152" cy="105156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057400" y="4873752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중요한 해석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5349240"/>
            <a:ext cx="8092440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400">
                <a:solidFill>
                  <a:srgbClr val="5C6574"/>
                </a:solidFill>
              </a:defRPr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이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탐구에서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KK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이론은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‘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이론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자체를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검증’하는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것이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아니라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,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동일한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표현해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손실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조건을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설계하는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틀로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사용한다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4. 왜 G₀₀만으로는 충분하지 않은가?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전역 부호 반전 대칭 때문에 절대 부호는 원리적으로 식별할 수 없다.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114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315EBE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97280" y="1828800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1F8987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{qᵢ} → {−qᵢ}  ⇒  V → −V  ⇒  V²는 동일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108960"/>
            <a:ext cx="338328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22960" y="3108960"/>
            <a:ext cx="73152" cy="2057400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51560" y="32735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복원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749039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 위치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 크기 |q|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 사이의 상대적 부호 구조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3108960"/>
            <a:ext cx="338328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407408" y="3108960"/>
            <a:ext cx="73152" cy="205740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36008" y="32735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복원 불가능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749039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모든 전하의 절대 부호를 동시에 결정하는 것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(+,+,−)와 (−,−,+)의 구별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91856" y="3108960"/>
            <a:ext cx="338328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991856" y="3108960"/>
            <a:ext cx="73152" cy="2057400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20456" y="32735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평가 원칙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3749039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G₀₀-only 모델에는 전역 부호 불변 손실 사용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절대 부호 정확도는 평가 대상에서 제외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5. G₀₅를 전부 주면 AI가 필요 없는가?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핵심은 G₀₅ 전체가 아니라 ‘불완전한 부호 정보’를 제공하는 조건이다.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114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315EBE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8328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73152" cy="338328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94767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G₀₅ 전체 제공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23160"/>
            <a:ext cx="2971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V에 비례하는 정보를 거의 그대로 제공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고전적 역문제 풀이만으로도 강한 제약 가능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AI의 필요성이 약해질 수 있음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783080"/>
            <a:ext cx="338328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407408" y="1783080"/>
            <a:ext cx="73152" cy="3383280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36008" y="194767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G₀₅ 일부 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423160"/>
            <a:ext cx="2971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일부 위치의 값만 관측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마스킹·소실·희소 샘플링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가능한 해가 크게 늘어남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7575" y="1783080"/>
            <a:ext cx="338328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037575" y="1783080"/>
            <a:ext cx="73152" cy="3383280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66175" y="194767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AI의 역할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2423160"/>
            <a:ext cx="297180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G₀₀ 전체에서 공간 패턴 학습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G₀₅를 부호 앵커로 활용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데이터 분포의 사전정보로 해를 좁힘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10BB-50DA-6C3B-0C8B-3BA9812D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A56FFD3-4205-E8D2-4A88-E77CC1CE0E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EDE078E-80A8-9335-7D38-7AB2363C96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384" t="25258" r="7213" b="4434"/>
          <a:stretch>
            <a:fillRect/>
          </a:stretch>
        </p:blipFill>
        <p:spPr>
          <a:xfrm>
            <a:off x="7974687" y="1725419"/>
            <a:ext cx="3340987" cy="482169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84794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6. 데이터셋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무작위 전하 배치를 생성하고 각 조건의 관측량과 정답을 함께 저장한다.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114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315EBE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69164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73152" cy="3611880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856232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입력 A · G₀₀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32×32 G₀₀ 격자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 정보가 직접적으로 없음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baseline 역할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69164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389120" y="1691640"/>
            <a:ext cx="73152" cy="3611880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17720" y="1856232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입력 B · G₀₀ + partial G₀₅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33172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G₀₀ 전체 격자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G₀₅는 일부만 제공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제공 비율을 단계적으로 감소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691640"/>
            <a:ext cx="3429000" cy="361188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001000" y="1691640"/>
            <a:ext cx="73152" cy="361188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600" y="1856232"/>
            <a:ext cx="3017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정답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3172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 위치 좌표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 q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 전하를 별도 head로 예측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2356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500">
                <a:solidFill>
                  <a:srgbClr val="18233A"/>
                </a:solidFill>
              </a:defRPr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현재 실험 데이터 규모: 총 10,000개 → Train 8,000 / Validation 1,000 / Test 1,000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7. AI 모델과 학습 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 격자의 공간 특징과 희소 부호 정보를 결합해 위치와 전하량을 동시에 추정한다.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114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315EBE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737360"/>
            <a:ext cx="73152" cy="3474720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 특징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39"/>
            <a:ext cx="2971800" cy="2697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G₀₀ → CNN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 국소·전역 패턴 학습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AdaptiveAvgPool로 격자 크기 변화 대응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737360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407408" y="1737360"/>
            <a:ext cx="73152" cy="3474720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36008" y="19019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결합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377439"/>
            <a:ext cx="2971800" cy="2697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partial G₀₅ feature를 별도 입력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CNN feature와 결합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sz="17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관측량별 역할을 분리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7575" y="1737360"/>
            <a:ext cx="33832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037575" y="1737360"/>
            <a:ext cx="73152" cy="347472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66175" y="1901952"/>
            <a:ext cx="2971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출력 및 손실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2377439"/>
            <a:ext cx="2971800" cy="2697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Position head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Charge head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 손실 + 전하 손실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600">
                <a:solidFill>
                  <a:srgbClr val="5C6574"/>
                </a:solidFill>
              </a:defRPr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G₀₀-only는 전역 부호 불변 처리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2845</TotalTime>
  <Words>749</Words>
  <Application>Microsoft Office PowerPoint</Application>
  <PresentationFormat>와이드스크린</PresentationFormat>
  <Paragraphs>129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18</vt:i4>
      </vt:variant>
    </vt:vector>
  </HeadingPairs>
  <TitlesOfParts>
    <vt:vector size="24" baseType="lpstr">
      <vt:lpstr>맑은 고딕</vt:lpstr>
      <vt:lpstr>Arial</vt:lpstr>
      <vt:lpstr>Calibri</vt:lpstr>
      <vt:lpstr>Cambria Math</vt:lpstr>
      <vt:lpstr>Office 테마</vt:lpstr>
      <vt:lpstr>Office Theme</vt:lpstr>
      <vt:lpstr>PowerPoint 프레젠테이션</vt:lpstr>
      <vt:lpstr>AI를 활용한 전하 분포 역추정</vt:lpstr>
      <vt:lpstr>목차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연우 오</dc:creator>
  <cp:lastModifiedBy>연우 오</cp:lastModifiedBy>
  <cp:revision>1</cp:revision>
  <dcterms:created xsi:type="dcterms:W3CDTF">2026-08-20T04:49:28Z</dcterms:created>
  <dcterms:modified xsi:type="dcterms:W3CDTF">2026-08-22T09:29:13Z</dcterms:modified>
</cp:coreProperties>
</file>