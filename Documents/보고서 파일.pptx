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71" dt="2026-08-21T02:20:42.8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custSel addSld delSld modSld">
      <pc:chgData name="연우 오" userId="c3558644dac54ca4" providerId="LiveId" clId="{9333FDCA-79D6-4088-A778-579BE454CE38}" dt="2026-08-21T02:20:49.736" v="921" actId="20577"/>
      <pc:docMkLst>
        <pc:docMk/>
      </pc:docMkLst>
      <pc:sldChg chg="addSp delSp modSp mod">
        <pc:chgData name="연우 오" userId="c3558644dac54ca4" providerId="LiveId" clId="{9333FDCA-79D6-4088-A778-579BE454CE38}" dt="2026-08-21T01:20:29.985" v="531" actId="1076"/>
        <pc:sldMkLst>
          <pc:docMk/>
          <pc:sldMk cId="3694522991" sldId="256"/>
        </pc:sldMkLst>
        <pc:spChg chg="mod">
          <ac:chgData name="연우 오" userId="c3558644dac54ca4" providerId="LiveId" clId="{9333FDCA-79D6-4088-A778-579BE454CE38}" dt="2026-08-20T23:19:30.413" v="32" actId="255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">
          <ac:chgData name="연우 오" userId="c3558644dac54ca4" providerId="LiveId" clId="{9333FDCA-79D6-4088-A778-579BE454CE38}" dt="2026-08-20T23:34:30.471" v="287" actId="1076"/>
          <ac:spMkLst>
            <pc:docMk/>
            <pc:sldMk cId="3694522991" sldId="256"/>
            <ac:spMk id="4" creationId="{A0F1D0AE-0809-55A2-50D5-E07C23A03EBA}"/>
          </ac:spMkLst>
        </pc:spChg>
        <pc:spChg chg="add mod">
          <ac:chgData name="연우 오" userId="c3558644dac54ca4" providerId="LiveId" clId="{9333FDCA-79D6-4088-A778-579BE454CE38}" dt="2026-08-20T23:20:24.656" v="118" actId="20577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del mod">
          <ac:chgData name="연우 오" userId="c3558644dac54ca4" providerId="LiveId" clId="{9333FDCA-79D6-4088-A778-579BE454CE38}" dt="2026-08-21T01:18:45.524" v="523" actId="478"/>
          <ac:spMkLst>
            <pc:docMk/>
            <pc:sldMk cId="3694522991" sldId="256"/>
            <ac:spMk id="10" creationId="{06A483EE-FAE4-A22A-B465-20D59049BDA7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20" creationId="{A55C9D8E-D89A-EBBA-5023-C6796D4129CB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32" creationId="{47E0DA38-F881-6F8E-CDC4-1359D4CF9FD5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3" creationId="{8F007E11-F59C-C3B3-2CBD-98C698C89DB4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8" creationId="{FA3C635C-C135-FAEE-3E8E-DD01E032DA41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9" creationId="{F0D6FDBD-5639-0295-BE4D-A5212A9D39E4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64" creationId="{935F2AF4-0BBC-422B-E00F-5C7D092B1F98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70" creationId="{7045DEDA-015B-77BA-7AAE-FF17DA8C7E0C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17" creationId="{BE462E91-377D-3EF4-8CEA-EBD92BDB032C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44" creationId="{A256BE0E-6A11-2206-F3C9-6824AB17D047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54" creationId="{A96B790D-D3A1-F8B5-8B2E-1CED7B586E9F}"/>
          </ac:spMkLst>
        </pc:spChg>
        <pc:grpChg chg="del">
          <ac:chgData name="연우 오" userId="c3558644dac54ca4" providerId="LiveId" clId="{9333FDCA-79D6-4088-A778-579BE454CE38}" dt="2026-08-21T01:18:38.044" v="520" actId="478"/>
          <ac:grpSpMkLst>
            <pc:docMk/>
            <pc:sldMk cId="3694522991" sldId="256"/>
            <ac:grpSpMk id="12" creationId="{CE16D424-BC25-4342-4032-72B4C8D960C3}"/>
          </ac:grpSpMkLst>
        </pc:grpChg>
        <pc:picChg chg="add mod">
          <ac:chgData name="연우 오" userId="c3558644dac54ca4" providerId="LiveId" clId="{9333FDCA-79D6-4088-A778-579BE454CE38}" dt="2026-08-21T01:18:11.542" v="518" actId="1076"/>
          <ac:picMkLst>
            <pc:docMk/>
            <pc:sldMk cId="3694522991" sldId="256"/>
            <ac:picMk id="8" creationId="{C23298C8-4A9C-1A30-6364-3D655D599ADD}"/>
          </ac:picMkLst>
        </pc:picChg>
        <pc:picChg chg="del">
          <ac:chgData name="연우 오" userId="c3558644dac54ca4" providerId="LiveId" clId="{9333FDCA-79D6-4088-A778-579BE454CE38}" dt="2026-08-21T01:18:40.317" v="521" actId="478"/>
          <ac:picMkLst>
            <pc:docMk/>
            <pc:sldMk cId="3694522991" sldId="256"/>
            <ac:picMk id="11" creationId="{37B98BD4-E291-9C33-79F1-16F4EBEF7311}"/>
          </ac:picMkLst>
        </pc:picChg>
        <pc:picChg chg="add mod">
          <ac:chgData name="연우 오" userId="c3558644dac54ca4" providerId="LiveId" clId="{9333FDCA-79D6-4088-A778-579BE454CE38}" dt="2026-08-21T01:20:29.985" v="531" actId="1076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new del mod">
        <pc:chgData name="연우 오" userId="c3558644dac54ca4" providerId="LiveId" clId="{9333FDCA-79D6-4088-A778-579BE454CE38}" dt="2026-08-21T02:15:41.905" v="536" actId="47"/>
        <pc:sldMkLst>
          <pc:docMk/>
          <pc:sldMk cId="4183040025" sldId="258"/>
        </pc:sldMkLst>
        <pc:spChg chg="mod">
          <ac:chgData name="연우 오" userId="c3558644dac54ca4" providerId="LiveId" clId="{9333FDCA-79D6-4088-A778-579BE454CE38}" dt="2026-08-21T01:15:31.383" v="511" actId="255"/>
          <ac:spMkLst>
            <pc:docMk/>
            <pc:sldMk cId="4183040025" sldId="258"/>
            <ac:spMk id="2" creationId="{35693E23-3B37-085A-6003-C9E9AFE6F0F6}"/>
          </ac:spMkLst>
        </pc:spChg>
        <pc:spChg chg="add del mod">
          <ac:chgData name="연우 오" userId="c3558644dac54ca4" providerId="LiveId" clId="{9333FDCA-79D6-4088-A778-579BE454CE38}" dt="2026-08-21T01:16:02.140" v="516" actId="478"/>
          <ac:spMkLst>
            <pc:docMk/>
            <pc:sldMk cId="4183040025" sldId="258"/>
            <ac:spMk id="4" creationId="{9E717E91-3C40-A210-7EFA-88D1AB49B2D6}"/>
          </ac:spMkLst>
        </pc:spChg>
      </pc:sldChg>
      <pc:sldChg chg="delSp modSp add mod">
        <pc:chgData name="연우 오" userId="c3558644dac54ca4" providerId="LiveId" clId="{9333FDCA-79D6-4088-A778-579BE454CE38}" dt="2026-08-21T02:20:49.736" v="921" actId="20577"/>
        <pc:sldMkLst>
          <pc:docMk/>
          <pc:sldMk cId="0" sldId="259"/>
        </pc:sldMkLst>
        <pc:spChg chg="del mod">
          <ac:chgData name="연우 오" userId="c3558644dac54ca4" providerId="LiveId" clId="{9333FDCA-79D6-4088-A778-579BE454CE38}" dt="2026-08-21T02:15:21.726" v="534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25.567" v="588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25.567" v="588" actId="14100"/>
          <ac:spMkLst>
            <pc:docMk/>
            <pc:sldMk cId="0" sldId="259"/>
            <ac:spMk id="4" creationId="{00000000-0000-0000-0000-000000000000}"/>
          </ac:spMkLst>
        </pc:spChg>
        <pc:spChg chg="del">
          <ac:chgData name="연우 오" userId="c3558644dac54ca4" providerId="LiveId" clId="{9333FDCA-79D6-4088-A778-579BE454CE38}" dt="2026-08-21T02:15:24.063" v="535" actId="478"/>
          <ac:spMkLst>
            <pc:docMk/>
            <pc:sldMk cId="0" sldId="259"/>
            <ac:spMk id="5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09.568" v="586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7:07.652" v="603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7:05.171" v="601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8:40.925" v="717"/>
          <ac:spMkLst>
            <pc:docMk/>
            <pc:sldMk cId="0" sldId="259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25.567" v="588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9:16.400" v="724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연우 오" userId="c3558644dac54ca4" providerId="LiveId" clId="{9333FDCA-79D6-4088-A778-579BE454CE38}" dt="2026-08-21T02:20:49.736" v="921" actId="2057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7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220" y="488433"/>
            <a:ext cx="7225559" cy="541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목적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t>1. 탐구 동기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3297" y="1747693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73295" y="2240506"/>
            <a:ext cx="3007033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585177" y="2240506"/>
            <a:ext cx="2875519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</a:t>
            </a:r>
            <a:r>
              <a:rPr lang="ko-KR" altLang="en-US"/>
              <a:t>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599" y="190195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8233A"/>
                </a:solidFill>
              </a:defRPr>
            </a:pPr>
            <a:r>
              <a:t>탐구의 출발점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377439"/>
            <a:ext cx="2875519" cy="13029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t>관측 과정에서 정보가 일부 소실된다면?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t>고전적 역산보다 AI가 유리한 구간이 존재할까?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1291</TotalTime>
  <Words>148</Words>
  <Application>Microsoft Office PowerPoint</Application>
  <PresentationFormat>와이드스크린</PresentationFormat>
  <Paragraphs>39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AI를 활용한 전하 분포 역추정</vt:lpstr>
      <vt:lpstr>목차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</cp:revision>
  <dcterms:created xsi:type="dcterms:W3CDTF">2026-08-20T04:49:28Z</dcterms:created>
  <dcterms:modified xsi:type="dcterms:W3CDTF">2026-08-21T02:20:50Z</dcterms:modified>
</cp:coreProperties>
</file>