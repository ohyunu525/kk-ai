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75" r:id="rId3"/>
    <p:sldId id="256" r:id="rId4"/>
    <p:sldId id="257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1" r:id="rId16"/>
    <p:sldId id="284" r:id="rId17"/>
    <p:sldId id="285" r:id="rId18"/>
    <p:sldId id="286" r:id="rId19"/>
    <p:sldId id="287" r:id="rId20"/>
    <p:sldId id="283" r:id="rId21"/>
    <p:sldId id="288" r:id="rId22"/>
    <p:sldId id="260" r:id="rId23"/>
    <p:sldId id="264" r:id="rId24"/>
    <p:sldId id="280" r:id="rId25"/>
    <p:sldId id="262" r:id="rId26"/>
    <p:sldId id="265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6" d="100"/>
          <a:sy n="76" d="100"/>
        </p:scale>
        <p:origin x="51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6.jp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A94A8-8093-B7EC-EABA-39D8EF3B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D31717-00BF-C42E-433E-32349A8DA075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B98DD-74D4-BC10-4328-ED6F496CB0CD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A9DAED-3EED-E287-0284-3214C2EDAEE9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42FBB4F-9D6E-DB95-BE6A-362E139F30F0}"/>
              </a:ext>
            </a:extLst>
          </p:cNvPr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B51F6B-7CCD-DC4A-B5A7-C2C866F2FF54}"/>
              </a:ext>
            </a:extLst>
          </p:cNvPr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2ECAA6-2184-F677-6B89-FB3CA3972837}"/>
              </a:ext>
            </a:extLst>
          </p:cNvPr>
          <p:cNvSpPr txBox="1"/>
          <p:nvPr/>
        </p:nvSpPr>
        <p:spPr>
          <a:xfrm>
            <a:off x="973295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29A264-EB51-2EE6-A9AC-EE98856ADB7F}"/>
              </a:ext>
            </a:extLst>
          </p:cNvPr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1821C43-791A-6685-A3EE-AB3420C7C86C}"/>
              </a:ext>
            </a:extLst>
          </p:cNvPr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FBB99C-A088-0513-5A6F-40BA4C7A95F8}"/>
              </a:ext>
            </a:extLst>
          </p:cNvPr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5FB16D-C766-F391-700A-AD979F4BBEAB}"/>
              </a:ext>
            </a:extLst>
          </p:cNvPr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4AC0D8-868E-F7F7-48E9-03D0BDAC880A}"/>
              </a:ext>
            </a:extLst>
          </p:cNvPr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108800F-5606-3EBE-2609-27B8C83A6B5E}"/>
              </a:ext>
            </a:extLst>
          </p:cNvPr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059B2E-43A7-D571-48E3-5EFA79EAD58C}"/>
              </a:ext>
            </a:extLst>
          </p:cNvPr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EF6721-E95C-CAFF-1324-D26929F5A809}"/>
              </a:ext>
            </a:extLst>
          </p:cNvPr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840A38-B8B3-03A1-E12A-5C87C801BA15}"/>
              </a:ext>
            </a:extLst>
          </p:cNvPr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D3BF2B-BEDB-7F7F-0929-E26D57932E2F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AABBC-A23F-DCD6-9B51-CE5217B64F96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CE1D37-1AF6-53CB-5BD8-DF4051ED5BB2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22006DD-02B5-4310-0BFB-16AA6EC862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625" t="25333" r="7642" b="4359"/>
          <a:stretch>
            <a:fillRect/>
          </a:stretch>
        </p:blipFill>
        <p:spPr>
          <a:xfrm>
            <a:off x="8001000" y="1737362"/>
            <a:ext cx="3259322" cy="4821691"/>
          </a:xfrm>
          <a:custGeom>
            <a:avLst/>
            <a:gdLst>
              <a:gd name="csX0" fmla="*/ 0 w 3259322"/>
              <a:gd name="csY0" fmla="*/ 0 h 4821691"/>
              <a:gd name="csX1" fmla="*/ 3259322 w 3259322"/>
              <a:gd name="csY1" fmla="*/ 0 h 4821691"/>
              <a:gd name="csX2" fmla="*/ 3259322 w 3259322"/>
              <a:gd name="csY2" fmla="*/ 4821691 h 4821691"/>
              <a:gd name="csX3" fmla="*/ 0 w 3259322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59322" h="4821691">
                <a:moveTo>
                  <a:pt x="0" y="0"/>
                </a:moveTo>
                <a:lnTo>
                  <a:pt x="3259322" y="0"/>
                </a:lnTo>
                <a:lnTo>
                  <a:pt x="3259322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3371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목적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167DE26-C953-A2CD-4466-D8D49DF92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5081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논리적으로 전하의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100">
        <p159:morph option="byObject"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700">
        <p:fade/>
      </p:transition>
    </mc:Choice>
    <mc:Fallback>
      <p:transition spd="med" advClick="0" advTm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5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6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60740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1-</a:t>
            </a:r>
            <a:r>
              <a:rPr lang="en-US" sz="2800" b="1" dirty="0">
                <a:solidFill>
                  <a:srgbClr val="18233A"/>
                </a:solidFill>
                <a:latin typeface="Calibri"/>
              </a:rPr>
              <a:t>3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왜 G₀₀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만으로는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충분하지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않은가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전역 부호 반전 대칭 때문에 절대 부호는 원리적으로 식별할 수 없다.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F8987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{qᵢ} → {−qᵢ}  ⇒  V → −V  ⇒  V²는 동일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22960" y="3108960"/>
            <a:ext cx="73152" cy="205740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51560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복원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위치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크기 |q|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사이의 상대적 부호 구조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407408" y="3108960"/>
            <a:ext cx="73152" cy="205740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36008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복원 불가능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모든 전하의 절대 부호를 동시에 결정하는 것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(+,+,−)와 (−,−,+)의 구별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991856" y="3108960"/>
            <a:ext cx="73152" cy="205740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0456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평가 원칙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G₀₀-only 모델에는 전역 부호 불변 손실 사용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절대 부호 정확도는 평가 대상에서 제외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617027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>
                <a:solidFill>
                  <a:srgbClr val="18233A"/>
                </a:solidFill>
                <a:latin typeface="Calibri"/>
              </a:rPr>
              <a:t>1-4</a:t>
            </a: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G₀₅를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전부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주면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AI가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필요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없는가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핵심은 G₀₅ 전체가 아니라 ‘불완전한 부호 정보’를 제공하는 조건이다.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73152" cy="338328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 전체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V에 비례하는 정보를 거의 그대로 제공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고전적 역문제 풀이만으로도 강한 제약 가능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AI의 필요성이 약해질 수 있음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07408" y="1783080"/>
            <a:ext cx="73152" cy="338328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36008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 일부 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일부 위치의 값만 관측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마스킹·소실·희소 샘플링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가능한 해가 크게 늘어남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37575" y="1783080"/>
            <a:ext cx="73152" cy="338328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175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AI의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전체에서 공간 패턴 학습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G₀₅를 부호 앵커로 활용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데이터 분포의 사전정보로 해를 좁힘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384" t="25258" r="7213" b="4434"/>
          <a:stretch>
            <a:fillRect/>
          </a:stretch>
        </p:blipFill>
        <p:spPr>
          <a:xfrm>
            <a:off x="7974687" y="1725419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6. 데이터셋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무작위 전하 배치를 생성하고 각 조건의 관측량과 정답을 함께 저장한다.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73152" cy="361188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입력 A · G₀₀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32×32 G₀₀ 격자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 정보가 직접적으로 없음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baseline 역할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73152" cy="361188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1772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입력 B · G₀₀ + partial G₀₅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전체 격자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G₀₅는 일부만 제공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제공 비율을 단계적으로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01000" y="1691640"/>
            <a:ext cx="73152" cy="361188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정답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위치 좌표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 q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 전하를 별도 head로 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2356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500">
                <a:solidFill>
                  <a:srgbClr val="18233A"/>
                </a:solidFill>
              </a:defRPr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현재 실험 데이터 규모: 총 10,000개 → Train 8,000 / Validation 1,000 / Test 1,000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7. AI 모델과 학습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 격자의 공간 특징과 희소 부호 정보를 결합해 위치와 전하량을 동시에 추정한다.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347472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 특징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→ CNN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 국소·전역 패턴 학습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AdaptiveAvgPool로 격자 크기 변화 대응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07408" y="1737360"/>
            <a:ext cx="73152" cy="347472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36008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partial G₀₅ feature를 별도 입력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CNN feature와 결합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관측량별 역할을 분리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37575" y="1737360"/>
            <a:ext cx="73152" cy="347472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175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출력 및 손실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Position head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Charge head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 손실 + 전하 손실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G₀₀-only는 전역 부호 불변 처리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5687</TotalTime>
  <Words>1098</Words>
  <Application>Microsoft Office PowerPoint</Application>
  <PresentationFormat>와이드스크린</PresentationFormat>
  <Paragraphs>329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맑은 고딕</vt:lpstr>
      <vt:lpstr>Arial</vt:lpstr>
      <vt:lpstr>Calibri</vt:lpstr>
      <vt:lpstr>Cambria Math</vt:lpstr>
      <vt:lpstr>Office 테마</vt:lpstr>
      <vt:lpstr>Office Theme</vt:lpstr>
      <vt:lpstr>PowerPoint 프레젠테이션</vt:lpstr>
      <vt:lpstr>AI를 활용한 전하 분포 역추정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</cp:revision>
  <dcterms:created xsi:type="dcterms:W3CDTF">2026-08-20T04:49:28Z</dcterms:created>
  <dcterms:modified xsi:type="dcterms:W3CDTF">2026-08-26T06:54:05Z</dcterms:modified>
</cp:coreProperties>
</file>