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0"/>
  </p:notesMasterIdLst>
  <p:sldIdLst>
    <p:sldId id="275" r:id="rId3"/>
    <p:sldId id="256" r:id="rId4"/>
    <p:sldId id="257" r:id="rId5"/>
    <p:sldId id="272" r:id="rId6"/>
    <p:sldId id="258" r:id="rId7"/>
    <p:sldId id="267" r:id="rId8"/>
    <p:sldId id="268" r:id="rId9"/>
    <p:sldId id="274" r:id="rId10"/>
    <p:sldId id="273" r:id="rId11"/>
    <p:sldId id="276" r:id="rId12"/>
    <p:sldId id="277" r:id="rId13"/>
    <p:sldId id="279" r:id="rId14"/>
    <p:sldId id="282" r:id="rId15"/>
    <p:sldId id="281" r:id="rId16"/>
    <p:sldId id="284" r:id="rId17"/>
    <p:sldId id="285" r:id="rId18"/>
    <p:sldId id="286" r:id="rId19"/>
    <p:sldId id="287" r:id="rId20"/>
    <p:sldId id="283" r:id="rId21"/>
    <p:sldId id="288" r:id="rId22"/>
    <p:sldId id="280" r:id="rId23"/>
    <p:sldId id="265" r:id="rId24"/>
    <p:sldId id="289" r:id="rId25"/>
    <p:sldId id="293" r:id="rId26"/>
    <p:sldId id="290" r:id="rId27"/>
    <p:sldId id="291" r:id="rId28"/>
    <p:sldId id="292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9FC"/>
    <a:srgbClr val="1F89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1366" dt="2026-08-26T06:53:41.4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75" d="100"/>
          <a:sy n="75" d="100"/>
        </p:scale>
        <p:origin x="72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6T06:54:04.059" v="7861" actId="20577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 modTransition addAnim delAnim modAnim">
        <pc:chgData name="연우 오" userId="c3558644dac54ca4" providerId="LiveId" clId="{9333FDCA-79D6-4088-A778-579BE454CE38}" dt="2026-08-22T11:19:39.335" v="5102"/>
        <pc:sldMkLst>
          <pc:docMk/>
          <pc:sldMk cId="0" sldId="258"/>
        </pc:sldMkLst>
        <pc:spChg chg="mod ord">
          <ac:chgData name="연우 오" userId="c3558644dac54ca4" providerId="LiveId" clId="{9333FDCA-79D6-4088-A778-579BE454CE38}" dt="2026-08-22T08:09:15.412" v="4326" actId="167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9:10.454" v="4324" actId="167"/>
          <ac:spMkLst>
            <pc:docMk/>
            <pc:sldMk cId="0" sldId="258"/>
            <ac:spMk id="7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7:48.020" v="4310" actId="167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2T08:04:28.516" v="4279" actId="1076"/>
          <ac:spMkLst>
            <pc:docMk/>
            <pc:sldMk cId="0" sldId="258"/>
            <ac:spMk id="9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7:51:45.967" v="4228" actId="1076"/>
          <ac:spMkLst>
            <pc:docMk/>
            <pc:sldMk cId="0" sldId="258"/>
            <ac:spMk id="10" creationId="{00000000-0000-0000-0000-000000000000}"/>
          </ac:spMkLst>
        </pc:spChg>
        <pc:spChg chg="add mod ord">
          <ac:chgData name="연우 오" userId="c3558644dac54ca4" providerId="LiveId" clId="{9333FDCA-79D6-4088-A778-579BE454CE38}" dt="2026-08-22T08:09:13.754" v="4325" actId="167"/>
          <ac:spMkLst>
            <pc:docMk/>
            <pc:sldMk cId="0" sldId="258"/>
            <ac:spMk id="14" creationId="{1BC14763-48D4-D601-7D32-42FF5D51D465}"/>
          </ac:spMkLst>
        </pc:spChg>
        <pc:spChg chg="add mod ord">
          <ac:chgData name="연우 오" userId="c3558644dac54ca4" providerId="LiveId" clId="{9333FDCA-79D6-4088-A778-579BE454CE38}" dt="2026-08-22T08:08:19.110" v="4314" actId="167"/>
          <ac:spMkLst>
            <pc:docMk/>
            <pc:sldMk cId="0" sldId="258"/>
            <ac:spMk id="16" creationId="{FCB9916F-80A4-BD15-26B8-E072BDD4BC6D}"/>
          </ac:spMkLst>
        </pc:spChg>
        <pc:spChg chg="add mod">
          <ac:chgData name="연우 오" userId="c3558644dac54ca4" providerId="LiveId" clId="{9333FDCA-79D6-4088-A778-579BE454CE38}" dt="2026-08-22T08:04:48.037" v="4281" actId="1076"/>
          <ac:spMkLst>
            <pc:docMk/>
            <pc:sldMk cId="0" sldId="258"/>
            <ac:spMk id="17" creationId="{DD5F9F98-C5DA-F712-AA00-ECD121EC3ED4}"/>
          </ac:spMkLst>
        </pc:spChg>
        <pc:picChg chg="add mod">
          <ac:chgData name="연우 오" userId="c3558644dac54ca4" providerId="LiveId" clId="{9333FDCA-79D6-4088-A778-579BE454CE38}" dt="2026-08-22T08:15:07.796" v="4357" actId="1076"/>
          <ac:picMkLst>
            <pc:docMk/>
            <pc:sldMk cId="0" sldId="258"/>
            <ac:picMk id="12" creationId="{6F836141-F320-57A3-36AA-AD246B1F6298}"/>
          </ac:picMkLst>
        </pc:picChg>
      </pc:sldChg>
      <pc:sldChg chg="modSp add del mod ord">
        <pc:chgData name="연우 오" userId="c3558644dac54ca4" providerId="LiveId" clId="{9333FDCA-79D6-4088-A778-579BE454CE38}" dt="2026-08-26T06:41:01.183" v="7559" actId="20577"/>
        <pc:sldMkLst>
          <pc:docMk/>
          <pc:sldMk cId="0" sldId="260"/>
        </pc:sldMkLst>
        <pc:spChg chg="mod">
          <ac:chgData name="연우 오" userId="c3558644dac54ca4" providerId="LiveId" clId="{9333FDCA-79D6-4088-A778-579BE454CE38}" dt="2026-08-26T06:41:01.183" v="7559" actId="20577"/>
          <ac:spMkLst>
            <pc:docMk/>
            <pc:sldMk cId="0" sldId="260"/>
            <ac:spMk id="3" creationId="{00000000-0000-0000-0000-000000000000}"/>
          </ac:spMkLst>
        </pc:spChg>
      </pc:sldChg>
      <pc:sldChg chg="add del ord">
        <pc:chgData name="연우 오" userId="c3558644dac54ca4" providerId="LiveId" clId="{9333FDCA-79D6-4088-A778-579BE454CE38}" dt="2026-08-22T09:29:09.136" v="5099"/>
        <pc:sldMkLst>
          <pc:docMk/>
          <pc:sldMk cId="0" sldId="262"/>
        </pc:sldMkLst>
      </pc:sldChg>
      <pc:sldChg chg="addSp delSp modSp add del mod ord modAnim">
        <pc:chgData name="연우 오" userId="c3558644dac54ca4" providerId="LiveId" clId="{9333FDCA-79D6-4088-A778-579BE454CE38}" dt="2026-08-26T06:53:51.502" v="7857" actId="47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2T08:21:59.742" v="4384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0:36.937" v="5260"/>
          <ac:spMkLst>
            <pc:docMk/>
            <pc:sldMk cId="0" sldId="263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3:35.275" v="5288"/>
          <ac:spMkLst>
            <pc:docMk/>
            <pc:sldMk cId="0" sldId="263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8:34.714" v="5520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29.981" v="5606" actId="107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6T06:42:20.550" v="7610" actId="20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0.089" v="5607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7.022" v="5610" actId="1076"/>
          <ac:spMkLst>
            <pc:docMk/>
            <pc:sldMk cId="0" sldId="263"/>
            <ac:spMk id="16" creationId="{00000000-0000-0000-0000-000000000000}"/>
          </ac:spMkLst>
        </pc:spChg>
        <pc:spChg chg="add mod">
          <ac:chgData name="연우 오" userId="c3558644dac54ca4" providerId="LiveId" clId="{9333FDCA-79D6-4088-A778-579BE454CE38}" dt="2026-08-22T11:35:45.296" v="5308" actId="207"/>
          <ac:spMkLst>
            <pc:docMk/>
            <pc:sldMk cId="0" sldId="263"/>
            <ac:spMk id="18" creationId="{429E76F4-8747-D59E-08C8-35E0A3246F44}"/>
          </ac:spMkLst>
        </pc:spChg>
      </pc:sldChg>
      <pc:sldChg chg="modSp add del mod ord">
        <pc:chgData name="연우 오" userId="c3558644dac54ca4" providerId="LiveId" clId="{9333FDCA-79D6-4088-A778-579BE454CE38}" dt="2026-08-26T06:54:04.059" v="7861" actId="20577"/>
        <pc:sldMkLst>
          <pc:docMk/>
          <pc:sldMk cId="0" sldId="264"/>
        </pc:sldMkLst>
        <pc:spChg chg="mod">
          <ac:chgData name="연우 오" userId="c3558644dac54ca4" providerId="LiveId" clId="{9333FDCA-79D6-4088-A778-579BE454CE38}" dt="2026-08-26T06:54:04.059" v="7861" actId="20577"/>
          <ac:spMkLst>
            <pc:docMk/>
            <pc:sldMk cId="0" sldId="264"/>
            <ac:spMk id="3" creationId="{00000000-0000-0000-0000-000000000000}"/>
          </ac:spMkLst>
        </pc:spChg>
      </pc:sldChg>
      <pc:sldChg chg="add del">
        <pc:chgData name="연우 오" userId="c3558644dac54ca4" providerId="LiveId" clId="{9333FDCA-79D6-4088-A778-579BE454CE38}" dt="2026-08-22T07:32:29.055" v="3819"/>
        <pc:sldMkLst>
          <pc:docMk/>
          <pc:sldMk cId="0" sldId="265"/>
        </pc:sldMkLst>
      </pc:sldChg>
      <pc:sldChg chg="addSp delSp modSp add mod modTransition modAnim">
        <pc:chgData name="연우 오" userId="c3558644dac54ca4" providerId="LiveId" clId="{9333FDCA-79D6-4088-A778-579BE454CE38}" dt="2026-08-22T08:24:37.049" v="4569" actId="478"/>
        <pc:sldMkLst>
          <pc:docMk/>
          <pc:sldMk cId="96350533" sldId="267"/>
        </pc:sldMkLst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7" creationId="{CBB12F64-12D9-DF0D-F200-05D9460D23E6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8" creationId="{BE2EE4C3-3F08-8ACC-A901-639FFAAAAECE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9" creationId="{8ABB6EDB-60E2-32F7-B321-7F9BD3D27664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17" creationId="{6C92398E-0F84-BBDB-2D03-BE2A1DE19492}"/>
          </ac:spMkLst>
        </pc:spChg>
        <pc:picChg chg="add mod">
          <ac:chgData name="연우 오" userId="c3558644dac54ca4" providerId="LiveId" clId="{9333FDCA-79D6-4088-A778-579BE454CE38}" dt="2026-08-22T08:24:23.254" v="4565" actId="1076"/>
          <ac:picMkLst>
            <pc:docMk/>
            <pc:sldMk cId="96350533" sldId="267"/>
            <ac:picMk id="15" creationId="{A67BCAA6-D0E9-6960-67CA-D0491AF61F93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2T11:22:02.791" v="5107" actId="14861"/>
        <pc:sldMkLst>
          <pc:docMk/>
          <pc:sldMk cId="1729818181" sldId="268"/>
        </pc:sldMkLst>
        <pc:spChg chg="mod">
          <ac:chgData name="연우 오" userId="c3558644dac54ca4" providerId="LiveId" clId="{9333FDCA-79D6-4088-A778-579BE454CE38}" dt="2026-08-22T11:22:02.791" v="5107" actId="14861"/>
          <ac:spMkLst>
            <pc:docMk/>
            <pc:sldMk cId="1729818181" sldId="268"/>
            <ac:spMk id="18" creationId="{360CB4A5-BBD7-B12D-4C75-809179E31229}"/>
          </ac:spMkLst>
        </pc:spChg>
        <pc:picChg chg="add mod ord">
          <ac:chgData name="연우 오" userId="c3558644dac54ca4" providerId="LiveId" clId="{9333FDCA-79D6-4088-A778-579BE454CE38}" dt="2026-08-22T08:27:20.619" v="4603" actId="1076"/>
          <ac:picMkLst>
            <pc:docMk/>
            <pc:sldMk cId="1729818181" sldId="268"/>
            <ac:picMk id="10" creationId="{2167DE26-C953-A2CD-4466-D8D49DF924F1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00.784" v="5129" actId="1076"/>
        <pc:sldMkLst>
          <pc:docMk/>
          <pc:sldMk cId="329045685" sldId="272"/>
        </pc:sldMkLst>
        <pc:spChg chg="add mod">
          <ac:chgData name="연우 오" userId="c3558644dac54ca4" providerId="LiveId" clId="{9333FDCA-79D6-4088-A778-579BE454CE38}" dt="2026-08-22T11:26:00.784" v="5129" actId="1076"/>
          <ac:spMkLst>
            <pc:docMk/>
            <pc:sldMk cId="329045685" sldId="272"/>
            <ac:spMk id="12" creationId="{F07AC7A4-0456-10D0-4E2B-77714D89D768}"/>
          </ac:spMkLst>
        </pc:spChg>
        <pc:picChg chg="mod ord">
          <ac:chgData name="연우 오" userId="c3558644dac54ca4" providerId="LiveId" clId="{9333FDCA-79D6-4088-A778-579BE454CE38}" dt="2026-08-22T09:15:54.305" v="4764" actId="1076"/>
          <ac:picMkLst>
            <pc:docMk/>
            <pc:sldMk cId="329045685" sldId="272"/>
            <ac:picMk id="11" creationId="{7878F7C8-B08E-BC56-7800-34711E415A79}"/>
          </ac:picMkLst>
        </pc:picChg>
      </pc:sldChg>
      <pc:sldChg chg="addSp delSp modSp add mod ord modTransition">
        <pc:chgData name="연우 오" userId="c3558644dac54ca4" providerId="LiveId" clId="{9333FDCA-79D6-4088-A778-579BE454CE38}" dt="2026-08-22T09:22:33.294" v="4873" actId="21"/>
        <pc:sldMkLst>
          <pc:docMk/>
          <pc:sldMk cId="2393217054" sldId="273"/>
        </pc:sldMkLst>
        <pc:picChg chg="mod ord">
          <ac:chgData name="연우 오" userId="c3558644dac54ca4" providerId="LiveId" clId="{9333FDCA-79D6-4088-A778-579BE454CE38}" dt="2026-08-22T09:16:04.467" v="4768" actId="1076"/>
          <ac:picMkLst>
            <pc:docMk/>
            <pc:sldMk cId="2393217054" sldId="273"/>
            <ac:picMk id="11" creationId="{5BE667EB-0BF8-7892-23A8-7F4B9853A7CD}"/>
          </ac:picMkLst>
        </pc:picChg>
        <pc:picChg chg="add mod">
          <ac:chgData name="연우 오" userId="c3558644dac54ca4" providerId="LiveId" clId="{9333FDCA-79D6-4088-A778-579BE454CE38}" dt="2026-08-22T09:13:10.527" v="4747" actId="1076"/>
          <ac:picMkLst>
            <pc:docMk/>
            <pc:sldMk cId="2393217054" sldId="273"/>
            <ac:picMk id="14" creationId="{C288CC23-7329-EF10-382C-F097D130BE50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25.154" v="5133"/>
        <pc:sldMkLst>
          <pc:docMk/>
          <pc:sldMk cId="3543465259" sldId="274"/>
        </pc:sldMkLst>
        <pc:spChg chg="add mod">
          <ac:chgData name="연우 오" userId="c3558644dac54ca4" providerId="LiveId" clId="{9333FDCA-79D6-4088-A778-579BE454CE38}" dt="2026-08-22T11:25:33.923" v="5124" actId="1076"/>
          <ac:spMkLst>
            <pc:docMk/>
            <pc:sldMk cId="3543465259" sldId="274"/>
            <ac:spMk id="12" creationId="{7E055B74-6D07-8027-C2E0-43F217250C44}"/>
          </ac:spMkLst>
        </pc:spChg>
        <pc:picChg chg="mod">
          <ac:chgData name="연우 오" userId="c3558644dac54ca4" providerId="LiveId" clId="{9333FDCA-79D6-4088-A778-579BE454CE38}" dt="2026-08-22T09:15:57.802" v="4766" actId="1076"/>
          <ac:picMkLst>
            <pc:docMk/>
            <pc:sldMk cId="3543465259" sldId="274"/>
            <ac:picMk id="11" creationId="{1B107074-574A-DC3D-16D3-B7A1327024AC}"/>
          </ac:picMkLst>
        </pc:picChg>
      </pc:sldChg>
      <pc:sldChg chg="addSp delSp modSp add mod ord">
        <pc:chgData name="연우 오" userId="c3558644dac54ca4" providerId="LiveId" clId="{9333FDCA-79D6-4088-A778-579BE454CE38}" dt="2026-08-22T09:27:59.634" v="5087" actId="1076"/>
        <pc:sldMkLst>
          <pc:docMk/>
          <pc:sldMk cId="2033718256" sldId="275"/>
        </pc:sldMkLst>
        <pc:spChg chg="mod">
          <ac:chgData name="연우 오" userId="c3558644dac54ca4" providerId="LiveId" clId="{9333FDCA-79D6-4088-A778-579BE454CE38}" dt="2026-08-22T09:27:59.634" v="5087" actId="1076"/>
          <ac:spMkLst>
            <pc:docMk/>
            <pc:sldMk cId="2033718256" sldId="275"/>
            <ac:spMk id="9" creationId="{A82ECAA6-2184-F677-6B89-FB3CA3972837}"/>
          </ac:spMkLst>
        </pc:spChg>
        <pc:picChg chg="mod">
          <ac:chgData name="연우 오" userId="c3558644dac54ca4" providerId="LiveId" clId="{9333FDCA-79D6-4088-A778-579BE454CE38}" dt="2026-08-22T09:17:35.394" v="4789" actId="1076"/>
          <ac:picMkLst>
            <pc:docMk/>
            <pc:sldMk cId="2033718256" sldId="275"/>
            <ac:picMk id="24" creationId="{B22006DD-02B5-4310-0BFB-16AA6EC862E6}"/>
          </ac:picMkLst>
        </pc:picChg>
      </pc:sldChg>
      <pc:sldChg chg="addSp delSp modSp new mod modTransition modAnim">
        <pc:chgData name="연우 오" userId="c3558644dac54ca4" providerId="LiveId" clId="{9333FDCA-79D6-4088-A778-579BE454CE38}" dt="2026-08-22T11:27:12.398" v="5143"/>
        <pc:sldMkLst>
          <pc:docMk/>
          <pc:sldMk cId="1668423257" sldId="276"/>
        </pc:sldMkLst>
        <pc:spChg chg="add mod">
          <ac:chgData name="연우 오" userId="c3558644dac54ca4" providerId="LiveId" clId="{9333FDCA-79D6-4088-A778-579BE454CE38}" dt="2026-08-22T11:26:45.648" v="5135" actId="1076"/>
          <ac:spMkLst>
            <pc:docMk/>
            <pc:sldMk cId="1668423257" sldId="276"/>
            <ac:spMk id="16" creationId="{69E23E5A-DE1E-3A9B-6078-49F0E7AF3D81}"/>
          </ac:spMkLst>
        </pc:spChg>
        <pc:spChg chg="add mod">
          <ac:chgData name="연우 오" userId="c3558644dac54ca4" providerId="LiveId" clId="{9333FDCA-79D6-4088-A778-579BE454CE38}" dt="2026-08-22T11:26:55.553" v="5138" actId="1076"/>
          <ac:spMkLst>
            <pc:docMk/>
            <pc:sldMk cId="1668423257" sldId="276"/>
            <ac:spMk id="18" creationId="{0BD44B7B-EEAB-1931-A1FD-882A9B40D634}"/>
          </ac:spMkLst>
        </pc:spChg>
        <pc:spChg chg="add mod">
          <ac:chgData name="연우 오" userId="c3558644dac54ca4" providerId="LiveId" clId="{9333FDCA-79D6-4088-A778-579BE454CE38}" dt="2026-08-22T11:27:08.482" v="5142" actId="1076"/>
          <ac:spMkLst>
            <pc:docMk/>
            <pc:sldMk cId="1668423257" sldId="276"/>
            <ac:spMk id="20" creationId="{39607578-A191-5B26-370C-FE64CA517EAA}"/>
          </ac:spMkLst>
        </pc:spChg>
        <pc:picChg chg="add mod">
          <ac:chgData name="연우 오" userId="c3558644dac54ca4" providerId="LiveId" clId="{9333FDCA-79D6-4088-A778-579BE454CE38}" dt="2026-08-22T09:13:50.753" v="4752" actId="1076"/>
          <ac:picMkLst>
            <pc:docMk/>
            <pc:sldMk cId="1668423257" sldId="276"/>
            <ac:picMk id="3" creationId="{7DFA16B5-439E-338D-1F2E-2F5AD21B4099}"/>
          </ac:picMkLst>
        </pc:picChg>
        <pc:picChg chg="add">
          <ac:chgData name="연우 오" userId="c3558644dac54ca4" providerId="LiveId" clId="{9333FDCA-79D6-4088-A778-579BE454CE38}" dt="2026-08-22T09:12:37.969" v="4744" actId="22"/>
          <ac:picMkLst>
            <pc:docMk/>
            <pc:sldMk cId="1668423257" sldId="276"/>
            <ac:picMk id="14" creationId="{92798C73-2C09-0228-B26D-AEB5F7D21A6C}"/>
          </ac:picMkLst>
        </pc:picChg>
      </pc:sldChg>
      <pc:sldChg chg="addSp delSp modSp add del mod modTransition delAnim modAnim">
        <pc:chgData name="연우 오" userId="c3558644dac54ca4" providerId="LiveId" clId="{9333FDCA-79D6-4088-A778-579BE454CE38}" dt="2026-08-22T11:29:50.110" v="5168"/>
        <pc:sldMkLst>
          <pc:docMk/>
          <pc:sldMk cId="163252672" sldId="277"/>
        </pc:sldMkLst>
        <pc:spChg chg="add mod">
          <ac:chgData name="연우 오" userId="c3558644dac54ca4" providerId="LiveId" clId="{9333FDCA-79D6-4088-A778-579BE454CE38}" dt="2026-08-22T11:29:09.581" v="5162" actId="14100"/>
          <ac:spMkLst>
            <pc:docMk/>
            <pc:sldMk cId="163252672" sldId="277"/>
            <ac:spMk id="7" creationId="{143F91DC-E3C9-5240-310B-DEDC506789CE}"/>
          </ac:spMkLst>
        </pc:spChg>
        <pc:spChg chg="add mod">
          <ac:chgData name="연우 오" userId="c3558644dac54ca4" providerId="LiveId" clId="{9333FDCA-79D6-4088-A778-579BE454CE38}" dt="2026-08-22T11:29:14.135" v="5163" actId="571"/>
          <ac:spMkLst>
            <pc:docMk/>
            <pc:sldMk cId="163252672" sldId="277"/>
            <ac:spMk id="13" creationId="{D6EF02D0-06D3-894B-A201-F8EA901ECF77}"/>
          </ac:spMkLst>
        </pc:spChg>
        <pc:spChg chg="add mod">
          <ac:chgData name="연우 오" userId="c3558644dac54ca4" providerId="LiveId" clId="{9333FDCA-79D6-4088-A778-579BE454CE38}" dt="2026-08-22T11:29:20.915" v="5166" actId="571"/>
          <ac:spMkLst>
            <pc:docMk/>
            <pc:sldMk cId="163252672" sldId="277"/>
            <ac:spMk id="14" creationId="{6891D03D-FDF9-D6C1-3814-18D536568054}"/>
          </ac:spMkLst>
        </pc:spChg>
        <pc:picChg chg="add del mod">
          <ac:chgData name="연우 오" userId="c3558644dac54ca4" providerId="LiveId" clId="{9333FDCA-79D6-4088-A778-579BE454CE38}" dt="2026-08-22T09:14:32.509" v="4757"/>
          <ac:picMkLst>
            <pc:docMk/>
            <pc:sldMk cId="163252672" sldId="277"/>
            <ac:picMk id="3" creationId="{3052D9DB-6FFD-3C52-F274-0C59790CF13A}"/>
          </ac:picMkLst>
        </pc:picChg>
        <pc:picChg chg="add mod">
          <ac:chgData name="연우 오" userId="c3558644dac54ca4" providerId="LiveId" clId="{9333FDCA-79D6-4088-A778-579BE454CE38}" dt="2026-08-22T11:22:44.397" v="5113" actId="1076"/>
          <ac:picMkLst>
            <pc:docMk/>
            <pc:sldMk cId="163252672" sldId="277"/>
            <ac:picMk id="5" creationId="{5D598E6D-36AC-A64D-433B-C549BC9488B5}"/>
          </ac:picMkLst>
        </pc:picChg>
      </pc:sldChg>
      <pc:sldChg chg="addSp delSp modSp new mod modTransition">
        <pc:chgData name="연우 오" userId="c3558644dac54ca4" providerId="LiveId" clId="{9333FDCA-79D6-4088-A778-579BE454CE38}" dt="2026-08-22T11:23:05.692" v="5117"/>
        <pc:sldMkLst>
          <pc:docMk/>
          <pc:sldMk cId="3741572890" sldId="279"/>
        </pc:sldMkLst>
        <pc:picChg chg="add mod">
          <ac:chgData name="연우 오" userId="c3558644dac54ca4" providerId="LiveId" clId="{9333FDCA-79D6-4088-A778-579BE454CE38}" dt="2026-08-22T09:19:04.365" v="4816"/>
          <ac:picMkLst>
            <pc:docMk/>
            <pc:sldMk cId="3741572890" sldId="279"/>
            <ac:picMk id="5" creationId="{64F5D7D9-B28D-316A-E24A-935AAD2D10E0}"/>
          </ac:picMkLst>
        </pc:picChg>
        <pc:picChg chg="add mod">
          <ac:chgData name="연우 오" userId="c3558644dac54ca4" providerId="LiveId" clId="{9333FDCA-79D6-4088-A778-579BE454CE38}" dt="2026-08-22T11:22:22.042" v="5109" actId="1076"/>
          <ac:picMkLst>
            <pc:docMk/>
            <pc:sldMk cId="3741572890" sldId="279"/>
            <ac:picMk id="13" creationId="{66E1CC64-F6AE-6739-C47D-C8BD5DC146D8}"/>
          </ac:picMkLst>
        </pc:picChg>
      </pc:sldChg>
      <pc:sldChg chg="addSp delSp modSp add mod modTransition">
        <pc:chgData name="연우 오" userId="c3558644dac54ca4" providerId="LiveId" clId="{9333FDCA-79D6-4088-A778-579BE454CE38}" dt="2026-08-22T09:26:40.066" v="5068" actId="22"/>
        <pc:sldMkLst>
          <pc:docMk/>
          <pc:sldMk cId="148479471" sldId="280"/>
        </pc:sldMkLst>
        <pc:picChg chg="mod">
          <ac:chgData name="연우 오" userId="c3558644dac54ca4" providerId="LiveId" clId="{9333FDCA-79D6-4088-A778-579BE454CE38}" dt="2026-08-22T09:21:08.537" v="4835"/>
          <ac:picMkLst>
            <pc:docMk/>
            <pc:sldMk cId="148479471" sldId="280"/>
            <ac:picMk id="5" creationId="{3A56FFD3-4205-E8D2-4A88-E77CC1CE0E3B}"/>
          </ac:picMkLst>
        </pc:picChg>
        <pc:picChg chg="add">
          <ac:chgData name="연우 오" userId="c3558644dac54ca4" providerId="LiveId" clId="{9333FDCA-79D6-4088-A778-579BE454CE38}" dt="2026-08-22T09:26:40.066" v="5068" actId="22"/>
          <ac:picMkLst>
            <pc:docMk/>
            <pc:sldMk cId="148479471" sldId="280"/>
            <ac:picMk id="19" creationId="{CEDE078E-80A8-9335-7D38-7AB2363C96CB}"/>
          </ac:picMkLst>
        </pc:picChg>
      </pc:sldChg>
      <pc:sldChg chg="addSp delSp modSp add mod ord setBg modAnim">
        <pc:chgData name="연우 오" userId="c3558644dac54ca4" providerId="LiveId" clId="{9333FDCA-79D6-4088-A778-579BE454CE38}" dt="2026-08-26T00:32:36.799" v="7385"/>
        <pc:sldMkLst>
          <pc:docMk/>
          <pc:sldMk cId="1001799100" sldId="281"/>
        </pc:sldMkLst>
        <pc:spChg chg="del mod">
          <ac:chgData name="연우 오" userId="c3558644dac54ca4" providerId="LiveId" clId="{9333FDCA-79D6-4088-A778-579BE454CE38}" dt="2026-08-25T14:43:30.913" v="6331" actId="478"/>
          <ac:spMkLst>
            <pc:docMk/>
            <pc:sldMk cId="1001799100" sldId="281"/>
            <ac:spMk id="2" creationId="{431F2684-16FA-93E9-18CA-27CF315BC73C}"/>
          </ac:spMkLst>
        </pc:spChg>
        <pc:spChg chg="mod">
          <ac:chgData name="연우 오" userId="c3558644dac54ca4" providerId="LiveId" clId="{9333FDCA-79D6-4088-A778-579BE454CE38}" dt="2026-08-25T05:40:42.449" v="6100"/>
          <ac:spMkLst>
            <pc:docMk/>
            <pc:sldMk cId="1001799100" sldId="281"/>
            <ac:spMk id="3" creationId="{97ECB08E-8CB8-E2E4-424A-9DEF6569BB18}"/>
          </ac:spMkLst>
        </pc:spChg>
        <pc:spChg chg="mod">
          <ac:chgData name="연우 오" userId="c3558644dac54ca4" providerId="LiveId" clId="{9333FDCA-79D6-4088-A778-579BE454CE38}" dt="2026-08-26T00:12:00.061" v="7065"/>
          <ac:spMkLst>
            <pc:docMk/>
            <pc:sldMk cId="1001799100" sldId="281"/>
            <ac:spMk id="4" creationId="{7E2EA9DE-D405-12B4-70FF-DCE880A9B08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7" creationId="{601AA786-58E7-45C0-5FA8-6D7621D31FAE}"/>
          </ac:spMkLst>
        </pc:spChg>
        <pc:spChg chg="mod">
          <ac:chgData name="연우 오" userId="c3558644dac54ca4" providerId="LiveId" clId="{9333FDCA-79D6-4088-A778-579BE454CE38}" dt="2026-08-25T14:29:46.030" v="6152" actId="1076"/>
          <ac:spMkLst>
            <pc:docMk/>
            <pc:sldMk cId="1001799100" sldId="281"/>
            <ac:spMk id="8" creationId="{470CA7B5-9EA5-3666-30A6-B6BBDDFC606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9" creationId="{E1CC60A3-DE5A-F883-7F61-BF19D24BBC4D}"/>
          </ac:spMkLst>
        </pc:spChg>
        <pc:spChg chg="add mod or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10" creationId="{2030E6F3-1205-D133-7B4D-554FC86901A2}"/>
          </ac:spMkLst>
        </pc:spChg>
        <pc:spChg chg="add del mod">
          <ac:chgData name="연우 오" userId="c3558644dac54ca4" providerId="LiveId" clId="{9333FDCA-79D6-4088-A778-579BE454CE38}" dt="2026-08-25T14:28:51.204" v="6142" actId="478"/>
          <ac:spMkLst>
            <pc:docMk/>
            <pc:sldMk cId="1001799100" sldId="281"/>
            <ac:spMk id="11" creationId="{BC9F4871-15A5-8481-720F-3C58E9FBA15C}"/>
          </ac:spMkLst>
        </pc:spChg>
        <pc:spChg chg="del">
          <ac:chgData name="연우 오" userId="c3558644dac54ca4" providerId="LiveId" clId="{9333FDCA-79D6-4088-A778-579BE454CE38}" dt="2026-08-25T14:33:27.252" v="6193" actId="478"/>
          <ac:spMkLst>
            <pc:docMk/>
            <pc:sldMk cId="1001799100" sldId="281"/>
            <ac:spMk id="13" creationId="{B2FADBB7-D278-11E2-22EA-89E4E1C3DF4D}"/>
          </ac:spMkLst>
        </pc:spChg>
        <pc:spChg chg="del">
          <ac:chgData name="연우 오" userId="c3558644dac54ca4" providerId="LiveId" clId="{9333FDCA-79D6-4088-A778-579BE454CE38}" dt="2026-08-25T14:33:29.861" v="6195" actId="478"/>
          <ac:spMkLst>
            <pc:docMk/>
            <pc:sldMk cId="1001799100" sldId="281"/>
            <ac:spMk id="14" creationId="{5664BB9C-2ED6-1CCF-D704-04D735435900}"/>
          </ac:spMkLst>
        </pc:spChg>
        <pc:spChg chg="del mod">
          <ac:chgData name="연우 오" userId="c3558644dac54ca4" providerId="LiveId" clId="{9333FDCA-79D6-4088-A778-579BE454CE38}" dt="2026-08-25T14:33:31.353" v="6196" actId="478"/>
          <ac:spMkLst>
            <pc:docMk/>
            <pc:sldMk cId="1001799100" sldId="281"/>
            <ac:spMk id="15" creationId="{CE6C7B59-E1C7-C689-109B-97B3B23A6E6A}"/>
          </ac:spMkLst>
        </pc:spChg>
        <pc:spChg chg="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16" creationId="{F48CF3FC-391B-ACAF-7C2B-D527665EDE1D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7" creationId="{10AAA47D-ED53-E371-2F27-B89A3C6B28B1}"/>
          </ac:spMkLst>
        </pc:spChg>
        <pc:spChg chg="add del mod ord">
          <ac:chgData name="연우 오" userId="c3558644dac54ca4" providerId="LiveId" clId="{9333FDCA-79D6-4088-A778-579BE454CE38}" dt="2026-08-25T14:42:49.991" v="6324" actId="478"/>
          <ac:spMkLst>
            <pc:docMk/>
            <pc:sldMk cId="1001799100" sldId="281"/>
            <ac:spMk id="18" creationId="{89A98E51-613A-DB39-685D-396BE0DC981E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9" creationId="{413A8E2D-F421-E66A-0DCA-E7996F15DB20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0" creationId="{6AC5034C-5F32-C675-1E22-BF6BA4320E41}"/>
          </ac:spMkLst>
        </pc:spChg>
        <pc:spChg chg="add 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21" creationId="{A05F3E91-CC37-9018-B886-35FCF5658911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3" creationId="{7743587A-C7A7-2160-3F1F-87460D7061D6}"/>
          </ac:spMkLst>
        </pc:spChg>
        <pc:spChg chg="add del mod">
          <ac:chgData name="연우 오" userId="c3558644dac54ca4" providerId="LiveId" clId="{9333FDCA-79D6-4088-A778-579BE454CE38}" dt="2026-08-25T14:31:40.803" v="6173" actId="478"/>
          <ac:spMkLst>
            <pc:docMk/>
            <pc:sldMk cId="1001799100" sldId="281"/>
            <ac:spMk id="24" creationId="{B5A628E1-ABB9-FABA-0A24-D5DACDAF2BF0}"/>
          </ac:spMkLst>
        </pc:spChg>
        <pc:spChg chg="add del mod">
          <ac:chgData name="연우 오" userId="c3558644dac54ca4" providerId="LiveId" clId="{9333FDCA-79D6-4088-A778-579BE454CE38}" dt="2026-08-25T14:38:10.775" v="6236" actId="478"/>
          <ac:spMkLst>
            <pc:docMk/>
            <pc:sldMk cId="1001799100" sldId="281"/>
            <ac:spMk id="25" creationId="{993F2DE3-C3D5-8530-0D50-43FA2D4F3DB7}"/>
          </ac:spMkLst>
        </pc:spChg>
        <pc:spChg chg="add del mod">
          <ac:chgData name="연우 오" userId="c3558644dac54ca4" providerId="LiveId" clId="{9333FDCA-79D6-4088-A778-579BE454CE38}" dt="2026-08-25T14:41:50.149" v="6316" actId="478"/>
          <ac:spMkLst>
            <pc:docMk/>
            <pc:sldMk cId="1001799100" sldId="281"/>
            <ac:spMk id="26" creationId="{7E3587E6-BF96-393B-5F2F-B94C6080152D}"/>
          </ac:spMkLst>
        </pc:spChg>
        <pc:spChg chg="add mo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30" creationId="{F69B093C-689F-C25E-F47F-25EBDF298092}"/>
          </ac:spMkLst>
        </pc:spChg>
        <pc:spChg chg="add">
          <ac:chgData name="연우 오" userId="c3558644dac54ca4" providerId="LiveId" clId="{9333FDCA-79D6-4088-A778-579BE454CE38}" dt="2026-08-25T14:48:52.341" v="6358" actId="11529"/>
          <ac:spMkLst>
            <pc:docMk/>
            <pc:sldMk cId="1001799100" sldId="281"/>
            <ac:spMk id="31" creationId="{4504CC22-89C5-1293-158B-1F6FF92F1153}"/>
          </ac:spMkLst>
        </pc:spChg>
        <pc:spChg chg="add mod">
          <ac:chgData name="연우 오" userId="c3558644dac54ca4" providerId="LiveId" clId="{9333FDCA-79D6-4088-A778-579BE454CE38}" dt="2026-08-25T14:48:55.101" v="6359" actId="571"/>
          <ac:spMkLst>
            <pc:docMk/>
            <pc:sldMk cId="1001799100" sldId="281"/>
            <ac:spMk id="32" creationId="{E69337D7-9A27-E3F1-F31D-67D8334787A8}"/>
          </ac:spMkLst>
        </pc:spChg>
        <pc:spChg chg="add mod">
          <ac:chgData name="연우 오" userId="c3558644dac54ca4" providerId="LiveId" clId="{9333FDCA-79D6-4088-A778-579BE454CE38}" dt="2026-08-25T14:48:57.087" v="6360" actId="571"/>
          <ac:spMkLst>
            <pc:docMk/>
            <pc:sldMk cId="1001799100" sldId="281"/>
            <ac:spMk id="33" creationId="{19ABEEC4-6C5A-A74D-1B48-AFCA6C76B1A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4" creationId="{AB789D8B-79AC-2093-574B-F4C3E67DC186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5" creationId="{B62A0420-8D11-D2D7-62D8-860C676C8A0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6" creationId="{E9879D28-82AF-1213-137D-5B9BF1F9C5E0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7" creationId="{77AAD94B-1DF9-327E-9D62-76303A48B722}"/>
          </ac:spMkLst>
        </pc:spChg>
        <pc:spChg chg="add mod">
          <ac:chgData name="연우 오" userId="c3558644dac54ca4" providerId="LiveId" clId="{9333FDCA-79D6-4088-A778-579BE454CE38}" dt="2026-08-25T14:49:07.376" v="6365" actId="571"/>
          <ac:spMkLst>
            <pc:docMk/>
            <pc:sldMk cId="1001799100" sldId="281"/>
            <ac:spMk id="38" creationId="{6FBBED1D-7EB7-F66A-9286-DF2961F20B0D}"/>
          </ac:spMkLst>
        </pc:spChg>
        <pc:spChg chg="add mod">
          <ac:chgData name="연우 오" userId="c3558644dac54ca4" providerId="LiveId" clId="{9333FDCA-79D6-4088-A778-579BE454CE38}" dt="2026-08-25T14:49:09.011" v="6366" actId="571"/>
          <ac:spMkLst>
            <pc:docMk/>
            <pc:sldMk cId="1001799100" sldId="281"/>
            <ac:spMk id="39" creationId="{7AFF51EC-2337-2D4E-3A1F-74C3701CCB97}"/>
          </ac:spMkLst>
        </pc:spChg>
        <pc:spChg chg="add mod">
          <ac:chgData name="연우 오" userId="c3558644dac54ca4" providerId="LiveId" clId="{9333FDCA-79D6-4088-A778-579BE454CE38}" dt="2026-08-25T14:49:11.560" v="6367" actId="571"/>
          <ac:spMkLst>
            <pc:docMk/>
            <pc:sldMk cId="1001799100" sldId="281"/>
            <ac:spMk id="40" creationId="{9F9E2CCC-2BFB-EA94-3FA6-9027C42112BB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1" creationId="{039DBB61-CAFA-8C63-DD4E-B2C46E893EC8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2" creationId="{2E648C17-107B-16B8-95E4-5AC5EB9B4F75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3" creationId="{5F4C7FB6-FB47-7E14-1AC6-4EC4C4A8E0A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4" creationId="{1E395085-2ECB-690C-C24A-0DC3E4E8F95C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5" creationId="{A338867D-C54A-045E-6ABF-501D1EAED85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6" creationId="{AFCE936F-617B-8910-65E2-88A4A60FD5CD}"/>
          </ac:spMkLst>
        </pc:spChg>
        <pc:spChg chg="add mod">
          <ac:chgData name="연우 오" userId="c3558644dac54ca4" providerId="LiveId" clId="{9333FDCA-79D6-4088-A778-579BE454CE38}" dt="2026-08-26T00:12:13.662" v="7066" actId="1076"/>
          <ac:spMkLst>
            <pc:docMk/>
            <pc:sldMk cId="1001799100" sldId="281"/>
            <ac:spMk id="47" creationId="{5083FE0B-9433-6B4E-AFB8-6744453A1D4E}"/>
          </ac:spMkLst>
        </pc:spChg>
        <pc:spChg chg="add mod ord">
          <ac:chgData name="연우 오" userId="c3558644dac54ca4" providerId="LiveId" clId="{9333FDCA-79D6-4088-A778-579BE454CE38}" dt="2026-08-25T16:00:37.340" v="6718" actId="167"/>
          <ac:spMkLst>
            <pc:docMk/>
            <pc:sldMk cId="1001799100" sldId="281"/>
            <ac:spMk id="51" creationId="{9A5E9731-4A82-3444-B26C-B3BEF85F13C3}"/>
          </ac:spMkLst>
        </pc:spChg>
        <pc:spChg chg="add mod">
          <ac:chgData name="연우 오" userId="c3558644dac54ca4" providerId="LiveId" clId="{9333FDCA-79D6-4088-A778-579BE454CE38}" dt="2026-08-26T00:31:49.737" v="7377" actId="1076"/>
          <ac:spMkLst>
            <pc:docMk/>
            <pc:sldMk cId="1001799100" sldId="281"/>
            <ac:spMk id="54" creationId="{45106707-548F-E7DC-A034-58F650FC54FD}"/>
          </ac:spMkLst>
        </pc:spChg>
        <pc:graphicFrameChg chg="add del">
          <ac:chgData name="연우 오" userId="c3558644dac54ca4" providerId="LiveId" clId="{9333FDCA-79D6-4088-A778-579BE454CE38}" dt="2026-08-25T14:35:36.870" v="6206" actId="3680"/>
          <ac:graphicFrameMkLst>
            <pc:docMk/>
            <pc:sldMk cId="1001799100" sldId="281"/>
            <ac:graphicFrameMk id="27" creationId="{8D45D3A9-9C48-84C3-281A-8E7E967E4483}"/>
          </ac:graphicFrameMkLst>
        </pc:graphicFrameChg>
        <pc:graphicFrameChg chg="add mod modGraphic">
          <ac:chgData name="연우 오" userId="c3558644dac54ca4" providerId="LiveId" clId="{9333FDCA-79D6-4088-A778-579BE454CE38}" dt="2026-08-25T14:45:55.751" v="6345" actId="1076"/>
          <ac:graphicFrameMkLst>
            <pc:docMk/>
            <pc:sldMk cId="1001799100" sldId="281"/>
            <ac:graphicFrameMk id="28" creationId="{627F2CF0-24EA-EDEA-8B20-7F1BBE5E75C5}"/>
          </ac:graphicFrameMkLst>
        </pc:graphicFrameChg>
        <pc:graphicFrameChg chg="add modGraphic">
          <ac:chgData name="연우 오" userId="c3558644dac54ca4" providerId="LiveId" clId="{9333FDCA-79D6-4088-A778-579BE454CE38}" dt="2026-08-26T00:11:49.760" v="7018" actId="14734"/>
          <ac:graphicFrameMkLst>
            <pc:docMk/>
            <pc:sldMk cId="1001799100" sldId="281"/>
            <ac:graphicFrameMk id="49" creationId="{21E41EB4-0CF5-6319-936E-FF5741C1865D}"/>
          </ac:graphicFrameMkLst>
        </pc:graphicFrameChg>
        <pc:picChg chg="add del mod">
          <ac:chgData name="연우 오" userId="c3558644dac54ca4" providerId="LiveId" clId="{9333FDCA-79D6-4088-A778-579BE454CE38}" dt="2026-08-25T14:27:28.419" v="6135" actId="478"/>
          <ac:picMkLst>
            <pc:docMk/>
            <pc:sldMk cId="1001799100" sldId="281"/>
            <ac:picMk id="5" creationId="{4EF95321-627D-C478-B136-9613AD4890FF}"/>
          </ac:picMkLst>
        </pc:picChg>
        <pc:picChg chg="add mod ord">
          <ac:chgData name="연우 오" userId="c3558644dac54ca4" providerId="LiveId" clId="{9333FDCA-79D6-4088-A778-579BE454CE38}" dt="2026-08-25T14:54:36.187" v="6409" actId="1076"/>
          <ac:picMkLst>
            <pc:docMk/>
            <pc:sldMk cId="1001799100" sldId="281"/>
            <ac:picMk id="22" creationId="{958FEACA-6C5A-6E48-DE89-2749A93EF9BB}"/>
          </ac:picMkLst>
        </pc:picChg>
        <pc:picChg chg="add del">
          <ac:chgData name="연우 오" userId="c3558644dac54ca4" providerId="LiveId" clId="{9333FDCA-79D6-4088-A778-579BE454CE38}" dt="2026-08-26T00:19:50.365" v="7272" actId="22"/>
          <ac:picMkLst>
            <pc:docMk/>
            <pc:sldMk cId="1001799100" sldId="281"/>
            <ac:picMk id="52" creationId="{02226A97-366A-30A6-AA5F-F34EB349E439}"/>
          </ac:picMkLst>
        </pc:picChg>
        <pc:picChg chg="add mod">
          <ac:chgData name="연우 오" userId="c3558644dac54ca4" providerId="LiveId" clId="{9333FDCA-79D6-4088-A778-579BE454CE38}" dt="2026-08-26T00:19:58.666" v="7277" actId="1076"/>
          <ac:picMkLst>
            <pc:docMk/>
            <pc:sldMk cId="1001799100" sldId="281"/>
            <ac:picMk id="53" creationId="{31A4A46E-35AE-B131-8848-D595E108EE20}"/>
          </ac:picMkLst>
        </pc:picChg>
      </pc:sldChg>
      <pc:sldChg chg="addSp delSp modSp add mod ord delAnim modAnim">
        <pc:chgData name="연우 오" userId="c3558644dac54ca4" providerId="LiveId" clId="{9333FDCA-79D6-4088-A778-579BE454CE38}" dt="2026-08-25T05:41:38.562" v="6105"/>
        <pc:sldMkLst>
          <pc:docMk/>
          <pc:sldMk cId="2797417546" sldId="282"/>
        </pc:sldMkLst>
        <pc:spChg chg="mod ord">
          <ac:chgData name="연우 오" userId="c3558644dac54ca4" providerId="LiveId" clId="{9333FDCA-79D6-4088-A778-579BE454CE38}" dt="2026-08-25T03:57:20.725" v="5690" actId="167"/>
          <ac:spMkLst>
            <pc:docMk/>
            <pc:sldMk cId="2797417546" sldId="282"/>
            <ac:spMk id="2" creationId="{BB0C40F5-940E-4268-7F32-BC3C5A3AC66A}"/>
          </ac:spMkLst>
        </pc:spChg>
        <pc:spChg chg="mod">
          <ac:chgData name="연우 오" userId="c3558644dac54ca4" providerId="LiveId" clId="{9333FDCA-79D6-4088-A778-579BE454CE38}" dt="2026-08-25T05:40:27.468" v="6036" actId="20577"/>
          <ac:spMkLst>
            <pc:docMk/>
            <pc:sldMk cId="2797417546" sldId="282"/>
            <ac:spMk id="3" creationId="{324C18AA-7C39-0EAB-76DD-2FB668EC534A}"/>
          </ac:spMkLst>
        </pc:spChg>
        <pc:spChg chg="add del mod">
          <ac:chgData name="연우 오" userId="c3558644dac54ca4" providerId="LiveId" clId="{9333FDCA-79D6-4088-A778-579BE454CE38}" dt="2026-08-25T05:02:00.007" v="5752" actId="478"/>
          <ac:spMkLst>
            <pc:docMk/>
            <pc:sldMk cId="2797417546" sldId="282"/>
            <ac:spMk id="5" creationId="{4058A72D-BFC0-0E9B-6A39-F90C6ED1B87B}"/>
          </ac:spMkLst>
        </pc:spChg>
        <pc:spChg chg="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7" creationId="{EED7F4D3-B606-4D0C-C294-E85A2009D05C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9" creationId="{E2EA0AE6-AD4D-EE8D-97EC-929CCB17ABAD}"/>
          </ac:spMkLst>
        </pc:spChg>
        <pc:spChg chg="del mod">
          <ac:chgData name="연우 오" userId="c3558644dac54ca4" providerId="LiveId" clId="{9333FDCA-79D6-4088-A778-579BE454CE38}" dt="2026-08-25T05:28:19.075" v="5878" actId="478"/>
          <ac:spMkLst>
            <pc:docMk/>
            <pc:sldMk cId="2797417546" sldId="282"/>
            <ac:spMk id="13" creationId="{5A7E7113-9FAD-C963-ED6F-AE435C87A952}"/>
          </ac:spMkLst>
        </pc:spChg>
        <pc:spChg chg="del mod">
          <ac:chgData name="연우 오" userId="c3558644dac54ca4" providerId="LiveId" clId="{9333FDCA-79D6-4088-A778-579BE454CE38}" dt="2026-08-25T05:28:48.997" v="5881" actId="478"/>
          <ac:spMkLst>
            <pc:docMk/>
            <pc:sldMk cId="2797417546" sldId="282"/>
            <ac:spMk id="14" creationId="{629B201B-8732-21D5-29C5-E51E80223233}"/>
          </ac:spMkLst>
        </pc:spChg>
        <pc:spChg chg="del mod">
          <ac:chgData name="연우 오" userId="c3558644dac54ca4" providerId="LiveId" clId="{9333FDCA-79D6-4088-A778-579BE454CE38}" dt="2026-08-25T05:28:47.450" v="5880" actId="478"/>
          <ac:spMkLst>
            <pc:docMk/>
            <pc:sldMk cId="2797417546" sldId="282"/>
            <ac:spMk id="15" creationId="{2BDC90F9-7C3F-BC58-1B52-C5E2701FDC49}"/>
          </ac:spMkLst>
        </pc:spChg>
        <pc:spChg chg="del mod">
          <ac:chgData name="연우 오" userId="c3558644dac54ca4" providerId="LiveId" clId="{9333FDCA-79D6-4088-A778-579BE454CE38}" dt="2026-08-25T05:28:39.734" v="5879" actId="478"/>
          <ac:spMkLst>
            <pc:docMk/>
            <pc:sldMk cId="2797417546" sldId="282"/>
            <ac:spMk id="16" creationId="{C471ED58-6AFB-0849-C083-22D59A83A7BF}"/>
          </ac:spMkLst>
        </pc:spChg>
        <pc:spChg chg="add 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7" creationId="{EB371654-B606-190F-ACE3-50704E39A432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8" creationId="{9FD5D486-D495-27A6-A3D1-F99195EEFD56}"/>
          </ac:spMkLst>
        </pc:spChg>
        <pc:spChg chg="add del mod">
          <ac:chgData name="연우 오" userId="c3558644dac54ca4" providerId="LiveId" clId="{9333FDCA-79D6-4088-A778-579BE454CE38}" dt="2026-08-25T03:48:08.119" v="5683" actId="478"/>
          <ac:spMkLst>
            <pc:docMk/>
            <pc:sldMk cId="2797417546" sldId="282"/>
            <ac:spMk id="20" creationId="{46BBFF52-91DD-0784-3561-BA2215E6AE9C}"/>
          </ac:spMkLst>
        </pc:spChg>
        <pc:spChg chg="add del mod">
          <ac:chgData name="연우 오" userId="c3558644dac54ca4" providerId="LiveId" clId="{9333FDCA-79D6-4088-A778-579BE454CE38}" dt="2026-08-25T04:35:23.609" v="5709"/>
          <ac:spMkLst>
            <pc:docMk/>
            <pc:sldMk cId="2797417546" sldId="282"/>
            <ac:spMk id="21" creationId="{792544E1-F277-6B1F-2DFC-7D4A1F089F4E}"/>
          </ac:spMkLst>
        </pc:spChg>
        <pc:spChg chg="add del mod">
          <ac:chgData name="연우 오" userId="c3558644dac54ca4" providerId="LiveId" clId="{9333FDCA-79D6-4088-A778-579BE454CE38}" dt="2026-08-25T04:39:10.528" v="5722"/>
          <ac:spMkLst>
            <pc:docMk/>
            <pc:sldMk cId="2797417546" sldId="282"/>
            <ac:spMk id="22" creationId="{FFAAA2FF-5F58-0CEF-32B8-4FF708F998CA}"/>
          </ac:spMkLst>
        </pc:spChg>
        <pc:spChg chg="add del">
          <ac:chgData name="연우 오" userId="c3558644dac54ca4" providerId="LiveId" clId="{9333FDCA-79D6-4088-A778-579BE454CE38}" dt="2026-08-25T04:39:10.526" v="5720" actId="478"/>
          <ac:spMkLst>
            <pc:docMk/>
            <pc:sldMk cId="2797417546" sldId="282"/>
            <ac:spMk id="23" creationId="{1AC211A1-E82B-3797-753D-2EBA4404DCC4}"/>
          </ac:spMkLst>
        </pc:spChg>
        <pc:spChg chg="add del">
          <ac:chgData name="연우 오" userId="c3558644dac54ca4" providerId="LiveId" clId="{9333FDCA-79D6-4088-A778-579BE454CE38}" dt="2026-08-25T04:48:46.136" v="5724" actId="478"/>
          <ac:spMkLst>
            <pc:docMk/>
            <pc:sldMk cId="2797417546" sldId="282"/>
            <ac:spMk id="24" creationId="{C022F2FC-C806-95FC-31A5-B9C1F8C89E65}"/>
          </ac:spMkLst>
        </pc:spChg>
        <pc:spChg chg="add del mod">
          <ac:chgData name="연우 오" userId="c3558644dac54ca4" providerId="LiveId" clId="{9333FDCA-79D6-4088-A778-579BE454CE38}" dt="2026-08-25T04:49:20.449" v="5727" actId="478"/>
          <ac:spMkLst>
            <pc:docMk/>
            <pc:sldMk cId="2797417546" sldId="282"/>
            <ac:spMk id="25" creationId="{840EDBFF-AE81-9AB5-9972-2D15FA3D4865}"/>
          </ac:spMkLst>
        </pc:spChg>
        <pc:spChg chg="add del mod">
          <ac:chgData name="연우 오" userId="c3558644dac54ca4" providerId="LiveId" clId="{9333FDCA-79D6-4088-A778-579BE454CE38}" dt="2026-08-25T04:49:48.153" v="5730" actId="478"/>
          <ac:spMkLst>
            <pc:docMk/>
            <pc:sldMk cId="2797417546" sldId="282"/>
            <ac:spMk id="26" creationId="{7CBC1A33-C389-409B-F58D-637F2089A308}"/>
          </ac:spMkLst>
        </pc:spChg>
        <pc:spChg chg="add del mod">
          <ac:chgData name="연우 오" userId="c3558644dac54ca4" providerId="LiveId" clId="{9333FDCA-79D6-4088-A778-579BE454CE38}" dt="2026-08-25T05:00:21.835" v="5733" actId="478"/>
          <ac:spMkLst>
            <pc:docMk/>
            <pc:sldMk cId="2797417546" sldId="282"/>
            <ac:spMk id="27" creationId="{86334927-DFE4-86D4-A1AE-C547AF1141E2}"/>
          </ac:spMkLst>
        </pc:spChg>
        <pc:spChg chg="add del mod">
          <ac:chgData name="연우 오" userId="c3558644dac54ca4" providerId="LiveId" clId="{9333FDCA-79D6-4088-A778-579BE454CE38}" dt="2026-08-25T05:00:51.732" v="5737" actId="478"/>
          <ac:spMkLst>
            <pc:docMk/>
            <pc:sldMk cId="2797417546" sldId="282"/>
            <ac:spMk id="28" creationId="{24C9C8F0-F4CC-8E77-6361-241B8EC98871}"/>
          </ac:spMkLst>
        </pc:spChg>
        <pc:spChg chg="add del mod">
          <ac:chgData name="연우 오" userId="c3558644dac54ca4" providerId="LiveId" clId="{9333FDCA-79D6-4088-A778-579BE454CE38}" dt="2026-08-25T05:01:16.956" v="5742" actId="478"/>
          <ac:spMkLst>
            <pc:docMk/>
            <pc:sldMk cId="2797417546" sldId="282"/>
            <ac:spMk id="29" creationId="{C349BB00-75DA-B2FD-2CE4-66B0A29E76D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0" creationId="{73799D60-B805-1887-68DD-36F59546F33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1" creationId="{C92197E5-A456-0C24-8CCA-6BAC4E90CC95}"/>
          </ac:spMkLst>
        </pc:spChg>
        <pc:spChg chg="add mod">
          <ac:chgData name="연우 오" userId="c3558644dac54ca4" providerId="LiveId" clId="{9333FDCA-79D6-4088-A778-579BE454CE38}" dt="2026-08-25T05:25:59.293" v="5877" actId="1076"/>
          <ac:spMkLst>
            <pc:docMk/>
            <pc:sldMk cId="2797417546" sldId="282"/>
            <ac:spMk id="34" creationId="{733EEE1D-4BE2-8206-13F4-20490ABA809B}"/>
          </ac:spMkLst>
        </pc:spChg>
        <pc:spChg chg="add mod">
          <ac:chgData name="연우 오" userId="c3558644dac54ca4" providerId="LiveId" clId="{9333FDCA-79D6-4088-A778-579BE454CE38}" dt="2026-08-25T05:29:40.934" v="5884" actId="1076"/>
          <ac:spMkLst>
            <pc:docMk/>
            <pc:sldMk cId="2797417546" sldId="282"/>
            <ac:spMk id="35" creationId="{A6141C10-2286-2155-97E1-4DF86E964FC1}"/>
          </ac:spMkLst>
        </pc:spChg>
        <pc:spChg chg="add mod">
          <ac:chgData name="연우 오" userId="c3558644dac54ca4" providerId="LiveId" clId="{9333FDCA-79D6-4088-A778-579BE454CE38}" dt="2026-08-25T05:30:04.628" v="5886" actId="1076"/>
          <ac:spMkLst>
            <pc:docMk/>
            <pc:sldMk cId="2797417546" sldId="282"/>
            <ac:spMk id="36" creationId="{5A2154DC-55A1-2B41-4206-DF9608585A95}"/>
          </ac:spMkLst>
        </pc:spChg>
        <pc:spChg chg="add del mod">
          <ac:chgData name="연우 오" userId="c3558644dac54ca4" providerId="LiveId" clId="{9333FDCA-79D6-4088-A778-579BE454CE38}" dt="2026-08-25T05:31:26.451" v="5917"/>
          <ac:spMkLst>
            <pc:docMk/>
            <pc:sldMk cId="2797417546" sldId="282"/>
            <ac:spMk id="37" creationId="{ED675A3D-5725-2B3F-8F9A-B05832F38E69}"/>
          </ac:spMkLst>
        </pc:spChg>
        <pc:spChg chg="add del mod">
          <ac:chgData name="연우 오" userId="c3558644dac54ca4" providerId="LiveId" clId="{9333FDCA-79D6-4088-A778-579BE454CE38}" dt="2026-08-25T05:31:58.208" v="5926" actId="478"/>
          <ac:spMkLst>
            <pc:docMk/>
            <pc:sldMk cId="2797417546" sldId="282"/>
            <ac:spMk id="39" creationId="{23B3BDE1-AED7-9B02-A0E9-AB97F817C1FA}"/>
          </ac:spMkLst>
        </pc:spChg>
        <pc:spChg chg="add mod">
          <ac:chgData name="연우 오" userId="c3558644dac54ca4" providerId="LiveId" clId="{9333FDCA-79D6-4088-A778-579BE454CE38}" dt="2026-08-25T05:33:53.501" v="6025" actId="20577"/>
          <ac:spMkLst>
            <pc:docMk/>
            <pc:sldMk cId="2797417546" sldId="282"/>
            <ac:spMk id="40" creationId="{CB7099D8-71F9-C93D-A057-F0B4067DD10E}"/>
          </ac:spMkLst>
        </pc:spChg>
        <pc:spChg chg="add del mod">
          <ac:chgData name="연우 오" userId="c3558644dac54ca4" providerId="LiveId" clId="{9333FDCA-79D6-4088-A778-579BE454CE38}" dt="2026-08-25T05:39:29.229" v="6032" actId="478"/>
          <ac:spMkLst>
            <pc:docMk/>
            <pc:sldMk cId="2797417546" sldId="282"/>
            <ac:spMk id="41" creationId="{E9ED6716-A62E-76E5-72A9-14B10E135752}"/>
          </ac:spMkLst>
        </pc:spChg>
        <pc:picChg chg="add del">
          <ac:chgData name="연우 오" userId="c3558644dac54ca4" providerId="LiveId" clId="{9333FDCA-79D6-4088-A778-579BE454CE38}" dt="2026-08-25T05:04:29.143" v="5848" actId="22"/>
          <ac:picMkLst>
            <pc:docMk/>
            <pc:sldMk cId="2797417546" sldId="282"/>
            <ac:picMk id="33" creationId="{252B05EE-169D-EAD1-77E6-687839C0B0C3}"/>
          </ac:picMkLst>
        </pc:picChg>
      </pc:sldChg>
      <pc:sldChg chg="addSp delSp modSp add mod modTransition setBg addAnim delAnim modAnim">
        <pc:chgData name="연우 오" userId="c3558644dac54ca4" providerId="LiveId" clId="{9333FDCA-79D6-4088-A778-579BE454CE38}" dt="2026-08-26T06:48:39.615" v="7778" actId="20577"/>
        <pc:sldMkLst>
          <pc:docMk/>
          <pc:sldMk cId="857794491" sldId="283"/>
        </pc:sldMkLst>
        <pc:spChg chg="del mod">
          <ac:chgData name="연우 오" userId="c3558644dac54ca4" providerId="LiveId" clId="{9333FDCA-79D6-4088-A778-579BE454CE38}" dt="2026-08-26T06:45:25.283" v="7741" actId="478"/>
          <ac:spMkLst>
            <pc:docMk/>
            <pc:sldMk cId="857794491" sldId="283"/>
            <ac:spMk id="2" creationId="{567B9DCD-EDEE-1B89-48B4-67ADC7D7B398}"/>
          </ac:spMkLst>
        </pc:spChg>
        <pc:spChg chg="mod">
          <ac:chgData name="연우 오" userId="c3558644dac54ca4" providerId="LiveId" clId="{9333FDCA-79D6-4088-A778-579BE454CE38}" dt="2026-08-26T06:48:39.615" v="7778" actId="20577"/>
          <ac:spMkLst>
            <pc:docMk/>
            <pc:sldMk cId="857794491" sldId="283"/>
            <ac:spMk id="4" creationId="{278DCBD3-AFDA-8244-E5E7-CF449A88E79E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7" creationId="{1A325592-99F1-D97E-4A52-8D77904BFEA1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8" creationId="{C4F315CD-1989-9E71-CEF4-814D1AAF38B9}"/>
          </ac:spMkLst>
        </pc:spChg>
        <pc:spChg chg="del mod">
          <ac:chgData name="연우 오" userId="c3558644dac54ca4" providerId="LiveId" clId="{9333FDCA-79D6-4088-A778-579BE454CE38}" dt="2026-08-26T06:40:39.845" v="7555" actId="478"/>
          <ac:spMkLst>
            <pc:docMk/>
            <pc:sldMk cId="857794491" sldId="283"/>
            <ac:spMk id="9" creationId="{A163CBB4-59A1-8CD5-FA7C-574E931AFE2B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0" creationId="{DCBA063F-A484-32DC-39CB-B79B1BAB4582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2" creationId="{CE57C3D6-FA7D-4272-1D9B-21A4FEB2B07F}"/>
          </ac:spMkLst>
        </pc:spChg>
        <pc:spChg chg="del">
          <ac:chgData name="연우 오" userId="c3558644dac54ca4" providerId="LiveId" clId="{9333FDCA-79D6-4088-A778-579BE454CE38}" dt="2026-08-26T06:48:25.097" v="7771" actId="478"/>
          <ac:spMkLst>
            <pc:docMk/>
            <pc:sldMk cId="857794491" sldId="283"/>
            <ac:spMk id="13" creationId="{4C702CB2-3533-8ECC-8410-104B95A4AB0A}"/>
          </ac:spMkLst>
        </pc:spChg>
        <pc:spChg chg="del">
          <ac:chgData name="연우 오" userId="c3558644dac54ca4" providerId="LiveId" clId="{9333FDCA-79D6-4088-A778-579BE454CE38}" dt="2026-08-26T06:48:26.116" v="7772" actId="478"/>
          <ac:spMkLst>
            <pc:docMk/>
            <pc:sldMk cId="857794491" sldId="283"/>
            <ac:spMk id="14" creationId="{3F8878F3-7361-67A5-B369-67844CC58BFF}"/>
          </ac:spMkLst>
        </pc:spChg>
        <pc:spChg chg="del">
          <ac:chgData name="연우 오" userId="c3558644dac54ca4" providerId="LiveId" clId="{9333FDCA-79D6-4088-A778-579BE454CE38}" dt="2026-08-26T06:48:23.678" v="7769" actId="478"/>
          <ac:spMkLst>
            <pc:docMk/>
            <pc:sldMk cId="857794491" sldId="283"/>
            <ac:spMk id="15" creationId="{5485FAEF-646D-F2B5-C729-C983828F45C7}"/>
          </ac:spMkLst>
        </pc:spChg>
        <pc:spChg chg="del">
          <ac:chgData name="연우 오" userId="c3558644dac54ca4" providerId="LiveId" clId="{9333FDCA-79D6-4088-A778-579BE454CE38}" dt="2026-08-26T06:48:24.208" v="7770" actId="478"/>
          <ac:spMkLst>
            <pc:docMk/>
            <pc:sldMk cId="857794491" sldId="283"/>
            <ac:spMk id="16" creationId="{BBD1AB01-9833-7392-77A3-C7F147E06B05}"/>
          </ac:spMkLst>
        </pc:spChg>
        <pc:spChg chg="del mod">
          <ac:chgData name="연우 오" userId="c3558644dac54ca4" providerId="LiveId" clId="{9333FDCA-79D6-4088-A778-579BE454CE38}" dt="2026-08-26T06:48:23.092" v="7768" actId="478"/>
          <ac:spMkLst>
            <pc:docMk/>
            <pc:sldMk cId="857794491" sldId="283"/>
            <ac:spMk id="17" creationId="{BDF79776-3222-AA88-39F3-6F4FE2A05261}"/>
          </ac:spMkLst>
        </pc:spChg>
        <pc:spChg chg="del mod">
          <ac:chgData name="연우 오" userId="c3558644dac54ca4" providerId="LiveId" clId="{9333FDCA-79D6-4088-A778-579BE454CE38}" dt="2026-08-26T06:42:06.942" v="7608" actId="478"/>
          <ac:spMkLst>
            <pc:docMk/>
            <pc:sldMk cId="857794491" sldId="283"/>
            <ac:spMk id="19" creationId="{DA6300EF-1025-7D39-97D9-6F395B13D8D5}"/>
          </ac:spMkLst>
        </pc:spChg>
        <pc:spChg chg="add del mod">
          <ac:chgData name="연우 오" userId="c3558644dac54ca4" providerId="LiveId" clId="{9333FDCA-79D6-4088-A778-579BE454CE38}" dt="2026-08-26T06:36:43.976" v="7503" actId="478"/>
          <ac:spMkLst>
            <pc:docMk/>
            <pc:sldMk cId="857794491" sldId="283"/>
            <ac:spMk id="20" creationId="{12E460C2-75A0-3A2D-1BD3-C568D9732D46}"/>
          </ac:spMkLst>
        </pc:spChg>
        <pc:spChg chg="del mod">
          <ac:chgData name="연우 오" userId="c3558644dac54ca4" providerId="LiveId" clId="{9333FDCA-79D6-4088-A778-579BE454CE38}" dt="2026-08-26T06:45:23.719" v="7740" actId="478"/>
          <ac:spMkLst>
            <pc:docMk/>
            <pc:sldMk cId="857794491" sldId="283"/>
            <ac:spMk id="21" creationId="{1927CDEA-2B3D-225E-4DEA-4B6F782488AF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23" creationId="{5BAA60B0-ED80-9CF2-2D10-58CF7A8386BB}"/>
          </ac:spMkLst>
        </pc:spChg>
        <pc:spChg chg="add del mod">
          <ac:chgData name="연우 오" userId="c3558644dac54ca4" providerId="LiveId" clId="{9333FDCA-79D6-4088-A778-579BE454CE38}" dt="2026-08-26T06:48:22.570" v="7767" actId="478"/>
          <ac:spMkLst>
            <pc:docMk/>
            <pc:sldMk cId="857794491" sldId="283"/>
            <ac:spMk id="24" creationId="{36BCC9E1-F4DB-81FE-3AA0-FE35CF0540A7}"/>
          </ac:spMkLst>
        </pc:spChg>
        <pc:grpChg chg="add mod">
          <ac:chgData name="연우 오" userId="c3558644dac54ca4" providerId="LiveId" clId="{9333FDCA-79D6-4088-A778-579BE454CE38}" dt="2026-08-26T06:47:38.583" v="7758" actId="164"/>
          <ac:grpSpMkLst>
            <pc:docMk/>
            <pc:sldMk cId="857794491" sldId="283"/>
            <ac:grpSpMk id="25" creationId="{79642F79-D2DF-A3E4-2C48-BE478E5E2A83}"/>
          </ac:grpSpMkLst>
        </pc:grpChg>
        <pc:picChg chg="del">
          <ac:chgData name="연우 오" userId="c3558644dac54ca4" providerId="LiveId" clId="{9333FDCA-79D6-4088-A778-579BE454CE38}" dt="2026-08-25T05:53:58.785" v="6119" actId="478"/>
          <ac:picMkLst>
            <pc:docMk/>
            <pc:sldMk cId="857794491" sldId="283"/>
            <ac:picMk id="22" creationId="{A70A3369-0BB9-9DB1-D9A0-181628943010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0:11:00.320" v="7015" actId="1076"/>
        <pc:sldMkLst>
          <pc:docMk/>
          <pc:sldMk cId="1858044975" sldId="284"/>
        </pc:sldMkLst>
        <pc:spChg chg="add del mod">
          <ac:chgData name="연우 오" userId="c3558644dac54ca4" providerId="LiveId" clId="{9333FDCA-79D6-4088-A778-579BE454CE38}" dt="2026-08-25T15:13:46.587" v="6526" actId="478"/>
          <ac:spMkLst>
            <pc:docMk/>
            <pc:sldMk cId="1858044975" sldId="284"/>
            <ac:spMk id="2" creationId="{8A212601-400B-B0E7-F302-3479BC78E4D2}"/>
          </ac:spMkLst>
        </pc:spChg>
        <pc:spChg chg="mod">
          <ac:chgData name="연우 오" userId="c3558644dac54ca4" providerId="LiveId" clId="{9333FDCA-79D6-4088-A778-579BE454CE38}" dt="2026-08-25T16:11:16.671" v="6802" actId="1076"/>
          <ac:spMkLst>
            <pc:docMk/>
            <pc:sldMk cId="1858044975" sldId="284"/>
            <ac:spMk id="4" creationId="{10B302E8-4FE2-74DE-E92B-4712BD6EA03F}"/>
          </ac:spMkLst>
        </pc:spChg>
        <pc:spChg chg="add del mod ord">
          <ac:chgData name="연우 오" userId="c3558644dac54ca4" providerId="LiveId" clId="{9333FDCA-79D6-4088-A778-579BE454CE38}" dt="2026-08-25T16:12:40.793" v="6810" actId="478"/>
          <ac:spMkLst>
            <pc:docMk/>
            <pc:sldMk cId="1858044975" sldId="284"/>
            <ac:spMk id="5" creationId="{73DE8A97-39F2-7EEC-36AA-8D99CAE45EDE}"/>
          </ac:spMkLst>
        </pc:spChg>
        <pc:spChg chg="del">
          <ac:chgData name="연우 오" userId="c3558644dac54ca4" providerId="LiveId" clId="{9333FDCA-79D6-4088-A778-579BE454CE38}" dt="2026-08-25T15:20:22.048" v="6610" actId="478"/>
          <ac:spMkLst>
            <pc:docMk/>
            <pc:sldMk cId="1858044975" sldId="284"/>
            <ac:spMk id="8" creationId="{49484A0B-EA84-18DD-BF48-6730AC496F59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9" creationId="{72F97BE8-2B48-11AE-2E92-309C2A23FD03}"/>
          </ac:spMkLst>
        </pc:spChg>
        <pc:spChg chg="mod ord">
          <ac:chgData name="연우 오" userId="c3558644dac54ca4" providerId="LiveId" clId="{9333FDCA-79D6-4088-A778-579BE454CE38}" dt="2026-08-25T16:13:50.097" v="6818" actId="166"/>
          <ac:spMkLst>
            <pc:docMk/>
            <pc:sldMk cId="1858044975" sldId="284"/>
            <ac:spMk id="10" creationId="{E4EA7A4F-F017-FB86-A1E2-42B826001C6C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1" creationId="{90C34E14-9E14-97AE-0E2B-6C46AF5225D7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2" creationId="{614C0959-A7BB-1AF2-0351-5E83C1D0393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3" creationId="{2AE735D9-3D0A-72C4-3A30-BFEBD2E2E5F0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4" creationId="{C633F854-D0F2-D5B7-5800-AA9DD54D7EE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5" creationId="{EEA002CB-98AF-4582-A27D-59CF679A5C33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6" creationId="{9379198C-C7CE-3802-C1AA-CADB5A1B5CE6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7" creationId="{09AC0FD5-A601-6F4C-92BF-7D00A702BC5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8" creationId="{143128B2-7C96-F214-4515-85DB96CA841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9" creationId="{9D4974C1-9B0B-EDE7-3805-1B7FB13DD306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20" creationId="{0D7A9CDE-DE61-766D-38C1-2CBFD31A3BBF}"/>
          </ac:spMkLst>
        </pc:spChg>
        <pc:spChg chg="add mod">
          <ac:chgData name="연우 오" userId="c3558644dac54ca4" providerId="LiveId" clId="{9333FDCA-79D6-4088-A778-579BE454CE38}" dt="2026-08-25T16:04:51.616" v="6748" actId="571"/>
          <ac:spMkLst>
            <pc:docMk/>
            <pc:sldMk cId="1858044975" sldId="284"/>
            <ac:spMk id="21" creationId="{1E1793A0-49B6-510B-DD15-C5360BBA081D}"/>
          </ac:spMkLst>
        </pc:spChg>
        <pc:spChg chg="add mod">
          <ac:chgData name="연우 오" userId="c3558644dac54ca4" providerId="LiveId" clId="{9333FDCA-79D6-4088-A778-579BE454CE38}" dt="2026-08-25T16:04:54.770" v="6749" actId="571"/>
          <ac:spMkLst>
            <pc:docMk/>
            <pc:sldMk cId="1858044975" sldId="284"/>
            <ac:spMk id="23" creationId="{8DB83DF8-7B54-3779-B682-5AA4FA6BDA8B}"/>
          </ac:spMkLst>
        </pc:spChg>
        <pc:spChg chg="add mod">
          <ac:chgData name="연우 오" userId="c3558644dac54ca4" providerId="LiveId" clId="{9333FDCA-79D6-4088-A778-579BE454CE38}" dt="2026-08-25T16:04:58.338" v="6750" actId="571"/>
          <ac:spMkLst>
            <pc:docMk/>
            <pc:sldMk cId="1858044975" sldId="284"/>
            <ac:spMk id="24" creationId="{F7FB6DAB-7644-DF8D-4B21-7761FC26B012}"/>
          </ac:spMkLst>
        </pc:spChg>
        <pc:spChg chg="add mod">
          <ac:chgData name="연우 오" userId="c3558644dac54ca4" providerId="LiveId" clId="{9333FDCA-79D6-4088-A778-579BE454CE38}" dt="2026-08-25T16:05:01.682" v="6751" actId="571"/>
          <ac:spMkLst>
            <pc:docMk/>
            <pc:sldMk cId="1858044975" sldId="284"/>
            <ac:spMk id="25" creationId="{EC1DF0C5-4881-EFF5-1919-F75CEDB3CC3B}"/>
          </ac:spMkLst>
        </pc:spChg>
        <pc:spChg chg="add mod">
          <ac:chgData name="연우 오" userId="c3558644dac54ca4" providerId="LiveId" clId="{9333FDCA-79D6-4088-A778-579BE454CE38}" dt="2026-08-25T16:05:06.204" v="6753" actId="571"/>
          <ac:spMkLst>
            <pc:docMk/>
            <pc:sldMk cId="1858044975" sldId="284"/>
            <ac:spMk id="26" creationId="{F0E48561-5025-492F-FEC0-E1FC986B0C23}"/>
          </ac:spMkLst>
        </pc:spChg>
        <pc:spChg chg="add mod">
          <ac:chgData name="연우 오" userId="c3558644dac54ca4" providerId="LiveId" clId="{9333FDCA-79D6-4088-A778-579BE454CE38}" dt="2026-08-25T16:05:09.215" v="6754" actId="571"/>
          <ac:spMkLst>
            <pc:docMk/>
            <pc:sldMk cId="1858044975" sldId="284"/>
            <ac:spMk id="27" creationId="{212E8D25-1D1E-AD8C-AF48-CA038FBBD252}"/>
          </ac:spMkLst>
        </pc:spChg>
        <pc:spChg chg="add mod">
          <ac:chgData name="연우 오" userId="c3558644dac54ca4" providerId="LiveId" clId="{9333FDCA-79D6-4088-A778-579BE454CE38}" dt="2026-08-25T16:05:11.760" v="6755" actId="571"/>
          <ac:spMkLst>
            <pc:docMk/>
            <pc:sldMk cId="1858044975" sldId="284"/>
            <ac:spMk id="29" creationId="{968D8D2C-32AC-7532-71BE-901FCA73F637}"/>
          </ac:spMkLst>
        </pc:spChg>
        <pc:spChg chg="mod ord">
          <ac:chgData name="연우 오" userId="c3558644dac54ca4" providerId="LiveId" clId="{9333FDCA-79D6-4088-A778-579BE454CE38}" dt="2026-08-25T16:13:01.685" v="6815" actId="1076"/>
          <ac:spMkLst>
            <pc:docMk/>
            <pc:sldMk cId="1858044975" sldId="284"/>
            <ac:spMk id="30" creationId="{33796FBF-7B83-495B-31B3-60CD67A28F2A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3" creationId="{C90AE67E-B4F6-5926-2155-4F771F92A5F9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5" creationId="{4653933A-DFDE-B0F8-E698-2EF7ED40BEA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6" creationId="{50DF784C-8AD3-615A-8757-163C7E63812F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7" creationId="{4462B399-7D92-A029-791D-2373A92AEE53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8" creationId="{2D9A0EEB-D1FA-C857-C43B-027085247744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9" creationId="{69D7E1F8-B438-6491-A505-0B799C20BC0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0" creationId="{F4AEFD25-45A4-AF44-AA9E-CA4B06D4C27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2" creationId="{9471F531-6861-E19B-D666-85DC9E05F9E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4" creationId="{2CCD29D0-11AB-78B8-D1AC-61B2EA04CAE6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6" creationId="{4A3DF9BD-F1E1-4C20-E5DF-BF021829D570}"/>
          </ac:spMkLst>
        </pc:spChg>
        <pc:spChg chg="del">
          <ac:chgData name="연우 오" userId="c3558644dac54ca4" providerId="LiveId" clId="{9333FDCA-79D6-4088-A778-579BE454CE38}" dt="2026-08-25T15:11:30.846" v="6510" actId="478"/>
          <ac:spMkLst>
            <pc:docMk/>
            <pc:sldMk cId="1858044975" sldId="284"/>
            <ac:spMk id="47" creationId="{2E96ABF3-A8A9-9A1C-9950-938C2085B228}"/>
          </ac:spMkLst>
        </pc:spChg>
        <pc:spChg chg="add mod">
          <ac:chgData name="연우 오" userId="c3558644dac54ca4" providerId="LiveId" clId="{9333FDCA-79D6-4088-A778-579BE454CE38}" dt="2026-08-25T16:05:16.262" v="6756" actId="571"/>
          <ac:spMkLst>
            <pc:docMk/>
            <pc:sldMk cId="1858044975" sldId="284"/>
            <ac:spMk id="48" creationId="{1ED849F9-F7EE-A28D-F1DB-D82421CD2E83}"/>
          </ac:spMkLst>
        </pc:spChg>
        <pc:spChg chg="add mod">
          <ac:chgData name="연우 오" userId="c3558644dac54ca4" providerId="LiveId" clId="{9333FDCA-79D6-4088-A778-579BE454CE38}" dt="2026-08-25T16:05:18.724" v="6757" actId="571"/>
          <ac:spMkLst>
            <pc:docMk/>
            <pc:sldMk cId="1858044975" sldId="284"/>
            <ac:spMk id="49" creationId="{149AAB51-3169-CDD1-08F4-8DB7688F8069}"/>
          </ac:spMkLst>
        </pc:spChg>
        <pc:spChg chg="add mod">
          <ac:chgData name="연우 오" userId="c3558644dac54ca4" providerId="LiveId" clId="{9333FDCA-79D6-4088-A778-579BE454CE38}" dt="2026-08-25T16:05:21.188" v="6758" actId="571"/>
          <ac:spMkLst>
            <pc:docMk/>
            <pc:sldMk cId="1858044975" sldId="284"/>
            <ac:spMk id="50" creationId="{5598292E-43DC-98AA-8B07-200FF8732E3B}"/>
          </ac:spMkLst>
        </pc:spChg>
        <pc:spChg chg="add mod">
          <ac:chgData name="연우 오" userId="c3558644dac54ca4" providerId="LiveId" clId="{9333FDCA-79D6-4088-A778-579BE454CE38}" dt="2026-08-25T16:05:24.077" v="6759" actId="571"/>
          <ac:spMkLst>
            <pc:docMk/>
            <pc:sldMk cId="1858044975" sldId="284"/>
            <ac:spMk id="51" creationId="{5D16B175-B912-4735-5139-AD7E9C8AEBAD}"/>
          </ac:spMkLst>
        </pc:spChg>
        <pc:spChg chg="add mod">
          <ac:chgData name="연우 오" userId="c3558644dac54ca4" providerId="LiveId" clId="{9333FDCA-79D6-4088-A778-579BE454CE38}" dt="2026-08-25T16:05:26.555" v="6760" actId="571"/>
          <ac:spMkLst>
            <pc:docMk/>
            <pc:sldMk cId="1858044975" sldId="284"/>
            <ac:spMk id="52" creationId="{292E34E6-F2EB-201C-8620-974E41AD357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5" creationId="{055AE5F1-22C6-C6E5-6A3A-6DCB1045E433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8" creationId="{B8682186-950F-D9EE-49C3-577C54E78FF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0" creationId="{C0E607B3-A569-0254-E496-D3824CAC8CE8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1" creationId="{9DDBC678-A236-1DDA-11F1-4A158F4ECA64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4" creationId="{06305EB2-5762-1AC6-E264-77FDAB9C3BE6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5" creationId="{A85D0141-62D6-B067-0B3C-B6156DAA02F2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7" creationId="{CF757A47-5570-4775-7CDC-08E1A0969BF0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70" creationId="{18532430-9F71-BA3B-ADB9-CC5384B2540D}"/>
          </ac:spMkLst>
        </pc:spChg>
        <pc:spChg chg="add mod">
          <ac:chgData name="연우 오" userId="c3558644dac54ca4" providerId="LiveId" clId="{9333FDCA-79D6-4088-A778-579BE454CE38}" dt="2026-08-26T00:11:00.320" v="7015" actId="1076"/>
          <ac:spMkLst>
            <pc:docMk/>
            <pc:sldMk cId="1858044975" sldId="284"/>
            <ac:spMk id="74" creationId="{540CEF84-0614-CB93-F71F-43C9E309F9DA}"/>
          </ac:spMkLst>
        </pc:spChg>
        <pc:spChg chg="add del mod">
          <ac:chgData name="연우 오" userId="c3558644dac54ca4" providerId="LiveId" clId="{9333FDCA-79D6-4088-A778-579BE454CE38}" dt="2026-08-25T16:12:46.387" v="6812" actId="478"/>
          <ac:spMkLst>
            <pc:docMk/>
            <pc:sldMk cId="1858044975" sldId="284"/>
            <ac:spMk id="75" creationId="{C1C2C731-743B-D465-CB26-0E6114A6A805}"/>
          </ac:spMkLst>
        </pc:spChg>
        <pc:spChg chg="del">
          <ac:chgData name="연우 오" userId="c3558644dac54ca4" providerId="LiveId" clId="{9333FDCA-79D6-4088-A778-579BE454CE38}" dt="2026-08-25T16:12:44.465" v="6811" actId="478"/>
          <ac:spMkLst>
            <pc:docMk/>
            <pc:sldMk cId="1858044975" sldId="284"/>
            <ac:spMk id="76" creationId="{739B5B7D-50CA-3DE3-9168-EE2675E5F396}"/>
          </ac:spMkLst>
        </pc:spChg>
        <pc:graphicFrameChg chg="add del mod ord modGraphic">
          <ac:chgData name="연우 오" userId="c3558644dac54ca4" providerId="LiveId" clId="{9333FDCA-79D6-4088-A778-579BE454CE38}" dt="2026-08-25T16:12:38.927" v="6809" actId="478"/>
          <ac:graphicFrameMkLst>
            <pc:docMk/>
            <pc:sldMk cId="1858044975" sldId="284"/>
            <ac:graphicFrameMk id="7" creationId="{1CD1D566-DC09-7FEF-6E65-7D479C8B4171}"/>
          </ac:graphicFrameMkLst>
        </pc:graphicFrameChg>
        <pc:graphicFrameChg chg="del mod modGraphic">
          <ac:chgData name="연우 오" userId="c3558644dac54ca4" providerId="LiveId" clId="{9333FDCA-79D6-4088-A778-579BE454CE38}" dt="2026-08-25T15:20:16.642" v="6609" actId="478"/>
          <ac:graphicFrameMkLst>
            <pc:docMk/>
            <pc:sldMk cId="1858044975" sldId="284"/>
            <ac:graphicFrameMk id="28" creationId="{E803C567-0932-76CC-33B7-924B63BD9EBF}"/>
          </ac:graphicFrameMkLst>
        </pc:graphicFrameChg>
        <pc:graphicFrameChg chg="ord">
          <ac:chgData name="연우 오" userId="c3558644dac54ca4" providerId="LiveId" clId="{9333FDCA-79D6-4088-A778-579BE454CE38}" dt="2026-08-25T16:13:32.923" v="6816" actId="167"/>
          <ac:graphicFrameMkLst>
            <pc:docMk/>
            <pc:sldMk cId="1858044975" sldId="284"/>
            <ac:graphicFrameMk id="53" creationId="{C51CD332-6A5B-117C-ECED-B8E971D36324}"/>
          </ac:graphicFrameMkLst>
        </pc:graphicFrameChg>
        <pc:picChg chg="mod">
          <ac:chgData name="연우 오" userId="c3558644dac54ca4" providerId="LiveId" clId="{9333FDCA-79D6-4088-A778-579BE454CE38}" dt="2026-08-25T15:05:49.708" v="6475" actId="1076"/>
          <ac:picMkLst>
            <pc:docMk/>
            <pc:sldMk cId="1858044975" sldId="284"/>
            <ac:picMk id="22" creationId="{23473E1F-0B5E-F7ED-471A-345A9643BA6C}"/>
          </ac:picMkLst>
        </pc:picChg>
      </pc:sldChg>
      <pc:sldChg chg="add del">
        <pc:chgData name="연우 오" userId="c3558644dac54ca4" providerId="LiveId" clId="{9333FDCA-79D6-4088-A778-579BE454CE38}" dt="2026-08-25T16:04:46.236" v="6747" actId="2890"/>
        <pc:sldMkLst>
          <pc:docMk/>
          <pc:sldMk cId="428029875" sldId="285"/>
        </pc:sldMkLst>
      </pc:sldChg>
      <pc:sldChg chg="addSp delSp modSp add mod modTransition addAnim delAnim modAnim">
        <pc:chgData name="연우 오" userId="c3558644dac54ca4" providerId="LiveId" clId="{9333FDCA-79D6-4088-A778-579BE454CE38}" dt="2026-08-26T06:17:25.607" v="7386"/>
        <pc:sldMkLst>
          <pc:docMk/>
          <pc:sldMk cId="1159217278" sldId="285"/>
        </pc:sldMkLst>
        <pc:spChg chg="del">
          <ac:chgData name="연우 오" userId="c3558644dac54ca4" providerId="LiveId" clId="{9333FDCA-79D6-4088-A778-579BE454CE38}" dt="2026-08-25T16:11:39.252" v="6803" actId="478"/>
          <ac:spMkLst>
            <pc:docMk/>
            <pc:sldMk cId="1159217278" sldId="285"/>
            <ac:spMk id="4" creationId="{E6291E68-F693-0081-A896-265FD149BD34}"/>
          </ac:spMkLst>
        </pc:spChg>
        <pc:spChg chg="mod">
          <ac:chgData name="연우 오" userId="c3558644dac54ca4" providerId="LiveId" clId="{9333FDCA-79D6-4088-A778-579BE454CE38}" dt="2026-08-26T00:10:55.417" v="7014" actId="1076"/>
          <ac:spMkLst>
            <pc:docMk/>
            <pc:sldMk cId="1159217278" sldId="285"/>
            <ac:spMk id="5" creationId="{B41AFAE3-F87E-1D9F-E1F7-8053E8200720}"/>
          </ac:spMkLst>
        </pc:spChg>
        <pc:spChg chg="add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8" creationId="{F8FEDFE5-2DD7-19F1-186E-0CAD41E46CAE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9" creationId="{4141EF49-A00C-A19D-9D24-5FB255116F17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10" creationId="{9066ACE3-15DA-23C1-EBC0-FFA965E330C8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1" creationId="{C192D81D-7A63-256E-91A8-534999E4CD16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2" creationId="{5E0EBDC7-2A6E-4BC0-6791-382114264D6C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3" creationId="{8DDC6131-B81D-EC1A-A1E4-5C2CC58E9395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4" creationId="{509FDC98-AFB9-6438-2ECF-21A37DB4E609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5" creationId="{BB8B0416-33F8-C6B6-4604-0981D966551C}"/>
          </ac:spMkLst>
        </pc:spChg>
        <pc:spChg chg="add">
          <ac:chgData name="연우 오" userId="c3558644dac54ca4" providerId="LiveId" clId="{9333FDCA-79D6-4088-A778-579BE454CE38}" dt="2026-08-25T16:08:32.353" v="6788" actId="22"/>
          <ac:spMkLst>
            <pc:docMk/>
            <pc:sldMk cId="1159217278" sldId="285"/>
            <ac:spMk id="17" creationId="{F310E753-1541-940F-D926-2B716CECA1D1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8" creationId="{BE458E02-AEC6-7CAC-D0EE-996A309AB50D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9" creationId="{3C5A23C7-0163-39C0-148D-98777C79F7A7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20" creationId="{7D8DAC0C-CABD-16AB-8101-82E4A838061A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1" creationId="{919D11DC-C639-6F0F-1059-AFDBC3AD9DB7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3" creationId="{309CAAF9-E525-0089-BE5A-F63DE81BB04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4" creationId="{E4515D30-8099-F516-DB81-97E995D85576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25" creationId="{FB185BAC-D7B2-2610-F31D-D0680FFD68B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7" creationId="{41667FFD-6341-020F-BDE3-A3373C4D70E6}"/>
          </ac:spMkLst>
        </pc:spChg>
        <pc:spChg chg="add">
          <ac:chgData name="연우 오" userId="c3558644dac54ca4" providerId="LiveId" clId="{9333FDCA-79D6-4088-A778-579BE454CE38}" dt="2026-08-25T16:11:39.651" v="6804" actId="22"/>
          <ac:spMkLst>
            <pc:docMk/>
            <pc:sldMk cId="1159217278" sldId="285"/>
            <ac:spMk id="28" creationId="{3B4D26DE-401F-573F-20E7-379C2E32E45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9" creationId="{6F096C47-DE62-856E-1E4D-359FED66174A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30" creationId="{56C1B799-F71D-6E82-CCAF-EB6FF8847A4C}"/>
          </ac:spMkLst>
        </pc:spChg>
        <pc:spChg chg="add mod">
          <ac:chgData name="연우 오" userId="c3558644dac54ca4" providerId="LiveId" clId="{9333FDCA-79D6-4088-A778-579BE454CE38}" dt="2026-08-26T00:15:44.225" v="7110" actId="1076"/>
          <ac:spMkLst>
            <pc:docMk/>
            <pc:sldMk cId="1159217278" sldId="285"/>
            <ac:spMk id="33" creationId="{E249FEB7-0212-BACC-8859-061C5418EF7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8" creationId="{E03D0C90-64FE-25AE-6F8E-FD81101BF26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9" creationId="{2C812BF8-BF18-7407-1579-DCD644BEFEF0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0" creationId="{435A2F90-2459-FC3A-08F0-3FBAA9A7140D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1" creationId="{DC346638-7CC6-8A18-A4EF-112156D92B0C}"/>
          </ac:spMkLst>
        </pc:spChg>
        <pc:picChg chg="add del">
          <ac:chgData name="연우 오" userId="c3558644dac54ca4" providerId="LiveId" clId="{9333FDCA-79D6-4088-A778-579BE454CE38}" dt="2026-08-26T00:13:10.281" v="7069" actId="478"/>
          <ac:picMkLst>
            <pc:docMk/>
            <pc:sldMk cId="1159217278" sldId="285"/>
            <ac:picMk id="31" creationId="{66202561-5702-CBD0-2234-A81DD27E5785}"/>
          </ac:picMkLst>
        </pc:picChg>
        <pc:picChg chg="add mod">
          <ac:chgData name="연우 오" userId="c3558644dac54ca4" providerId="LiveId" clId="{9333FDCA-79D6-4088-A778-579BE454CE38}" dt="2026-08-26T00:15:46.171" v="7111" actId="1076"/>
          <ac:picMkLst>
            <pc:docMk/>
            <pc:sldMk cId="1159217278" sldId="285"/>
            <ac:picMk id="32" creationId="{26702DC7-F47C-E712-D307-ECE4BCFCBB67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6T06:32:12.145" v="7429" actId="167"/>
        <pc:sldMkLst>
          <pc:docMk/>
          <pc:sldMk cId="1462384119" sldId="286"/>
        </pc:sldMkLst>
        <pc:spChg chg="add mod ord">
          <ac:chgData name="연우 오" userId="c3558644dac54ca4" providerId="LiveId" clId="{9333FDCA-79D6-4088-A778-579BE454CE38}" dt="2026-08-26T06:31:33.625" v="7419" actId="167"/>
          <ac:spMkLst>
            <pc:docMk/>
            <pc:sldMk cId="1462384119" sldId="286"/>
            <ac:spMk id="2" creationId="{7F47B643-2F6E-463E-0530-BE10586F09B3}"/>
          </ac:spMkLst>
        </pc:spChg>
        <pc:spChg chg="mod">
          <ac:chgData name="연우 오" userId="c3558644dac54ca4" providerId="LiveId" clId="{9333FDCA-79D6-4088-A778-579BE454CE38}" dt="2026-08-26T00:17:53.545" v="7269"/>
          <ac:spMkLst>
            <pc:docMk/>
            <pc:sldMk cId="1462384119" sldId="286"/>
            <ac:spMk id="5" creationId="{7A24DC0F-D1E2-889F-11DC-164CB5986CA7}"/>
          </ac:spMkLst>
        </pc:spChg>
        <pc:spChg chg="mod">
          <ac:chgData name="연우 오" userId="c3558644dac54ca4" providerId="LiveId" clId="{9333FDCA-79D6-4088-A778-579BE454CE38}" dt="2026-08-26T00:09:45.938" v="7005" actId="14100"/>
          <ac:spMkLst>
            <pc:docMk/>
            <pc:sldMk cId="1462384119" sldId="286"/>
            <ac:spMk id="8" creationId="{6E638B75-0D97-F2C6-1A98-01D8F34B49D6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9" creationId="{CE9DE41F-E2F0-30EC-8668-7EA59E9B8A37}"/>
          </ac:spMkLst>
        </pc:spChg>
        <pc:spChg chg="add mod ord">
          <ac:chgData name="연우 오" userId="c3558644dac54ca4" providerId="LiveId" clId="{9333FDCA-79D6-4088-A778-579BE454CE38}" dt="2026-08-26T06:32:12.145" v="7429" actId="167"/>
          <ac:spMkLst>
            <pc:docMk/>
            <pc:sldMk cId="1462384119" sldId="286"/>
            <ac:spMk id="10" creationId="{F77E237C-7FAB-65DC-A259-5029D904F5A1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1" creationId="{89BE70E8-24F8-0434-B678-0F20C1FD15A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2" creationId="{86B325CE-ACD0-029F-B7C3-AE1518EEFCAD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3" creationId="{0A701F42-8784-0450-416C-847F363C90BA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4" creationId="{37984115-D195-FC00-A5C9-5966831C2F67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5" creationId="{7C227243-2333-FE2F-F3D9-111877C0DCF2}"/>
          </ac:spMkLst>
        </pc:spChg>
        <pc:spChg chg="mod">
          <ac:chgData name="연우 오" userId="c3558644dac54ca4" providerId="LiveId" clId="{9333FDCA-79D6-4088-A778-579BE454CE38}" dt="2026-08-26T00:10:12.970" v="7012" actId="1076"/>
          <ac:spMkLst>
            <pc:docMk/>
            <pc:sldMk cId="1462384119" sldId="286"/>
            <ac:spMk id="17" creationId="{F7F5BD22-4EE7-88C8-FFE8-7C38F9F9119B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8" creationId="{7CBB2657-2E84-09C7-AA8D-6D2110A4BE2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9" creationId="{B91D6B93-C4B9-0D88-1B82-8294184DF705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20" creationId="{0C4AC75A-473F-7095-5385-865675663ABA}"/>
          </ac:spMkLst>
        </pc:spChg>
        <pc:spChg chg="mod">
          <ac:chgData name="연우 오" userId="c3558644dac54ca4" providerId="LiveId" clId="{9333FDCA-79D6-4088-A778-579BE454CE38}" dt="2026-08-26T00:09:48.552" v="7007" actId="1076"/>
          <ac:spMkLst>
            <pc:docMk/>
            <pc:sldMk cId="1462384119" sldId="286"/>
            <ac:spMk id="27" creationId="{E8AD4925-6A9C-B5AB-4E01-E0FDAFE13FE9}"/>
          </ac:spMkLst>
        </pc:spChg>
        <pc:spChg chg="mod">
          <ac:chgData name="연우 오" userId="c3558644dac54ca4" providerId="LiveId" clId="{9333FDCA-79D6-4088-A778-579BE454CE38}" dt="2026-08-26T00:10:05.197" v="7011" actId="1076"/>
          <ac:spMkLst>
            <pc:docMk/>
            <pc:sldMk cId="1462384119" sldId="286"/>
            <ac:spMk id="51" creationId="{0CD5F273-7142-CE6A-70A3-52C75A10C8D4}"/>
          </ac:spMkLst>
        </pc:spChg>
        <pc:spChg chg="mod">
          <ac:chgData name="연우 오" userId="c3558644dac54ca4" providerId="LiveId" clId="{9333FDCA-79D6-4088-A778-579BE454CE38}" dt="2026-08-26T06:31:59.654" v="7426" actId="1076"/>
          <ac:spMkLst>
            <pc:docMk/>
            <pc:sldMk cId="1462384119" sldId="286"/>
            <ac:spMk id="52" creationId="{14B3BFA2-1FAB-7844-16BA-74A3AEEBD1C9}"/>
          </ac:spMkLst>
        </pc:spChg>
      </pc:sldChg>
      <pc:sldChg chg="delSp add del mod delAnim">
        <pc:chgData name="연우 오" userId="c3558644dac54ca4" providerId="LiveId" clId="{9333FDCA-79D6-4088-A778-579BE454CE38}" dt="2026-08-26T06:32:43.083" v="7435" actId="47"/>
        <pc:sldMkLst>
          <pc:docMk/>
          <pc:sldMk cId="739552566" sldId="287"/>
        </pc:sldMkLst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2" creationId="{FB4F9D09-0EAF-660C-98A5-2A78F5F44EF7}"/>
          </ac:spMkLst>
        </pc:spChg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10" creationId="{BDEB8AFF-AA69-08D2-93A6-6D8E90CC1A58}"/>
          </ac:spMkLst>
        </pc:spChg>
        <pc:spChg chg="del">
          <ac:chgData name="연우 오" userId="c3558644dac54ca4" providerId="LiveId" clId="{9333FDCA-79D6-4088-A778-579BE454CE38}" dt="2026-08-26T06:32:34.892" v="7433" actId="478"/>
          <ac:spMkLst>
            <pc:docMk/>
            <pc:sldMk cId="739552566" sldId="287"/>
            <ac:spMk id="21" creationId="{A06E8750-5CF4-9C3C-3232-0DEEA64C5E9D}"/>
          </ac:spMkLst>
        </pc:spChg>
        <pc:graphicFrameChg chg="del">
          <ac:chgData name="연우 오" userId="c3558644dac54ca4" providerId="LiveId" clId="{9333FDCA-79D6-4088-A778-579BE454CE38}" dt="2026-08-26T06:32:33.314" v="7432" actId="478"/>
          <ac:graphicFrameMkLst>
            <pc:docMk/>
            <pc:sldMk cId="739552566" sldId="287"/>
            <ac:graphicFrameMk id="7" creationId="{932447E3-C2F9-305A-61C2-845B2C4DF866}"/>
          </ac:graphicFrameMkLst>
        </pc:graphicFrameChg>
        <pc:picChg chg="del">
          <ac:chgData name="연우 오" userId="c3558644dac54ca4" providerId="LiveId" clId="{9333FDCA-79D6-4088-A778-579BE454CE38}" dt="2026-08-26T06:32:28.624" v="7431" actId="478"/>
          <ac:picMkLst>
            <pc:docMk/>
            <pc:sldMk cId="739552566" sldId="287"/>
            <ac:picMk id="22" creationId="{50BCC76E-862C-74B6-CF1B-B863F87818E7}"/>
          </ac:picMkLst>
        </pc:picChg>
      </pc:sldChg>
      <pc:sldChg chg="addSp delSp add mod modTransition delAnim">
        <pc:chgData name="연우 오" userId="c3558644dac54ca4" providerId="LiveId" clId="{9333FDCA-79D6-4088-A778-579BE454CE38}" dt="2026-08-26T06:39:54.205" v="7551"/>
        <pc:sldMkLst>
          <pc:docMk/>
          <pc:sldMk cId="2510737494" sldId="287"/>
        </pc:sldMkLst>
        <pc:spChg chg="del">
          <ac:chgData name="연우 오" userId="c3558644dac54ca4" providerId="LiveId" clId="{9333FDCA-79D6-4088-A778-579BE454CE38}" dt="2026-08-26T06:39:01.837" v="7532" actId="478"/>
          <ac:spMkLst>
            <pc:docMk/>
            <pc:sldMk cId="2510737494" sldId="287"/>
            <ac:spMk id="21" creationId="{7BA5A21E-01DF-2885-873D-2DD968BEE276}"/>
          </ac:spMkLst>
        </pc:spChg>
        <pc:spChg chg="del">
          <ac:chgData name="연우 오" userId="c3558644dac54ca4" providerId="LiveId" clId="{9333FDCA-79D6-4088-A778-579BE454CE38}" dt="2026-08-26T06:39:08.074" v="7542" actId="478"/>
          <ac:spMkLst>
            <pc:docMk/>
            <pc:sldMk cId="2510737494" sldId="287"/>
            <ac:spMk id="23" creationId="{BB7BBCE8-C1B0-E81A-DEE0-9F2870DBE273}"/>
          </ac:spMkLst>
        </pc:spChg>
        <pc:spChg chg="del">
          <ac:chgData name="연우 오" userId="c3558644dac54ca4" providerId="LiveId" clId="{9333FDCA-79D6-4088-A778-579BE454CE38}" dt="2026-08-26T06:39:02.447" v="7533" actId="478"/>
          <ac:spMkLst>
            <pc:docMk/>
            <pc:sldMk cId="2510737494" sldId="287"/>
            <ac:spMk id="24" creationId="{CFE69644-BEBE-4C46-A6AE-8E44088DA41A}"/>
          </ac:spMkLst>
        </pc:spChg>
        <pc:spChg chg="del">
          <ac:chgData name="연우 오" userId="c3558644dac54ca4" providerId="LiveId" clId="{9333FDCA-79D6-4088-A778-579BE454CE38}" dt="2026-08-26T06:39:07.306" v="7541" actId="478"/>
          <ac:spMkLst>
            <pc:docMk/>
            <pc:sldMk cId="2510737494" sldId="287"/>
            <ac:spMk id="25" creationId="{EF235C5A-DC44-72AC-D32E-4FA57D3AE750}"/>
          </ac:spMkLst>
        </pc:spChg>
        <pc:spChg chg="del">
          <ac:chgData name="연우 오" userId="c3558644dac54ca4" providerId="LiveId" clId="{9333FDCA-79D6-4088-A778-579BE454CE38}" dt="2026-08-26T06:39:02.944" v="7534" actId="478"/>
          <ac:spMkLst>
            <pc:docMk/>
            <pc:sldMk cId="2510737494" sldId="287"/>
            <ac:spMk id="27" creationId="{0C9DD067-8173-E8C2-8F96-BE7E655FC62F}"/>
          </ac:spMkLst>
        </pc:spChg>
        <pc:spChg chg="del">
          <ac:chgData name="연우 오" userId="c3558644dac54ca4" providerId="LiveId" clId="{9333FDCA-79D6-4088-A778-579BE454CE38}" dt="2026-08-26T06:39:06.731" v="7540" actId="478"/>
          <ac:spMkLst>
            <pc:docMk/>
            <pc:sldMk cId="2510737494" sldId="287"/>
            <ac:spMk id="29" creationId="{EF7B391B-B435-A96F-BFEF-0B4BC0735536}"/>
          </ac:spMkLst>
        </pc:spChg>
        <pc:spChg chg="del">
          <ac:chgData name="연우 오" userId="c3558644dac54ca4" providerId="LiveId" clId="{9333FDCA-79D6-4088-A778-579BE454CE38}" dt="2026-08-26T06:39:03.576" v="7535" actId="478"/>
          <ac:spMkLst>
            <pc:docMk/>
            <pc:sldMk cId="2510737494" sldId="287"/>
            <ac:spMk id="48" creationId="{3E8E74ED-B511-70A2-FEBD-47A19B0BD095}"/>
          </ac:spMkLst>
        </pc:spChg>
        <pc:spChg chg="del">
          <ac:chgData name="연우 오" userId="c3558644dac54ca4" providerId="LiveId" clId="{9333FDCA-79D6-4088-A778-579BE454CE38}" dt="2026-08-26T06:39:05.934" v="7539" actId="478"/>
          <ac:spMkLst>
            <pc:docMk/>
            <pc:sldMk cId="2510737494" sldId="287"/>
            <ac:spMk id="49" creationId="{519A8903-AB53-7099-F005-B2FA2446C263}"/>
          </ac:spMkLst>
        </pc:spChg>
        <pc:spChg chg="del">
          <ac:chgData name="연우 오" userId="c3558644dac54ca4" providerId="LiveId" clId="{9333FDCA-79D6-4088-A778-579BE454CE38}" dt="2026-08-26T06:39:04.186" v="7536" actId="478"/>
          <ac:spMkLst>
            <pc:docMk/>
            <pc:sldMk cId="2510737494" sldId="287"/>
            <ac:spMk id="50" creationId="{5A23F0E4-A5D8-AB2D-8517-0C52719B4CA0}"/>
          </ac:spMkLst>
        </pc:spChg>
        <pc:spChg chg="del">
          <ac:chgData name="연우 오" userId="c3558644dac54ca4" providerId="LiveId" clId="{9333FDCA-79D6-4088-A778-579BE454CE38}" dt="2026-08-26T06:39:05.358" v="7538" actId="478"/>
          <ac:spMkLst>
            <pc:docMk/>
            <pc:sldMk cId="2510737494" sldId="287"/>
            <ac:spMk id="51" creationId="{8CAE0598-0DCF-5352-BE15-4C62ECC5985E}"/>
          </ac:spMkLst>
        </pc:spChg>
        <pc:spChg chg="del">
          <ac:chgData name="연우 오" userId="c3558644dac54ca4" providerId="LiveId" clId="{9333FDCA-79D6-4088-A778-579BE454CE38}" dt="2026-08-26T06:39:04.806" v="7537" actId="478"/>
          <ac:spMkLst>
            <pc:docMk/>
            <pc:sldMk cId="2510737494" sldId="287"/>
            <ac:spMk id="52" creationId="{92AFFD34-BDCB-FF6F-12A7-F11DFA977D03}"/>
          </ac:spMkLst>
        </pc:spChg>
        <pc:graphicFrameChg chg="del">
          <ac:chgData name="연우 오" userId="c3558644dac54ca4" providerId="LiveId" clId="{9333FDCA-79D6-4088-A778-579BE454CE38}" dt="2026-08-26T06:38:59.996" v="7531" actId="478"/>
          <ac:graphicFrameMkLst>
            <pc:docMk/>
            <pc:sldMk cId="2510737494" sldId="287"/>
            <ac:graphicFrameMk id="7" creationId="{7F0EB5BE-85E5-6B66-28C9-E83001BC8F6D}"/>
          </ac:graphicFrameMkLst>
        </pc:graphicFrameChg>
        <pc:picChg chg="add del">
          <ac:chgData name="연우 오" userId="c3558644dac54ca4" providerId="LiveId" clId="{9333FDCA-79D6-4088-A778-579BE454CE38}" dt="2026-08-26T06:39:33.538" v="7548" actId="478"/>
          <ac:picMkLst>
            <pc:docMk/>
            <pc:sldMk cId="2510737494" sldId="287"/>
            <ac:picMk id="22" creationId="{A38393E0-9326-36DD-C1A7-FE14B38AA0B3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6:53:41.424" v="7856" actId="20577"/>
        <pc:sldMkLst>
          <pc:docMk/>
          <pc:sldMk cId="1775637395" sldId="288"/>
        </pc:sldMkLst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7" creationId="{A6635097-FECA-2FF9-0B98-B42D1F6AAC2A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8" creationId="{D755A7A1-F644-793B-7F11-BFE1AB6EE7C2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0" creationId="{4B2695E9-0B99-0064-8827-838298421EF5}"/>
          </ac:spMkLst>
        </pc:spChg>
        <pc:spChg chg="add mod or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1" creationId="{DB42A53D-9B10-37D7-5D46-A531DE303374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2" creationId="{E12A6DC1-BFDB-F0A8-29A1-9A13CBB87C68}"/>
          </ac:spMkLst>
        </pc:spChg>
        <pc:spChg chg="del mod">
          <ac:chgData name="연우 오" userId="c3558644dac54ca4" providerId="LiveId" clId="{9333FDCA-79D6-4088-A778-579BE454CE38}" dt="2026-08-26T06:52:21.458" v="7845" actId="478"/>
          <ac:spMkLst>
            <pc:docMk/>
            <pc:sldMk cId="1775637395" sldId="288"/>
            <ac:spMk id="13" creationId="{908B6F8F-EEF2-385A-EBD9-6AF7F2371160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4" creationId="{BE65FC76-A2CE-5C82-3E39-FAF870DE5801}"/>
          </ac:spMkLst>
        </pc:spChg>
        <pc:spChg chg="del mod">
          <ac:chgData name="연우 오" userId="c3558644dac54ca4" providerId="LiveId" clId="{9333FDCA-79D6-4088-A778-579BE454CE38}" dt="2026-08-26T06:51:40.860" v="7822" actId="478"/>
          <ac:spMkLst>
            <pc:docMk/>
            <pc:sldMk cId="1775637395" sldId="288"/>
            <ac:spMk id="15" creationId="{F79BFEC5-EB8E-3D3A-75D6-985CDB635AB4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6" creationId="{AC877625-3208-90F2-C64F-5E228B00CF8A}"/>
          </ac:spMkLst>
        </pc:spChg>
        <pc:spChg chg="mod">
          <ac:chgData name="연우 오" userId="c3558644dac54ca4" providerId="LiveId" clId="{9333FDCA-79D6-4088-A778-579BE454CE38}" dt="2026-08-26T06:49:41.721" v="7783" actId="1076"/>
          <ac:spMkLst>
            <pc:docMk/>
            <pc:sldMk cId="1775637395" sldId="288"/>
            <ac:spMk id="17" creationId="{2F432E39-22A9-E026-A7AB-09A5CBF740EB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23" creationId="{07B76F96-6948-DCBC-D5AF-622D5D850011}"/>
          </ac:spMkLst>
        </pc:spChg>
        <pc:spChg chg="mod">
          <ac:chgData name="연우 오" userId="c3558644dac54ca4" providerId="LiveId" clId="{9333FDCA-79D6-4088-A778-579BE454CE38}" dt="2026-08-26T06:53:41.424" v="7856" actId="20577"/>
          <ac:spMkLst>
            <pc:docMk/>
            <pc:sldMk cId="1775637395" sldId="288"/>
            <ac:spMk id="24" creationId="{9D0AC1E3-8D78-2198-269F-58D8577DE17D}"/>
          </ac:spMkLst>
        </pc:spChg>
        <pc:grpChg chg="add mod">
          <ac:chgData name="연우 오" userId="c3558644dac54ca4" providerId="LiveId" clId="{9333FDCA-79D6-4088-A778-579BE454CE38}" dt="2026-08-26T06:47:53.998" v="7761" actId="164"/>
          <ac:grpSpMkLst>
            <pc:docMk/>
            <pc:sldMk cId="1775637395" sldId="288"/>
            <ac:grpSpMk id="2" creationId="{8BAE2D20-5A94-4A44-C7C8-2137168955D9}"/>
          </ac:grpSpMkLst>
        </pc:grpChg>
        <pc:grpChg chg="add mod">
          <ac:chgData name="연우 오" userId="c3558644dac54ca4" providerId="LiveId" clId="{9333FDCA-79D6-4088-A778-579BE454CE38}" dt="2026-08-26T06:53:24.908" v="7855" actId="1076"/>
          <ac:grpSpMkLst>
            <pc:docMk/>
            <pc:sldMk cId="1775637395" sldId="288"/>
            <ac:grpSpMk id="5" creationId="{0938DD6B-CB09-B8E5-9BED-3F1CA4538B40}"/>
          </ac:grpSpMkLst>
        </pc:grpChg>
        <pc:grpChg chg="add mod">
          <ac:chgData name="연우 오" userId="c3558644dac54ca4" providerId="LiveId" clId="{9333FDCA-79D6-4088-A778-579BE454CE38}" dt="2026-08-26T06:53:00.457" v="7853" actId="164"/>
          <ac:grpSpMkLst>
            <pc:docMk/>
            <pc:sldMk cId="1775637395" sldId="288"/>
            <ac:grpSpMk id="18" creationId="{F0942931-24C7-8BE9-09A1-1F67B58DFF0D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A1A748-A28B-4E9A-8F1A-A6552D6792A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82AAB-57C6-40A4-96F9-59724BFB56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778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F82AAB-57C6-40A4-96F9-59724BFB56C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225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5.sv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4.jp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1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A94A8-8093-B7EC-EABA-39D8EF3BD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6D31717-00BF-C42E-433E-32349A8DA075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BB98DD-74D4-BC10-4328-ED6F496CB0CD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A9DAED-3EED-E287-0284-3214C2EDAEE9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42FBB4F-9D6E-DB95-BE6A-362E139F30F0}"/>
              </a:ext>
            </a:extLst>
          </p:cNvPr>
          <p:cNvSpPr/>
          <p:nvPr/>
        </p:nvSpPr>
        <p:spPr>
          <a:xfrm>
            <a:off x="743858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B51F6B-7CCD-DC4A-B5A7-C2C866F2FF54}"/>
              </a:ext>
            </a:extLst>
          </p:cNvPr>
          <p:cNvSpPr/>
          <p:nvPr/>
        </p:nvSpPr>
        <p:spPr>
          <a:xfrm>
            <a:off x="777240" y="1737360"/>
            <a:ext cx="69710" cy="481135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2ECAA6-2184-F677-6B89-FB3CA3972837}"/>
              </a:ext>
            </a:extLst>
          </p:cNvPr>
          <p:cNvSpPr txBox="1"/>
          <p:nvPr/>
        </p:nvSpPr>
        <p:spPr>
          <a:xfrm>
            <a:off x="973295" y="1752192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29A264-EB51-2EE6-A9AC-EE98856ADB7F}"/>
              </a:ext>
            </a:extLst>
          </p:cNvPr>
          <p:cNvSpPr txBox="1"/>
          <p:nvPr/>
        </p:nvSpPr>
        <p:spPr>
          <a:xfrm>
            <a:off x="973295" y="2240506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전하의</a:t>
            </a:r>
            <a:r>
              <a:rPr dirty="0"/>
              <a:t> </a:t>
            </a:r>
            <a:r>
              <a:rPr dirty="0" err="1"/>
              <a:t>위치와</a:t>
            </a:r>
            <a:r>
              <a:rPr dirty="0"/>
              <a:t> </a:t>
            </a:r>
            <a:r>
              <a:rPr dirty="0" err="1"/>
              <a:t>크기를</a:t>
            </a:r>
            <a:r>
              <a:rPr dirty="0"/>
              <a:t> </a:t>
            </a:r>
            <a:r>
              <a:rPr dirty="0" err="1"/>
              <a:t>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퍼텐셜</a:t>
            </a:r>
            <a:r>
              <a:rPr dirty="0"/>
              <a:t> </a:t>
            </a:r>
            <a:r>
              <a:rPr dirty="0" err="1"/>
              <a:t>V를</a:t>
            </a:r>
            <a:r>
              <a:rPr dirty="0"/>
              <a:t> </a:t>
            </a:r>
            <a:r>
              <a:rPr dirty="0" err="1"/>
              <a:t>계산한다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물리량을</a:t>
            </a:r>
            <a:r>
              <a:rPr dirty="0"/>
              <a:t> </a:t>
            </a:r>
            <a:r>
              <a:rPr dirty="0" err="1"/>
              <a:t>얻는다</a:t>
            </a:r>
            <a:r>
              <a:rPr dirty="0"/>
              <a:t>.</a:t>
            </a:r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1821C43-791A-6685-A3EE-AB3420C7C86C}"/>
              </a:ext>
            </a:extLst>
          </p:cNvPr>
          <p:cNvSpPr/>
          <p:nvPr/>
        </p:nvSpPr>
        <p:spPr>
          <a:xfrm>
            <a:off x="438912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FBB99C-A088-0513-5A6F-40BA4C7A95F8}"/>
              </a:ext>
            </a:extLst>
          </p:cNvPr>
          <p:cNvSpPr/>
          <p:nvPr/>
        </p:nvSpPr>
        <p:spPr>
          <a:xfrm>
            <a:off x="4389120" y="1737360"/>
            <a:ext cx="69710" cy="4811358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5FB16D-C766-F391-700A-AD979F4BBEAB}"/>
              </a:ext>
            </a:extLst>
          </p:cNvPr>
          <p:cNvSpPr txBox="1"/>
          <p:nvPr/>
        </p:nvSpPr>
        <p:spPr>
          <a:xfrm>
            <a:off x="4658240" y="1732675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역문제</a:t>
            </a:r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4AC0D8-868E-F7F7-48E9-03D0BDAC880A}"/>
              </a:ext>
            </a:extLst>
          </p:cNvPr>
          <p:cNvSpPr txBox="1"/>
          <p:nvPr/>
        </p:nvSpPr>
        <p:spPr>
          <a:xfrm>
            <a:off x="4585177" y="2240506"/>
            <a:ext cx="2875519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결과만</a:t>
            </a:r>
            <a:r>
              <a:rPr dirty="0"/>
              <a:t> </a:t>
            </a:r>
            <a:r>
              <a:rPr dirty="0" err="1"/>
              <a:t>주어진다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전하가</a:t>
            </a:r>
            <a:r>
              <a:rPr dirty="0"/>
              <a:t> </a:t>
            </a:r>
            <a:r>
              <a:rPr dirty="0" err="1"/>
              <a:t>만들었는지</a:t>
            </a:r>
            <a:r>
              <a:rPr dirty="0"/>
              <a:t> </a:t>
            </a:r>
            <a:r>
              <a:rPr dirty="0" err="1"/>
              <a:t>추정</a:t>
            </a:r>
            <a:r>
              <a:rPr lang="ko-KR" altLang="en-US" dirty="0"/>
              <a:t>할 수 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해가</a:t>
            </a:r>
            <a:r>
              <a:rPr dirty="0"/>
              <a:t> </a:t>
            </a:r>
            <a:r>
              <a:rPr dirty="0" err="1"/>
              <a:t>가능할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108800F-5606-3EBE-2609-27B8C83A6B5E}"/>
              </a:ext>
            </a:extLst>
          </p:cNvPr>
          <p:cNvSpPr/>
          <p:nvPr/>
        </p:nvSpPr>
        <p:spPr>
          <a:xfrm>
            <a:off x="800100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9059B2E-43A7-D571-48E3-5EFA79EAD58C}"/>
              </a:ext>
            </a:extLst>
          </p:cNvPr>
          <p:cNvSpPr/>
          <p:nvPr/>
        </p:nvSpPr>
        <p:spPr>
          <a:xfrm>
            <a:off x="8001000" y="1737360"/>
            <a:ext cx="69710" cy="4811358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EF6721-E95C-CAFF-1324-D26929F5A809}"/>
              </a:ext>
            </a:extLst>
          </p:cNvPr>
          <p:cNvSpPr txBox="1"/>
          <p:nvPr/>
        </p:nvSpPr>
        <p:spPr>
          <a:xfrm>
            <a:off x="8197057" y="1752192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탐구의</a:t>
            </a:r>
            <a:r>
              <a:rPr dirty="0"/>
              <a:t> </a:t>
            </a:r>
            <a:r>
              <a:rPr dirty="0" err="1"/>
              <a:t>출발점</a:t>
            </a:r>
            <a:endParaRPr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840A38-B8B3-03A1-E12A-5C87C801BA15}"/>
              </a:ext>
            </a:extLst>
          </p:cNvPr>
          <p:cNvSpPr txBox="1"/>
          <p:nvPr/>
        </p:nvSpPr>
        <p:spPr>
          <a:xfrm>
            <a:off x="8197056" y="2240506"/>
            <a:ext cx="2875519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과정에서</a:t>
            </a:r>
            <a:r>
              <a:rPr dirty="0"/>
              <a:t> </a:t>
            </a:r>
            <a:r>
              <a:rPr dirty="0" err="1"/>
              <a:t>정보가</a:t>
            </a:r>
            <a:r>
              <a:rPr dirty="0"/>
              <a:t> </a:t>
            </a:r>
            <a:r>
              <a:rPr dirty="0" err="1"/>
              <a:t>일부</a:t>
            </a:r>
            <a:r>
              <a:rPr dirty="0"/>
              <a:t> </a:t>
            </a:r>
            <a:r>
              <a:rPr dirty="0" err="1"/>
              <a:t>소실된다</a:t>
            </a:r>
            <a:endParaRPr lang="en-US" alt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→</a:t>
            </a:r>
            <a:r>
              <a:rPr lang="en-US" altLang="ko-KR" dirty="0"/>
              <a:t>AI</a:t>
            </a:r>
            <a:r>
              <a:rPr lang="ko-KR" altLang="en-US" dirty="0"/>
              <a:t>라면 고전적 역산보다 해를 도출하는 데 유리하지 않을까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D3BF2B-BEDB-7F7F-0929-E26D57932E2F}"/>
              </a:ext>
            </a:extLst>
          </p:cNvPr>
          <p:cNvSpPr txBox="1"/>
          <p:nvPr/>
        </p:nvSpPr>
        <p:spPr>
          <a:xfrm>
            <a:off x="973295" y="4143039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★☆☆☆☆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고등학교 물리학 </a:t>
            </a:r>
            <a:r>
              <a:rPr lang="en-US" altLang="ko-KR" dirty="0"/>
              <a:t>1 </a:t>
            </a:r>
            <a:r>
              <a:rPr lang="ko-KR" altLang="en-US" dirty="0"/>
              <a:t>과정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탐구의 시작점</a:t>
            </a:r>
            <a:endParaRPr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EAABBC-A23F-DCD6-9B51-CE5217B64F96}"/>
              </a:ext>
            </a:extLst>
          </p:cNvPr>
          <p:cNvSpPr txBox="1"/>
          <p:nvPr/>
        </p:nvSpPr>
        <p:spPr>
          <a:xfrm>
            <a:off x="4585177" y="4143039"/>
            <a:ext cx="2875519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★★★☆☆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altLang="ko-KR" dirty="0"/>
              <a:t>-</a:t>
            </a:r>
            <a:r>
              <a:rPr lang="ko-KR" altLang="en-US" dirty="0"/>
              <a:t>단순 고전적 계산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-AI</a:t>
            </a:r>
            <a:r>
              <a:rPr lang="ko-KR" altLang="en-US" dirty="0"/>
              <a:t>의 도입이 불필요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CE1D37-1AF6-53CB-5BD8-DF4051ED5BB2}"/>
              </a:ext>
            </a:extLst>
          </p:cNvPr>
          <p:cNvSpPr txBox="1"/>
          <p:nvPr/>
        </p:nvSpPr>
        <p:spPr>
          <a:xfrm>
            <a:off x="8231913" y="4143039"/>
            <a:ext cx="2875519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난이도 ★★★★★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자체 생산 데이터 사용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데이터로 통계적 추정</a:t>
            </a:r>
            <a:endParaRPr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B22006DD-02B5-4310-0BFB-16AA6EC862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625" t="25333" r="7642" b="4359"/>
          <a:stretch>
            <a:fillRect/>
          </a:stretch>
        </p:blipFill>
        <p:spPr>
          <a:xfrm>
            <a:off x="8001000" y="1737362"/>
            <a:ext cx="3259322" cy="4821691"/>
          </a:xfrm>
          <a:custGeom>
            <a:avLst/>
            <a:gdLst>
              <a:gd name="csX0" fmla="*/ 0 w 3259322"/>
              <a:gd name="csY0" fmla="*/ 0 h 4821691"/>
              <a:gd name="csX1" fmla="*/ 3259322 w 3259322"/>
              <a:gd name="csY1" fmla="*/ 0 h 4821691"/>
              <a:gd name="csX2" fmla="*/ 3259322 w 3259322"/>
              <a:gd name="csY2" fmla="*/ 4821691 h 4821691"/>
              <a:gd name="csX3" fmla="*/ 0 w 3259322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259322" h="4821691">
                <a:moveTo>
                  <a:pt x="0" y="0"/>
                </a:moveTo>
                <a:lnTo>
                  <a:pt x="3259322" y="0"/>
                </a:lnTo>
                <a:lnTo>
                  <a:pt x="3259322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033718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84F6-5742-5792-DC34-A2919F08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78F7C8-B08E-BC56-7800-34711E415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406849-1407-19D2-8AD8-5E37AB79A4A1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7AC7A4-0456-10D0-4E2B-77714D89D768}"/>
              </a:ext>
            </a:extLst>
          </p:cNvPr>
          <p:cNvSpPr/>
          <p:nvPr/>
        </p:nvSpPr>
        <p:spPr>
          <a:xfrm>
            <a:off x="4478906" y="32766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45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BC14763-48D4-D601-7D32-42FF5D51D465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49383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   =</m:t>
                      </m:r>
                      <m:f>
                        <m:fPr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lang="ar-AE" altLang="ko-KR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58368" y="4028855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lang="en-US" altLang="ko-KR" sz="2000" dirty="0">
                <a:solidFill>
                  <a:srgbClr val="18233A"/>
                </a:solidFill>
                <a:latin typeface="Calibri"/>
              </a:rPr>
              <a:t>1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수직</a:t>
            </a:r>
            <a:r>
              <a:rPr lang="ko-KR" altLang="en-US" sz="2000" dirty="0">
                <a:solidFill>
                  <a:srgbClr val="18233A"/>
                </a:solidFill>
                <a:latin typeface="Calibri"/>
              </a:rPr>
              <a:t>선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에서의 전하만을 설명한다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34339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54801" y="3937643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7595" y="3304592"/>
            <a:ext cx="3496503" cy="355340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5F9F98-C5DA-F712-AA00-ECD121EC3ED4}"/>
              </a:ext>
            </a:extLst>
          </p:cNvPr>
          <p:cNvSpPr txBox="1"/>
          <p:nvPr/>
        </p:nvSpPr>
        <p:spPr>
          <a:xfrm>
            <a:off x="658368" y="4139622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y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2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4.81481E-6 L -0.00352 -0.72223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3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59583 " pathEditMode="relative" rAng="0" ptsTypes="AA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9792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3.7037E-6 L -0.00078 -0.58635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93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175 " pathEditMode="relative" rAng="0" ptsTypes="AA">
                                      <p:cBhvr>
                                        <p:cTn id="46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75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7037E-7 L -0.00052 -0.18333 " pathEditMode="relative" rAng="0" ptsTypes="AA">
                                      <p:cBhvr>
                                        <p:cTn id="4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9167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59259E-6 L 0.0013 -0.17616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819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2.59259E-6 L -0.00234 -0.175 " pathEditMode="relative" rAng="0" ptsTypes="AA">
                                      <p:cBhvr>
                                        <p:cTn id="52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  <p:bldP spid="7" grpId="0" animBg="1"/>
      <p:bldP spid="7" grpId="1" animBg="1"/>
      <p:bldP spid="16" grpId="0"/>
      <p:bldP spid="16" grpId="1"/>
      <p:bldP spid="16" grpId="2"/>
      <p:bldP spid="8" grpId="0"/>
      <p:bldP spid="8" grpId="1"/>
      <p:bldP spid="10" grpId="0" build="allAtOnce"/>
      <p:bldP spid="10" grpId="1" build="allAtOnce"/>
      <p:bldP spid="9" grpId="0"/>
      <p:bldP spid="9" grpId="1"/>
      <p:bldP spid="17" grpId="0"/>
      <p:bldP spid="1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2875-CA3A-5BE3-BE6F-FD9EC46E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F141B85D-17EA-D432-E6A9-4F1A30C74EFD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942859-D978-CD4F-DD26-2E3B5996D18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444EEE-8B56-4FBA-F6FE-E1F3C850E702}"/>
              </a:ext>
            </a:extLst>
          </p:cNvPr>
          <p:cNvSpPr txBox="1"/>
          <p:nvPr/>
        </p:nvSpPr>
        <p:spPr>
          <a:xfrm>
            <a:off x="658368" y="384048"/>
            <a:ext cx="34339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2564D-49D4-D4EC-AE18-1F3CE3B75D2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4E3266-7DC3-33FD-B018-723A94D28DF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BB12F64-12D9-DF0D-F200-05D9460D23E6}"/>
              </a:ext>
            </a:extLst>
          </p:cNvPr>
          <p:cNvSpPr/>
          <p:nvPr/>
        </p:nvSpPr>
        <p:spPr>
          <a:xfrm>
            <a:off x="1049383" y="1498848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/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𝟏</m:t>
                          </m:r>
                        </m:num>
                        <m:den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  <m:r>
                            <a:rPr kumimoji="0" lang="ko-KR" altLang="en-US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kumimoji="0" lang="en-US" altLang="ko-KR" sz="22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ABB6EDB-60E2-32F7-B321-7F9BD3D27664}"/>
              </a:ext>
            </a:extLst>
          </p:cNvPr>
          <p:cNvSpPr txBox="1"/>
          <p:nvPr/>
        </p:nvSpPr>
        <p:spPr>
          <a:xfrm>
            <a:off x="3754801" y="2714907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92398E-0F84-BBDB-2D03-BE2A1DE19492}"/>
              </a:ext>
            </a:extLst>
          </p:cNvPr>
          <p:cNvSpPr txBox="1"/>
          <p:nvPr/>
        </p:nvSpPr>
        <p:spPr>
          <a:xfrm>
            <a:off x="658368" y="2916886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z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3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67BCAA6-D0E9-6960-67CA-D0491AF61F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419" y="3429000"/>
            <a:ext cx="6176639" cy="336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EA4C-01A4-B12C-B0C7-68BB177E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2167DE26-C953-A2CD-4466-D8D49DF92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5081" y="0"/>
            <a:ext cx="12192000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60CB4A5-BBD7-B12D-4C75-809179E31229}"/>
              </a:ext>
            </a:extLst>
          </p:cNvPr>
          <p:cNvSpPr txBox="1"/>
          <p:nvPr/>
        </p:nvSpPr>
        <p:spPr>
          <a:xfrm>
            <a:off x="881470" y="2459504"/>
            <a:ext cx="10398898" cy="193899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altLang="ko-KR" sz="6000" b="1" dirty="0"/>
              <a:t>Q. </a:t>
            </a:r>
            <a:r>
              <a:rPr lang="ko-KR" altLang="en-US" sz="6000" b="1" dirty="0">
                <a:solidFill>
                  <a:srgbClr val="0070C0"/>
                </a:solidFill>
              </a:rPr>
              <a:t>전위</a:t>
            </a:r>
            <a:r>
              <a:rPr lang="ko-KR" altLang="en-US" sz="6000" b="1" dirty="0"/>
              <a:t>를 바탕으로 </a:t>
            </a:r>
            <a:endParaRPr lang="en-US" altLang="ko-KR" sz="6000" b="1" dirty="0"/>
          </a:p>
          <a:p>
            <a:r>
              <a:rPr lang="ko-KR" altLang="en-US" sz="6000" b="1" dirty="0">
                <a:solidFill>
                  <a:srgbClr val="0070C0"/>
                </a:solidFill>
              </a:rPr>
              <a:t>전하의 분포</a:t>
            </a:r>
            <a:r>
              <a:rPr lang="ko-KR" altLang="en-US" sz="6000" b="1" dirty="0"/>
              <a:t>를 구할 수 있을까</a:t>
            </a:r>
            <a:r>
              <a:rPr lang="en-US" altLang="ko-KR" sz="6000" b="1" dirty="0"/>
              <a:t>?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729818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9F7F-A386-EFE0-833D-B163B638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B107074-574A-DC3D-16D3-B7A1327024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6042A8-65D1-2BB1-25B0-50ED5C3EC9FA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E055B74-6D07-8027-C2E0-43F217250C44}"/>
              </a:ext>
            </a:extLst>
          </p:cNvPr>
          <p:cNvSpPr/>
          <p:nvPr/>
        </p:nvSpPr>
        <p:spPr>
          <a:xfrm>
            <a:off x="4305299" y="3386138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465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6CFD-C11E-EAF4-9ACD-9F472CE2B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5BE667EB-0BF8-7892-23A8-7F4B9853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695575" y="1737361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C44D21-9DDD-3762-5D65-AACBC31F2800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80391-6E47-E5D2-7CDF-2A2AB7687057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AE517-3472-23AC-2292-DF8FA57261AD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88CC23-7329-EF10-382C-F097D130B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5959115" y="-725943"/>
            <a:ext cx="273770" cy="395103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93217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FA16B5-439E-338D-1F2E-2F5AD21B40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2798C73-2C09-0228-B26D-AEB5F7D21A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E23E5A-DE1E-3A9B-6078-49F0E7AF3D81}"/>
              </a:ext>
            </a:extLst>
          </p:cNvPr>
          <p:cNvSpPr/>
          <p:nvPr/>
        </p:nvSpPr>
        <p:spPr>
          <a:xfrm>
            <a:off x="4305036" y="3429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BD44B7B-EEAB-1931-A1FD-882A9B40D634}"/>
              </a:ext>
            </a:extLst>
          </p:cNvPr>
          <p:cNvSpPr/>
          <p:nvPr/>
        </p:nvSpPr>
        <p:spPr>
          <a:xfrm>
            <a:off x="4419600" y="1524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9607578-A191-5B26-370C-FE64CA517EAA}"/>
              </a:ext>
            </a:extLst>
          </p:cNvPr>
          <p:cNvSpPr/>
          <p:nvPr/>
        </p:nvSpPr>
        <p:spPr>
          <a:xfrm>
            <a:off x="4258317" y="2290762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8423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1AA6-7006-4ED3-1FCD-308382BF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52D9DB-6FFD-3C52-F274-0C59790CF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4CB5EE-1F9F-78B1-9DBF-6BD0567693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4389222" y="1730104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D598E6D-36AC-A64D-433B-C549BC9488B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5881603" y="-924573"/>
            <a:ext cx="428266" cy="618071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3F91DC-E3C9-5240-310B-DEDC506789CE}"/>
              </a:ext>
            </a:extLst>
          </p:cNvPr>
          <p:cNvSpPr/>
          <p:nvPr/>
        </p:nvSpPr>
        <p:spPr>
          <a:xfrm>
            <a:off x="4571807" y="4191000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EF02D0-06D3-894B-A201-F8EA901ECF77}"/>
              </a:ext>
            </a:extLst>
          </p:cNvPr>
          <p:cNvSpPr/>
          <p:nvPr/>
        </p:nvSpPr>
        <p:spPr>
          <a:xfrm>
            <a:off x="4571807" y="4586288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891D03D-FDF9-D6C1-3814-18D536568054}"/>
              </a:ext>
            </a:extLst>
          </p:cNvPr>
          <p:cNvSpPr/>
          <p:nvPr/>
        </p:nvSpPr>
        <p:spPr>
          <a:xfrm>
            <a:off x="4571807" y="4926103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252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F5D7D9-B28D-316A-E24A-935AAD2D1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6E1CC64-F6AE-6739-C47D-C8BD5DC146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41572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7C59-68F5-2495-478B-B25615D0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0C40F5-940E-4268-7F32-BC3C5A3AC66A}"/>
              </a:ext>
            </a:extLst>
          </p:cNvPr>
          <p:cNvSpPr/>
          <p:nvPr/>
        </p:nvSpPr>
        <p:spPr>
          <a:xfrm>
            <a:off x="0" y="441434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ED7F4D3-B606-4D0C-C294-E85A2009D05C}"/>
              </a:ext>
            </a:extLst>
          </p:cNvPr>
          <p:cNvSpPr/>
          <p:nvPr/>
        </p:nvSpPr>
        <p:spPr>
          <a:xfrm>
            <a:off x="1097280" y="280901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71654-B606-190F-ACE3-50704E39A432}"/>
              </a:ext>
            </a:extLst>
          </p:cNvPr>
          <p:cNvSpPr txBox="1"/>
          <p:nvPr/>
        </p:nvSpPr>
        <p:spPr>
          <a:xfrm>
            <a:off x="1624110" y="2866552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C18AA-7C39-0EAB-76DD-2FB668EC534A}"/>
              </a:ext>
            </a:extLst>
          </p:cNvPr>
          <p:cNvSpPr txBox="1"/>
          <p:nvPr/>
        </p:nvSpPr>
        <p:spPr>
          <a:xfrm>
            <a:off x="658368" y="384048"/>
            <a:ext cx="53110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정보를 부분적으로 제공한다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A400C2-E5DF-CC45-AD00-D58103303FE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EA0AE6-AD4D-EE8D-97EC-929CCB17ABAD}"/>
              </a:ext>
            </a:extLst>
          </p:cNvPr>
          <p:cNvSpPr txBox="1"/>
          <p:nvPr/>
        </p:nvSpPr>
        <p:spPr>
          <a:xfrm>
            <a:off x="3821167" y="3677696"/>
            <a:ext cx="45191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2000" dirty="0">
                <a:solidFill>
                  <a:srgbClr val="5C6574"/>
                </a:solidFill>
                <a:latin typeface="Calibri"/>
              </a:rPr>
              <a:t>전위의 크기로 인한 패턴을 학습시킨다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/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4000" b="0" i="1" smtClean="0">
                        <a:solidFill>
                          <a:srgbClr val="1F8987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altLang="ko-KR" sz="4000" dirty="0">
                    <a:solidFill>
                      <a:srgbClr val="1F898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V|</a:t>
                </a:r>
                <a:endParaRPr lang="ko-KR" altLang="en-US" sz="4000" dirty="0">
                  <a:solidFill>
                    <a:srgbClr val="1F898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blipFill>
                <a:blip r:embed="rId2"/>
                <a:stretch>
                  <a:fillRect l="-23077" t="-25743" r="-47115" b="-48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순서도: 준비 29">
            <a:extLst>
              <a:ext uri="{FF2B5EF4-FFF2-40B4-BE49-F238E27FC236}">
                <a16:creationId xmlns:a16="http://schemas.microsoft.com/office/drawing/2014/main" id="{73799D60-B805-1887-68DD-36F59546F332}"/>
              </a:ext>
            </a:extLst>
          </p:cNvPr>
          <p:cNvSpPr/>
          <p:nvPr/>
        </p:nvSpPr>
        <p:spPr>
          <a:xfrm>
            <a:off x="494948" y="2941003"/>
            <a:ext cx="11217343" cy="1000010"/>
          </a:xfrm>
          <a:prstGeom prst="flowChartPreparation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2197E5-A456-0C24-8CCA-6BAC4E90CC95}"/>
              </a:ext>
            </a:extLst>
          </p:cNvPr>
          <p:cNvSpPr txBox="1"/>
          <p:nvPr/>
        </p:nvSpPr>
        <p:spPr>
          <a:xfrm>
            <a:off x="1719977" y="3087065"/>
            <a:ext cx="88476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solidFill>
                  <a:srgbClr val="FF0000"/>
                </a:solidFill>
                <a:latin typeface="+mn-ea"/>
              </a:rPr>
              <a:t>논리적으로 전하의 부호를 알 수 없다</a:t>
            </a:r>
            <a:r>
              <a:rPr lang="en-US" altLang="ko-KR" sz="4000" b="1" dirty="0">
                <a:solidFill>
                  <a:srgbClr val="FF0000"/>
                </a:solidFill>
                <a:latin typeface="+mn-ea"/>
              </a:rPr>
              <a:t>.</a:t>
            </a:r>
            <a:endParaRPr lang="ko-KR" altLang="en-US" sz="40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733EEE1D-4BE2-8206-13F4-20490ABA809B}"/>
              </a:ext>
            </a:extLst>
          </p:cNvPr>
          <p:cNvSpPr/>
          <p:nvPr/>
        </p:nvSpPr>
        <p:spPr>
          <a:xfrm>
            <a:off x="5969436" y="2434468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아래쪽 34">
            <a:extLst>
              <a:ext uri="{FF2B5EF4-FFF2-40B4-BE49-F238E27FC236}">
                <a16:creationId xmlns:a16="http://schemas.microsoft.com/office/drawing/2014/main" id="{A6141C10-2286-2155-97E1-4DF86E964FC1}"/>
              </a:ext>
            </a:extLst>
          </p:cNvPr>
          <p:cNvSpPr/>
          <p:nvPr/>
        </p:nvSpPr>
        <p:spPr>
          <a:xfrm>
            <a:off x="5967199" y="4045282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Rounded Rectangle 6">
            <a:extLst>
              <a:ext uri="{FF2B5EF4-FFF2-40B4-BE49-F238E27FC236}">
                <a16:creationId xmlns:a16="http://schemas.microsoft.com/office/drawing/2014/main" id="{5A2154DC-55A1-2B41-4206-DF9608585A95}"/>
              </a:ext>
            </a:extLst>
          </p:cNvPr>
          <p:cNvSpPr/>
          <p:nvPr/>
        </p:nvSpPr>
        <p:spPr>
          <a:xfrm>
            <a:off x="1097280" y="4595405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7099D8-71F9-C93D-A057-F0B4067DD10E}"/>
              </a:ext>
            </a:extLst>
          </p:cNvPr>
          <p:cNvSpPr txBox="1"/>
          <p:nvPr/>
        </p:nvSpPr>
        <p:spPr>
          <a:xfrm>
            <a:off x="2174082" y="4652942"/>
            <a:ext cx="78133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V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일부 제공해 부호를 추정한다</a:t>
            </a:r>
            <a:r>
              <a:rPr lang="en-US" altLang="ko-KR" sz="4000" b="1" dirty="0">
                <a:solidFill>
                  <a:srgbClr val="1F8987"/>
                </a:solidFill>
                <a:latin typeface="Cambria Math"/>
              </a:rPr>
              <a:t>?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741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-0.32083 0.00092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042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"/>
                            </p:stCondLst>
                            <p:childTnLst>
                              <p:par>
                                <p:cTn id="34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44444E-6 L 0.0013 -0.18472 " pathEditMode="relative" rAng="0" ptsTypes="AA">
                                      <p:cBhvr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9236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4.07407E-6 L 0 -0.18056 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7" grpId="0"/>
      <p:bldP spid="17" grpId="1"/>
      <p:bldP spid="9" grpId="0"/>
      <p:bldP spid="9" grpId="1"/>
      <p:bldP spid="18" grpId="0"/>
      <p:bldP spid="18" grpId="1"/>
      <p:bldP spid="18" grpId="2"/>
      <p:bldP spid="30" grpId="0" animBg="1"/>
      <p:bldP spid="31" grpId="0"/>
      <p:bldP spid="34" grpId="0" animBg="1"/>
      <p:bldP spid="35" grpId="0" animBg="1"/>
      <p:bldP spid="36" grpId="0" animBg="1"/>
      <p:bldP spid="4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5F3F8-E48C-53B9-B86B-4B9927BE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9A5E9731-4A82-3444-B26C-B3BEF85F13C3}"/>
              </a:ext>
            </a:extLst>
          </p:cNvPr>
          <p:cNvSpPr txBox="1"/>
          <p:nvPr/>
        </p:nvSpPr>
        <p:spPr>
          <a:xfrm>
            <a:off x="2026515" y="5501116"/>
            <a:ext cx="839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>
                <a:solidFill>
                  <a:srgbClr val="F8F9FC"/>
                </a:solidFill>
              </a:rPr>
              <a:t>로런츠</a:t>
            </a:r>
            <a:r>
              <a:rPr lang="ko-KR" altLang="en-US" dirty="0">
                <a:solidFill>
                  <a:srgbClr val="F8F9FC"/>
                </a:solidFill>
              </a:rPr>
              <a:t>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r>
              <a:rPr lang="en-US" altLang="ko-KR" dirty="0">
                <a:solidFill>
                  <a:srgbClr val="F8F9FC"/>
                </a:solidFill>
              </a:rPr>
              <a:t>: </a:t>
            </a:r>
            <a:r>
              <a:rPr lang="ko-KR" altLang="en-US" dirty="0">
                <a:solidFill>
                  <a:srgbClr val="F8F9FC"/>
                </a:solidFill>
              </a:rPr>
              <a:t>시간 방향 하나가 공간 방향들과 다른 부호를 가지는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endParaRPr lang="ko-KR" altLang="en-US" dirty="0">
              <a:solidFill>
                <a:srgbClr val="F8F9FC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CB08E-8CB8-E2E4-424A-9DEF6569BB18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2EA9DE-D405-12B4-70FF-DCE880A9B084}"/>
              </a:ext>
            </a:extLst>
          </p:cNvPr>
          <p:cNvSpPr txBox="1"/>
          <p:nvPr/>
        </p:nvSpPr>
        <p:spPr>
          <a:xfrm>
            <a:off x="676656" y="987552"/>
            <a:ext cx="118333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55A3DA-2F07-2FB4-A41D-D391CC451F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0CA7B5-9EA5-3666-30A6-B6BBDDFC6064}"/>
              </a:ext>
            </a:extLst>
          </p:cNvPr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2030E6F3-1205-D133-7B4D-554FC86901A2}"/>
              </a:ext>
            </a:extLst>
          </p:cNvPr>
          <p:cNvSpPr/>
          <p:nvPr/>
        </p:nvSpPr>
        <p:spPr>
          <a:xfrm>
            <a:off x="3879613" y="181143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98750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r="-200629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r="-99375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b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298750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100000" r="-200629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100000" r="-99375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100000" b="-1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01258" r="-298750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01258" r="-200629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01258" r="-99375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01258" b="-1006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99375" r="-29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99375" r="-2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99375" r="-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F69B093C-689F-C25E-F47F-25EBDF298092}"/>
              </a:ext>
            </a:extLst>
          </p:cNvPr>
          <p:cNvSpPr/>
          <p:nvPr/>
        </p:nvSpPr>
        <p:spPr>
          <a:xfrm rot="10800000">
            <a:off x="8035304" y="181971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504CC22-89C5-1293-158B-1F6FF92F1153}"/>
              </a:ext>
            </a:extLst>
          </p:cNvPr>
          <p:cNvSpPr/>
          <p:nvPr/>
        </p:nvSpPr>
        <p:spPr>
          <a:xfrm>
            <a:off x="42629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69337D7-9A27-E3F1-F31D-67D8334787A8}"/>
              </a:ext>
            </a:extLst>
          </p:cNvPr>
          <p:cNvSpPr/>
          <p:nvPr/>
        </p:nvSpPr>
        <p:spPr>
          <a:xfrm>
            <a:off x="51971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9ABEEC4-6C5A-A74D-1B48-AFCA6C76B1A9}"/>
              </a:ext>
            </a:extLst>
          </p:cNvPr>
          <p:cNvSpPr/>
          <p:nvPr/>
        </p:nvSpPr>
        <p:spPr>
          <a:xfrm>
            <a:off x="62233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B789D8B-79AC-2093-574B-F4C3E67DC186}"/>
              </a:ext>
            </a:extLst>
          </p:cNvPr>
          <p:cNvSpPr/>
          <p:nvPr/>
        </p:nvSpPr>
        <p:spPr>
          <a:xfrm>
            <a:off x="71575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2A0420-8D11-D2D7-62D8-860C676C8A09}"/>
              </a:ext>
            </a:extLst>
          </p:cNvPr>
          <p:cNvSpPr/>
          <p:nvPr/>
        </p:nvSpPr>
        <p:spPr>
          <a:xfrm>
            <a:off x="71575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9879D28-82AF-1213-137D-5B9BF1F9C5E0}"/>
              </a:ext>
            </a:extLst>
          </p:cNvPr>
          <p:cNvSpPr/>
          <p:nvPr/>
        </p:nvSpPr>
        <p:spPr>
          <a:xfrm>
            <a:off x="62233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7AAD94B-1DF9-327E-9D62-76303A48B722}"/>
              </a:ext>
            </a:extLst>
          </p:cNvPr>
          <p:cNvSpPr/>
          <p:nvPr/>
        </p:nvSpPr>
        <p:spPr>
          <a:xfrm>
            <a:off x="5208919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FBBED1D-7EB7-F66A-9286-DF2961F20B0D}"/>
              </a:ext>
            </a:extLst>
          </p:cNvPr>
          <p:cNvSpPr/>
          <p:nvPr/>
        </p:nvSpPr>
        <p:spPr>
          <a:xfrm>
            <a:off x="4246341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AFF51EC-2337-2D4E-3A1F-74C3701CCB97}"/>
              </a:ext>
            </a:extLst>
          </p:cNvPr>
          <p:cNvSpPr/>
          <p:nvPr/>
        </p:nvSpPr>
        <p:spPr>
          <a:xfrm>
            <a:off x="4246341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F9E2CCC-2BFB-EA94-3FA6-9027C42112BB}"/>
              </a:ext>
            </a:extLst>
          </p:cNvPr>
          <p:cNvSpPr/>
          <p:nvPr/>
        </p:nvSpPr>
        <p:spPr>
          <a:xfrm>
            <a:off x="52724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9DBB61-CAFA-8C63-DD4E-B2C46E893EC8}"/>
              </a:ext>
            </a:extLst>
          </p:cNvPr>
          <p:cNvSpPr/>
          <p:nvPr/>
        </p:nvSpPr>
        <p:spPr>
          <a:xfrm>
            <a:off x="62066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E648C17-107B-16B8-95E4-5AC5EB9B4F75}"/>
              </a:ext>
            </a:extLst>
          </p:cNvPr>
          <p:cNvSpPr/>
          <p:nvPr/>
        </p:nvSpPr>
        <p:spPr>
          <a:xfrm>
            <a:off x="71371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F4C7FB6-FB47-7E14-1AC6-4EC4C4A8E0AE}"/>
              </a:ext>
            </a:extLst>
          </p:cNvPr>
          <p:cNvSpPr/>
          <p:nvPr/>
        </p:nvSpPr>
        <p:spPr>
          <a:xfrm>
            <a:off x="7137182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E395085-2ECB-690C-C24A-0DC3E4E8F95C}"/>
              </a:ext>
            </a:extLst>
          </p:cNvPr>
          <p:cNvSpPr/>
          <p:nvPr/>
        </p:nvSpPr>
        <p:spPr>
          <a:xfrm>
            <a:off x="6210717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338867D-C54A-045E-6ABF-501D1EAED85E}"/>
              </a:ext>
            </a:extLst>
          </p:cNvPr>
          <p:cNvSpPr/>
          <p:nvPr/>
        </p:nvSpPr>
        <p:spPr>
          <a:xfrm>
            <a:off x="5208919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FCE936F-617B-8910-65E2-88A4A60FD5CD}"/>
              </a:ext>
            </a:extLst>
          </p:cNvPr>
          <p:cNvSpPr/>
          <p:nvPr/>
        </p:nvSpPr>
        <p:spPr>
          <a:xfrm>
            <a:off x="4272845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958FEACA-6C5A-6E48-DE89-2749A93EF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0679" y="1698997"/>
            <a:ext cx="2718993" cy="406489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083FE0B-9433-6B4E-AFB8-6744453A1D4E}"/>
              </a:ext>
            </a:extLst>
          </p:cNvPr>
          <p:cNvSpPr txBox="1"/>
          <p:nvPr/>
        </p:nvSpPr>
        <p:spPr>
          <a:xfrm>
            <a:off x="3915851" y="561689"/>
            <a:ext cx="4382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리만의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시공간의 곡률을 나타냄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3" name="그래픽 52" descr="리만 다양체 - 나무위키">
            <a:extLst>
              <a:ext uri="{FF2B5EF4-FFF2-40B4-BE49-F238E27FC236}">
                <a16:creationId xmlns:a16="http://schemas.microsoft.com/office/drawing/2014/main" id="{31A4A46E-35AE-B131-8848-D595E108EE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36722" y="689680"/>
            <a:ext cx="2739320" cy="273932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45106707-548F-E7DC-A034-58F650FC54FD}"/>
              </a:ext>
            </a:extLst>
          </p:cNvPr>
          <p:cNvSpPr txBox="1"/>
          <p:nvPr/>
        </p:nvSpPr>
        <p:spPr>
          <a:xfrm>
            <a:off x="9287125" y="3495561"/>
            <a:ext cx="28518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리만 다양체의 곡률을 </a:t>
            </a:r>
            <a:endParaRPr lang="en-US" altLang="ko-KR" dirty="0"/>
          </a:p>
          <a:p>
            <a:r>
              <a:rPr lang="ko-KR" altLang="en-US" dirty="0"/>
              <a:t>표시하기 위해 고안되었다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0179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0.00046 L -0.32174 0.0004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18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00"/>
                            </p:stCondLst>
                            <p:childTnLst>
                              <p:par>
                                <p:cTn id="4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700"/>
                            </p:stCondLst>
                            <p:childTnLst>
                              <p:par>
                                <p:cTn id="6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1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1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00"/>
                            </p:stCondLst>
                            <p:childTnLst>
                              <p:par>
                                <p:cTn id="7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1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900"/>
                            </p:stCondLst>
                            <p:childTnLst>
                              <p:par>
                                <p:cTn id="7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1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851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/>
      <p:bldP spid="5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D877B-86E1-B10A-7645-9A90B135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01DDFD1-8A95-8C8E-2BCC-B46A5D21FD88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B302E8-4FE2-74DE-E92B-4712BD6EA03F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8618AE-C051-E77E-FDF3-7C1B14B377C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23473E1F-0B5E-F7ED-471A-345A9643B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2F97BE8-2B48-11AE-2E92-309C2A23FD03}"/>
              </a:ext>
            </a:extLst>
          </p:cNvPr>
          <p:cNvSpPr/>
          <p:nvPr/>
        </p:nvSpPr>
        <p:spPr>
          <a:xfrm>
            <a:off x="6198326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C34E14-9E14-97AE-0E2B-6C46AF5225D7}"/>
              </a:ext>
            </a:extLst>
          </p:cNvPr>
          <p:cNvSpPr/>
          <p:nvPr/>
        </p:nvSpPr>
        <p:spPr>
          <a:xfrm>
            <a:off x="7184157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4C0959-A7BB-1AF2-0351-5E83C1D03933}"/>
              </a:ext>
            </a:extLst>
          </p:cNvPr>
          <p:cNvSpPr/>
          <p:nvPr/>
        </p:nvSpPr>
        <p:spPr>
          <a:xfrm>
            <a:off x="6198326" y="163239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AE735D9-3D0A-72C4-3A30-BFEBD2E2E5F0}"/>
              </a:ext>
            </a:extLst>
          </p:cNvPr>
          <p:cNvSpPr/>
          <p:nvPr/>
        </p:nvSpPr>
        <p:spPr>
          <a:xfrm>
            <a:off x="6198326" y="263380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633F854-D0F2-D5B7-5800-AA9DD54D7EED}"/>
              </a:ext>
            </a:extLst>
          </p:cNvPr>
          <p:cNvSpPr/>
          <p:nvPr/>
        </p:nvSpPr>
        <p:spPr>
          <a:xfrm>
            <a:off x="81699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EA002CB-98AF-4582-A27D-59CF679A5C33}"/>
              </a:ext>
            </a:extLst>
          </p:cNvPr>
          <p:cNvSpPr/>
          <p:nvPr/>
        </p:nvSpPr>
        <p:spPr>
          <a:xfrm>
            <a:off x="6198326" y="3608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43128B2-7C96-F214-4515-85DB96CA841D}"/>
              </a:ext>
            </a:extLst>
          </p:cNvPr>
          <p:cNvSpPr/>
          <p:nvPr/>
        </p:nvSpPr>
        <p:spPr>
          <a:xfrm>
            <a:off x="9165125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4974C1-9B0B-EDE7-3805-1B7FB13DD306}"/>
              </a:ext>
            </a:extLst>
          </p:cNvPr>
          <p:cNvSpPr/>
          <p:nvPr/>
        </p:nvSpPr>
        <p:spPr>
          <a:xfrm>
            <a:off x="6198326" y="458237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D7A9CDE-DE61-766D-38C1-2CBFD31A3BBF}"/>
              </a:ext>
            </a:extLst>
          </p:cNvPr>
          <p:cNvSpPr/>
          <p:nvPr/>
        </p:nvSpPr>
        <p:spPr>
          <a:xfrm>
            <a:off x="100917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E1793A0-49B6-510B-DD15-C5360BBA081D}"/>
              </a:ext>
            </a:extLst>
          </p:cNvPr>
          <p:cNvSpPr/>
          <p:nvPr/>
        </p:nvSpPr>
        <p:spPr>
          <a:xfrm>
            <a:off x="619832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DB83DF8-7B54-3779-B682-5AA4FA6BDA8B}"/>
              </a:ext>
            </a:extLst>
          </p:cNvPr>
          <p:cNvSpPr/>
          <p:nvPr/>
        </p:nvSpPr>
        <p:spPr>
          <a:xfrm>
            <a:off x="11018451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7FB6DAB-7644-DF8D-4B21-7761FC26B012}"/>
              </a:ext>
            </a:extLst>
          </p:cNvPr>
          <p:cNvSpPr/>
          <p:nvPr/>
        </p:nvSpPr>
        <p:spPr>
          <a:xfrm>
            <a:off x="7184157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C1DF0C5-4881-EFF5-1919-F75CEDB3CC3B}"/>
              </a:ext>
            </a:extLst>
          </p:cNvPr>
          <p:cNvSpPr/>
          <p:nvPr/>
        </p:nvSpPr>
        <p:spPr>
          <a:xfrm>
            <a:off x="11018451" y="166420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12E8D25-1D1E-AD8C-AF48-CA038FBBD252}"/>
              </a:ext>
            </a:extLst>
          </p:cNvPr>
          <p:cNvSpPr/>
          <p:nvPr/>
        </p:nvSpPr>
        <p:spPr>
          <a:xfrm>
            <a:off x="8169988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68D8D2C-32AC-7532-71BE-901FCA73F637}"/>
              </a:ext>
            </a:extLst>
          </p:cNvPr>
          <p:cNvSpPr/>
          <p:nvPr/>
        </p:nvSpPr>
        <p:spPr>
          <a:xfrm>
            <a:off x="11018451" y="2670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ED849F9-F7EE-A28D-F1DB-D82421CD2E83}"/>
              </a:ext>
            </a:extLst>
          </p:cNvPr>
          <p:cNvSpPr/>
          <p:nvPr/>
        </p:nvSpPr>
        <p:spPr>
          <a:xfrm>
            <a:off x="907624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49AAB51-3169-CDD1-08F4-8DB7688F8069}"/>
              </a:ext>
            </a:extLst>
          </p:cNvPr>
          <p:cNvSpPr/>
          <p:nvPr/>
        </p:nvSpPr>
        <p:spPr>
          <a:xfrm>
            <a:off x="11018451" y="3567892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98292E-43DC-98AA-8B07-200FF8732E3B}"/>
              </a:ext>
            </a:extLst>
          </p:cNvPr>
          <p:cNvSpPr/>
          <p:nvPr/>
        </p:nvSpPr>
        <p:spPr>
          <a:xfrm>
            <a:off x="1003636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D16B175-B912-4735-5139-AD7E9C8AEBAD}"/>
              </a:ext>
            </a:extLst>
          </p:cNvPr>
          <p:cNvSpPr/>
          <p:nvPr/>
        </p:nvSpPr>
        <p:spPr>
          <a:xfrm>
            <a:off x="11018451" y="453955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92E34E6-F2EB-201C-8620-974E41AD3571}"/>
              </a:ext>
            </a:extLst>
          </p:cNvPr>
          <p:cNvSpPr/>
          <p:nvPr/>
        </p:nvSpPr>
        <p:spPr>
          <a:xfrm>
            <a:off x="11018451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912CC68-D342-13FC-4AC1-B3178A554A29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55AE5F1-22C6-C6E5-6A3A-6DCB1045E433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AAA8C65-26C5-BFBE-2D97-91C1ADCDF18E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502FC78F-62AC-EC6B-2B1A-3EC360722AFA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B8682186-950F-D9EE-49C3-577C54E78FF1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B2A9534B-FDF9-1805-49DD-9C37EB9762BB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0E607B3-A569-0254-E496-D3824CAC8CE8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DDBC678-A236-1DDA-11F1-4A158F4ECA64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C755150-B17D-53C1-3246-AEED39784643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09635ACD-27E2-DC99-A355-65720E4FA472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6305EB2-5762-1AC6-E264-77FDAB9C3BE6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A85D0141-62D6-B067-0B3C-B6156DAA02F2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97B5A67B-0139-E63F-AF54-124F2001AFCE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CF757A47-5570-4775-7CDC-08E1A0969BF0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579FB30-7DA4-FF6E-F439-50EDA763B32F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46C1E8B-C450-0B1A-AC05-3A89B8E10E94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18532430-9F71-BA3B-ADB9-CC5384B2540D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9DF2032F-504F-BCD5-7BD3-2403EBB6818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4F49BC03-8DF6-2046-1C0A-4474013ED57B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8B513E1-937E-5E6D-A8CE-575517D7C650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0CEF84-0614-CB93-F71F-43C9E309F9DA}"/>
              </a:ext>
            </a:extLst>
          </p:cNvPr>
          <p:cNvSpPr txBox="1"/>
          <p:nvPr/>
        </p:nvSpPr>
        <p:spPr>
          <a:xfrm>
            <a:off x="4882084" y="426638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33796FBF-7B83-495B-31B3-60CD67A28F2A}"/>
              </a:ext>
            </a:extLst>
          </p:cNvPr>
          <p:cNvSpPr/>
          <p:nvPr/>
        </p:nvSpPr>
        <p:spPr>
          <a:xfrm rot="10800000">
            <a:off x="8773030" y="178736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E4EA7A4F-F017-FB86-A1E2-42B826001C6C}"/>
              </a:ext>
            </a:extLst>
          </p:cNvPr>
          <p:cNvSpPr/>
          <p:nvPr/>
        </p:nvSpPr>
        <p:spPr>
          <a:xfrm>
            <a:off x="4918067" y="1761935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0449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0"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E1D2F-295F-75E9-CD96-FBA3D29B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70003C4-A10D-6B4D-8BDF-601816C4DE07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A7374-E046-31B0-0E4B-C7719CEAE00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DB9AEB84-60C2-49A2-8EF9-7BCD1857F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141EF49-A00C-A19D-9D24-5FB255116F17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192D81D-7A63-256E-91A8-534999E4CD16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0EBDC7-2A6E-4BC0-6791-382114264D6C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DDC6131-B81D-EC1A-A1E4-5C2CC58E9395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09FDC98-AFB9-6438-2ECF-21A37DB4E609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8B0416-33F8-C6B6-4604-0981D966551C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E458E02-AEC6-7CAC-D0EE-996A309AB50D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C5A23C7-0163-39C0-148D-98777C79F7A7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D8DAC0C-CABD-16AB-8101-82E4A838061A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19D11DC-C639-6F0F-1059-AFDBC3AD9DB7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09CAAF9-E525-0089-BE5A-F63DE81BB04D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4515D30-8099-F516-DB81-97E995D85576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B185BAC-D7B2-2610-F31D-D0680FFD68B5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1667FFD-6341-020F-BDE3-A3373C4D70E6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F096C47-DE62-856E-1E4D-359FED66174A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03D0C90-64FE-25AE-6F8E-FD81101BF26D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C812BF8-BF18-7407-1579-DCD644BEFEF0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35A2F90-2459-FC3A-08F0-3FBAA9A7140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C346638-7CC6-8A18-A4EF-112156D92B0C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17C5AEC-56CF-0300-C6B7-1F045AACF9DD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1AFAE3-F87E-1D9F-E1F7-8053E8200720}"/>
              </a:ext>
            </a:extLst>
          </p:cNvPr>
          <p:cNvSpPr txBox="1"/>
          <p:nvPr/>
        </p:nvSpPr>
        <p:spPr>
          <a:xfrm>
            <a:off x="4607349" y="211295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F8FEDFE5-2DD7-19F1-186E-0CAD41E46CAE}"/>
              </a:ext>
            </a:extLst>
          </p:cNvPr>
          <p:cNvSpPr/>
          <p:nvPr/>
        </p:nvSpPr>
        <p:spPr>
          <a:xfrm>
            <a:off x="3902127" y="1001457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310E753-1541-940F-D926-2B716CECA1D1}"/>
              </a:ext>
            </a:extLst>
          </p:cNvPr>
          <p:cNvSpPr/>
          <p:nvPr/>
        </p:nvSpPr>
        <p:spPr>
          <a:xfrm rot="10800000">
            <a:off x="8963957" y="1009736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D26DE-401F-573F-20E7-379C2E32E455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pic>
        <p:nvPicPr>
          <p:cNvPr id="32" name="그림 31" descr="아인슈타인 표기법 - 나무위키">
            <a:extLst>
              <a:ext uri="{FF2B5EF4-FFF2-40B4-BE49-F238E27FC236}">
                <a16:creationId xmlns:a16="http://schemas.microsoft.com/office/drawing/2014/main" id="{26702DC7-F47C-E712-D307-ECE4BCFCB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8257" y="1935849"/>
            <a:ext cx="1822677" cy="19006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/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=8</m:t>
                      </m:r>
                      <m:r>
                        <a:rPr lang="ko-KR" altLang="en-US" sz="25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</m:oMath>
                  </m:oMathPara>
                </a14:m>
                <a:endParaRPr lang="ko-KR" altLang="en-US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blipFill>
                <a:blip r:embed="rId5"/>
                <a:stretch>
                  <a:fillRect b="-60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217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"/>
                            </p:stCondLst>
                            <p:childTnLst>
                              <p:par>
                                <p:cTn id="1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3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7C5DB-1C72-85C5-C739-EDB8A4130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DCEBA27-63B0-1988-DBAC-3684B7827426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1468E6-2B99-80A3-BBF5-FAFAA44BCE5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0804EEB0-41F3-6EA2-DFB4-9CE4BD6DE0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A52BF0-2780-5496-FDA6-E85313EAFAA4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775AC38-C1EF-4532-5A5D-C97225D9FF25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D64E4B3-8321-BE1F-B31B-27219CDE4294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E52AEA5-698F-62C8-0705-1591D9701CCF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8AD4925-6A9C-B5AB-4E01-E0FDAFE13FE9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D457EF5-0652-16CA-707C-D15F8B3E5CD5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416414FC-23CE-02EC-120F-97D0B6443955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E42158F-C3BE-E3B0-CE41-285EB8AA25E7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EACC9CF9-255E-AF63-5FAD-9B10107B06F7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CD5F273-7142-CE6A-70A3-52C75A10C8D4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4B3BFA2-1FAB-7844-16BA-74A3AEEBD1C9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4DC0F-D1E2-889F-11DC-164CB5986CA7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6E638B75-0D97-F2C6-1A98-01D8F34B49D6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7F5BD22-4EE7-88C8-FFE8-7C38F9F9119B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4D7CA2-25C3-BC0F-58C3-0853E998CD26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384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"/>
                            </p:stCondLst>
                            <p:childTnLst>
                              <p:par>
                                <p:cTn id="2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27" grpId="0" animBg="1"/>
      <p:bldP spid="29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E37D5-B793-5D9E-415D-0CD96D45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46099B2-9460-C656-15FC-763DAD1BC21F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B260E1-FA45-C14C-0867-EE82579DAB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A38393E0-9326-36DD-C1A7-FE14B38AA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1B9216-9EF0-B9B6-8DDD-115976230AF8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A757ED41-657E-E7BC-A963-2E271A0FC310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D5D00B8A-F36A-F53B-86B5-E9CDA8F7D9A9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5D563-F1D7-B392-0536-F4F293445DAA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0737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 advTm="700">
        <p:fade/>
      </p:transition>
    </mc:Choice>
    <mc:Fallback xmlns="">
      <p:transition spd="med" advClick="0" advTm="7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89CA0B-6EF1-4919-2E64-DC72B34D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BE69C8-C380-3F62-B744-E7ACAFE2475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DCBD3-AFDA-8244-E5E7-CF449A88E79E}"/>
              </a:ext>
            </a:extLst>
          </p:cNvPr>
          <p:cNvSpPr txBox="1"/>
          <p:nvPr/>
        </p:nvSpPr>
        <p:spPr>
          <a:xfrm>
            <a:off x="676656" y="987552"/>
            <a:ext cx="533511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FFC51-DAD0-6023-76AB-1574E0400BC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325592-99F1-D97E-4A52-8D77904BFEA1}"/>
              </a:ext>
            </a:extLst>
          </p:cNvPr>
          <p:cNvSpPr/>
          <p:nvPr/>
        </p:nvSpPr>
        <p:spPr>
          <a:xfrm>
            <a:off x="1097280" y="2401394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/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∝</m:t>
                          </m:r>
                          <m:r>
                            <m:rPr>
                              <m:nor/>
                            </m:rPr>
                            <a:rPr lang="en-US" altLang="ko-KR" sz="5000" b="1" i="0" dirty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V</m:t>
                          </m:r>
                        </m:e>
                        <m:sup>
                          <m:r>
                            <a:rPr kumimoji="0" lang="ko-KR" altLang="ar-AE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kumimoji="0" lang="ar-AE" sz="5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/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/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/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 xmlns:m="http://schemas.openxmlformats.org/officeDocument/2006/math">
                    <m:r>
                      <a:rPr kumimoji="0" lang="en-US" altLang="ko-KR" sz="50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∝ </m:t>
                    </m:r>
                  </m:oMath>
                </a14:m>
                <a:r>
                  <a:rPr kumimoji="0" lang="en-US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rPr>
                  <a:t>V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blipFill>
                <a:blip r:embed="rId5"/>
                <a:stretch>
                  <a:fillRect t="-16901" r="-6800" b="-380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7794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475D4-A3DF-AD77-225A-87616F57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D49838-EF65-16F3-80FA-08980C60ADB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EB8510-F7A2-0091-FBA8-DDF10C0D7E6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9FE7F-B24E-087B-1B03-2BC845A7B480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0942931-24C7-8BE9-09A1-1F67B58DFF0D}"/>
              </a:ext>
            </a:extLst>
          </p:cNvPr>
          <p:cNvGrpSpPr/>
          <p:nvPr/>
        </p:nvGrpSpPr>
        <p:grpSpPr>
          <a:xfrm>
            <a:off x="1112367" y="4318115"/>
            <a:ext cx="9990124" cy="884445"/>
            <a:chOff x="1112367" y="4318115"/>
            <a:chExt cx="9990124" cy="884445"/>
          </a:xfrm>
        </p:grpSpPr>
        <p:sp>
          <p:nvSpPr>
            <p:cNvPr id="11" name="Rounded Rectangle 9">
              <a:extLst>
                <a:ext uri="{FF2B5EF4-FFF2-40B4-BE49-F238E27FC236}">
                  <a16:creationId xmlns:a16="http://schemas.microsoft.com/office/drawing/2014/main" id="{DB42A53D-9B10-37D7-5D46-A531DE303374}"/>
                </a:ext>
              </a:extLst>
            </p:cNvPr>
            <p:cNvSpPr/>
            <p:nvPr/>
          </p:nvSpPr>
          <p:spPr>
            <a:xfrm>
              <a:off x="1135531" y="4348858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E65FC76-A2CE-5C82-3E39-FAF870DE5801}"/>
                </a:ext>
              </a:extLst>
            </p:cNvPr>
            <p:cNvSpPr/>
            <p:nvPr/>
          </p:nvSpPr>
          <p:spPr>
            <a:xfrm>
              <a:off x="1112367" y="4318115"/>
              <a:ext cx="138778" cy="884445"/>
            </a:xfrm>
            <a:prstGeom prst="rect">
              <a:avLst/>
            </a:prstGeom>
            <a:solidFill>
              <a:srgbClr val="BE414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877625-3208-90F2-C64F-5E228B00CF8A}"/>
                </a:ext>
              </a:extLst>
            </p:cNvPr>
            <p:cNvSpPr txBox="1"/>
            <p:nvPr/>
          </p:nvSpPr>
          <p:spPr>
            <a:xfrm>
              <a:off x="1307901" y="4489163"/>
              <a:ext cx="9237016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800"/>
                </a:spcAft>
                <a:buClrTx/>
                <a:buSzTx/>
                <a:buFontTx/>
                <a:buNone/>
                <a:tabLst/>
                <a:defRPr sz="1400">
                  <a:solidFill>
                    <a:srgbClr val="5C6574"/>
                  </a:solidFill>
                </a:defRPr>
              </a:pP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KK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이론</a:t>
              </a:r>
              <a:r>
                <a:rPr kumimoji="0" lang="ko-KR" altLang="en-US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을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정보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손실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조건을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설계하는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틀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사용</a:t>
              </a:r>
              <a:r>
                <a:rPr lang="ko-KR" altLang="en-US" sz="3000" dirty="0">
                  <a:latin typeface="+mn-ea"/>
                </a:rPr>
                <a:t>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다.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BAE2D20-5A94-4A44-C7C8-2137168955D9}"/>
              </a:ext>
            </a:extLst>
          </p:cNvPr>
          <p:cNvGrpSpPr/>
          <p:nvPr/>
        </p:nvGrpSpPr>
        <p:grpSpPr>
          <a:xfrm>
            <a:off x="1097280" y="2244041"/>
            <a:ext cx="9966960" cy="1002079"/>
            <a:chOff x="1097280" y="2244041"/>
            <a:chExt cx="9966960" cy="1002079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6635097-FECA-2FF9-0B98-B42D1F6AAC2A}"/>
                </a:ext>
              </a:extLst>
            </p:cNvPr>
            <p:cNvSpPr/>
            <p:nvPr/>
          </p:nvSpPr>
          <p:spPr>
            <a:xfrm>
              <a:off x="1097280" y="2401394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/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∝</m:t>
                            </m:r>
                            <m:r>
                              <m:rPr>
                                <m:nor/>
                              </m:rPr>
                              <a:rPr lang="en-US" altLang="ko-KR" sz="5000" b="1" i="0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V</m:t>
                            </m:r>
                          </m:e>
                          <m:sup>
                            <m:r>
                              <a:rPr kumimoji="0" lang="ko-KR" altLang="ar-AE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kumimoji="0" lang="ar-AE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/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05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/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/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 xmlns:m="http://schemas.openxmlformats.org/officeDocument/2006/math">
                      <m:r>
                        <a:rPr kumimoji="0" lang="en-US" altLang="ko-KR" sz="5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∝ </m:t>
                      </m:r>
                    </m:oMath>
                  </a14:m>
                  <a:r>
                    <a:rPr kumimoji="0" lang="en-US" sz="5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rPr>
                    <a:t>V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blipFill>
                  <a:blip r:embed="rId5"/>
                  <a:stretch>
                    <a:fillRect t="-16901" r="-6800" b="-3802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0938DD6B-CB09-B8E5-9BED-3F1CA4538B40}"/>
              </a:ext>
            </a:extLst>
          </p:cNvPr>
          <p:cNvGrpSpPr/>
          <p:nvPr/>
        </p:nvGrpSpPr>
        <p:grpSpPr>
          <a:xfrm>
            <a:off x="1112367" y="3017520"/>
            <a:ext cx="9966960" cy="822960"/>
            <a:chOff x="1112367" y="2875600"/>
            <a:chExt cx="9966960" cy="822960"/>
          </a:xfrm>
        </p:grpSpPr>
        <p:sp>
          <p:nvSpPr>
            <p:cNvPr id="17" name="Rounded Rectangle 9">
              <a:extLst>
                <a:ext uri="{FF2B5EF4-FFF2-40B4-BE49-F238E27FC236}">
                  <a16:creationId xmlns:a16="http://schemas.microsoft.com/office/drawing/2014/main" id="{2F432E39-22A9-E026-A7AB-09A5CBF740EB}"/>
                </a:ext>
              </a:extLst>
            </p:cNvPr>
            <p:cNvSpPr/>
            <p:nvPr/>
          </p:nvSpPr>
          <p:spPr>
            <a:xfrm>
              <a:off x="1112367" y="2875600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/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a14:m>
                  <a:r>
                    <a:rPr lang="en-US" altLang="ko-KR" sz="4000" dirty="0">
                      <a:solidFill>
                        <a:srgbClr val="1F8987"/>
                      </a:solidFill>
                    </a:rPr>
                    <a:t> 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a14:m>
                  <a:r>
                    <a:rPr lang="ko-KR" altLang="en-US" sz="4000" dirty="0">
                      <a:solidFill>
                        <a:srgbClr val="1F8987"/>
                      </a:solidFill>
                    </a:rPr>
                    <a:t> </a:t>
                  </a:r>
                  <a:r>
                    <a:rPr lang="ko-KR" altLang="en-US" sz="4000" b="1" dirty="0">
                      <a:solidFill>
                        <a:srgbClr val="1F8987"/>
                      </a:solidFill>
                    </a:rPr>
                    <a:t>로 부호와 분포를 동시에 판별한다</a:t>
                  </a:r>
                  <a:r>
                    <a:rPr lang="en-US" altLang="ko-KR" sz="4000" b="1" dirty="0">
                      <a:solidFill>
                        <a:srgbClr val="1F8987"/>
                      </a:solidFill>
                    </a:rPr>
                    <a:t>.</a:t>
                  </a:r>
                  <a:endParaRPr lang="ko-KR" altLang="en-US" sz="4000" b="1" dirty="0">
                    <a:solidFill>
                      <a:srgbClr val="1F8987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blipFill>
                  <a:blip r:embed="rId6"/>
                  <a:stretch>
                    <a:fillRect t="-17949" r="-2975" b="-3589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F676A02E-6691-498A-A143-C59A70B763B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5384" t="25258" r="7213" b="4434"/>
          <a:stretch>
            <a:fillRect/>
          </a:stretch>
        </p:blipFill>
        <p:spPr>
          <a:xfrm>
            <a:off x="5751583" y="-766212"/>
            <a:ext cx="367428" cy="53027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77563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1.48148E-6 L 0.0013 -0.1162 " pathEditMode="relative" rAng="0" ptsTypes="AA">
                                      <p:cBhvr>
                                        <p:cTn id="6" dur="3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5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10BB-50DA-6C3B-0C8B-3BA9812D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A56FFD3-4205-E8D2-4A88-E77CC1CE0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5674"/>
            <a:ext cx="12192528" cy="68582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EDE078E-80A8-9335-7D38-7AB2363C96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7974687" y="1656051"/>
            <a:ext cx="3340987" cy="482169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889F80C-57B6-82B2-3582-A3802EEFBE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070" t="60412" r="15740" b="33763"/>
          <a:stretch>
            <a:fillRect/>
          </a:stretch>
        </p:blipFill>
        <p:spPr>
          <a:xfrm>
            <a:off x="8792923" y="4066896"/>
            <a:ext cx="1973943" cy="399450"/>
          </a:xfrm>
          <a:custGeom>
            <a:avLst/>
            <a:gdLst>
              <a:gd name="csX0" fmla="*/ 0 w 1973943"/>
              <a:gd name="csY0" fmla="*/ 0 h 399450"/>
              <a:gd name="csX1" fmla="*/ 1973943 w 1973943"/>
              <a:gd name="csY1" fmla="*/ 0 h 399450"/>
              <a:gd name="csX2" fmla="*/ 1973943 w 1973943"/>
              <a:gd name="csY2" fmla="*/ 399450 h 399450"/>
              <a:gd name="csX3" fmla="*/ 0 w 1973943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973943" h="399450">
                <a:moveTo>
                  <a:pt x="0" y="0"/>
                </a:moveTo>
                <a:lnTo>
                  <a:pt x="1973943" y="0"/>
                </a:lnTo>
                <a:lnTo>
                  <a:pt x="1973943" y="399450"/>
                </a:lnTo>
                <a:lnTo>
                  <a:pt x="0" y="399450"/>
                </a:lnTo>
                <a:close/>
              </a:path>
            </a:pathLst>
          </a:cu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9FEC122-8DDD-815E-BB22-5768A8EF1F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923" t="60310" r="57378" b="33865"/>
          <a:stretch>
            <a:fillRect/>
          </a:stretch>
        </p:blipFill>
        <p:spPr>
          <a:xfrm>
            <a:off x="8244115" y="4066896"/>
            <a:ext cx="572877" cy="399450"/>
          </a:xfrm>
          <a:custGeom>
            <a:avLst/>
            <a:gdLst>
              <a:gd name="csX0" fmla="*/ 0 w 572877"/>
              <a:gd name="csY0" fmla="*/ 0 h 399450"/>
              <a:gd name="csX1" fmla="*/ 572877 w 572877"/>
              <a:gd name="csY1" fmla="*/ 0 h 399450"/>
              <a:gd name="csX2" fmla="*/ 572877 w 572877"/>
              <a:gd name="csY2" fmla="*/ 399450 h 399450"/>
              <a:gd name="csX3" fmla="*/ 0 w 572877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72877" h="399450">
                <a:moveTo>
                  <a:pt x="0" y="0"/>
                </a:moveTo>
                <a:lnTo>
                  <a:pt x="572877" y="0"/>
                </a:lnTo>
                <a:lnTo>
                  <a:pt x="572877" y="399450"/>
                </a:lnTo>
                <a:lnTo>
                  <a:pt x="0" y="39945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84794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 advClick="0" advTm="300">
        <p159:morph option="byObject"/>
      </p:transition>
    </mc:Choice>
    <mc:Fallback>
      <p:transition advClick="0" advTm="3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8368" y="384048"/>
            <a:ext cx="562365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Calibri"/>
              </a:rPr>
              <a:t>- 2)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B3C93A-869F-1D4C-DE35-5BFF7790B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림 37">
            <a:extLst>
              <a:ext uri="{FF2B5EF4-FFF2-40B4-BE49-F238E27FC236}">
                <a16:creationId xmlns:a16="http://schemas.microsoft.com/office/drawing/2014/main" id="{51748F81-73F8-45AF-5F8D-89F62A48E2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9DE33C-629B-E975-9E53-39E5D1A9A1FB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5911042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  <a:latin typeface="Calibri"/>
                  </a:rPr>
                  <a:t>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. </a:t>
                </a:r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탐구 과정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- 1)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ko-KR" altLang="en-US" sz="28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 그래프 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CNN </a:t>
                </a:r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학습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9DE33C-629B-E975-9E53-39E5D1A9A1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5911042" cy="523220"/>
              </a:xfrm>
              <a:prstGeom prst="rect">
                <a:avLst/>
              </a:prstGeom>
              <a:blipFill>
                <a:blip r:embed="rId3"/>
                <a:stretch>
                  <a:fillRect l="-2062" t="-13953" r="-1031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4641AF5B-4967-EB7C-0E2E-16B61111419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5518A16-602C-47C2-0C52-7CCEB38AC6B9}"/>
              </a:ext>
            </a:extLst>
          </p:cNvPr>
          <p:cNvSpPr/>
          <p:nvPr/>
        </p:nvSpPr>
        <p:spPr>
          <a:xfrm>
            <a:off x="5423339" y="2533517"/>
            <a:ext cx="733098" cy="733098"/>
          </a:xfrm>
          <a:prstGeom prst="ellipse">
            <a:avLst/>
          </a:prstGeom>
          <a:solidFill>
            <a:srgbClr val="C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5" name="사다리꼴 84">
            <a:extLst>
              <a:ext uri="{FF2B5EF4-FFF2-40B4-BE49-F238E27FC236}">
                <a16:creationId xmlns:a16="http://schemas.microsoft.com/office/drawing/2014/main" id="{E7310163-7D26-F13C-13F1-FA43D92CF4F3}"/>
              </a:ext>
            </a:extLst>
          </p:cNvPr>
          <p:cNvSpPr/>
          <p:nvPr/>
        </p:nvSpPr>
        <p:spPr>
          <a:xfrm>
            <a:off x="2485961" y="1817858"/>
            <a:ext cx="6607854" cy="4449592"/>
          </a:xfrm>
          <a:prstGeom prst="trapezoid">
            <a:avLst>
              <a:gd name="adj" fmla="val 29067"/>
            </a:avLst>
          </a:prstGeom>
          <a:solidFill>
            <a:srgbClr val="FF0000">
              <a:alpha val="15000"/>
            </a:srgb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B5EA252-6627-9A94-8931-6BB3C9A54107}"/>
              </a:ext>
            </a:extLst>
          </p:cNvPr>
          <p:cNvCxnSpPr/>
          <p:nvPr/>
        </p:nvCxnSpPr>
        <p:spPr>
          <a:xfrm>
            <a:off x="3752193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40556BE7-0D0B-6CB0-FEB1-8DF600C1D566}"/>
              </a:ext>
            </a:extLst>
          </p:cNvPr>
          <p:cNvCxnSpPr/>
          <p:nvPr/>
        </p:nvCxnSpPr>
        <p:spPr>
          <a:xfrm>
            <a:off x="3752193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070E9F18-6683-D834-AC58-42E55F380174}"/>
              </a:ext>
            </a:extLst>
          </p:cNvPr>
          <p:cNvCxnSpPr/>
          <p:nvPr/>
        </p:nvCxnSpPr>
        <p:spPr>
          <a:xfrm>
            <a:off x="3717380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596C408E-D360-DA2E-F1F2-AEB47F930B8E}"/>
              </a:ext>
            </a:extLst>
          </p:cNvPr>
          <p:cNvCxnSpPr/>
          <p:nvPr/>
        </p:nvCxnSpPr>
        <p:spPr>
          <a:xfrm>
            <a:off x="3717380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32640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0 L -1.45833E-6 0.59907 " pathEditMode="relative" rAng="0" ptsTypes="AA">
                                      <p:cBhvr>
                                        <p:cTn id="22" dur="4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00"/>
                            </p:stCondLst>
                            <p:childTnLst>
                              <p:par>
                                <p:cTn id="2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1.11111E-6 L -1.45833E-6 0.59907 " pathEditMode="relative" rAng="0" ptsTypes="AA">
                                      <p:cBhvr>
                                        <p:cTn id="31" dur="400" spd="-100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800"/>
                            </p:stCondLst>
                            <p:childTnLst>
                              <p:par>
                                <p:cTn id="3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80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0 L 3.125E-6 0.59907 " pathEditMode="relative" rAng="0" ptsTypes="AA">
                                      <p:cBhvr>
                                        <p:cTn id="39" dur="4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200"/>
                            </p:stCondLst>
                            <p:childTnLst>
                              <p:par>
                                <p:cTn id="4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00"/>
                            </p:stCondLst>
                            <p:childTnLst>
                              <p:par>
                                <p:cTn id="47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1.11111E-6 L 3.125E-6 0.59907 " pathEditMode="relative" rAng="0" ptsTypes="AA">
                                      <p:cBhvr>
                                        <p:cTn id="48" dur="400" spd="-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600"/>
                            </p:stCondLst>
                            <p:childTnLst>
                              <p:par>
                                <p:cTn id="5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00"/>
                            </p:stCondLst>
                            <p:childTnLst>
                              <p:par>
                                <p:cTn id="53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85" grpId="0" animBg="1"/>
      <p:bldP spid="85" grpId="1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A80441-47E2-091F-B617-0626AF175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BA086B-09BC-C43F-570D-7A7DF1E07966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5911042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  <a:latin typeface="Calibri"/>
                  </a:rPr>
                  <a:t>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. </a:t>
                </a:r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탐구 과정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- 1)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ko-KR" altLang="en-US" sz="28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 그래프 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CNN </a:t>
                </a:r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학습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BA086B-09BC-C43F-570D-7A7DF1E07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5911042" cy="523220"/>
              </a:xfrm>
              <a:prstGeom prst="rect">
                <a:avLst/>
              </a:prstGeom>
              <a:blipFill>
                <a:blip r:embed="rId2"/>
                <a:stretch>
                  <a:fillRect l="-2062" t="-13953" r="-1031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2734F64-2958-1E16-E318-07898E00537E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4D4B60B-247F-EFED-F427-343909A556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9427" y="1373886"/>
            <a:ext cx="6305674" cy="4729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4583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E57AC3-39F3-3ECE-CEFC-4A783521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684078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  <a:latin typeface="Calibri"/>
                  </a:rPr>
                  <a:t>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. </a:t>
                </a:r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탐구 과정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- 2)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 smtClean="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 제공량 별 </a:t>
                </a:r>
                <a:r>
                  <a:rPr kumimoji="0" lang="ko-KR" altLang="en-US" sz="28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복원률</a:t>
                </a:r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 비교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6840783" cy="523220"/>
              </a:xfrm>
              <a:prstGeom prst="rect">
                <a:avLst/>
              </a:prstGeom>
              <a:blipFill>
                <a:blip r:embed="rId2"/>
                <a:stretch>
                  <a:fillRect l="-1783" t="-13953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51248C5-1FA0-7EC6-C2B9-0C7FFCB395F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/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D9E2AE2D-6583-159B-226A-FB2CCD1CAEB3}"/>
              </a:ext>
            </a:extLst>
          </p:cNvPr>
          <p:cNvSpPr txBox="1"/>
          <p:nvPr/>
        </p:nvSpPr>
        <p:spPr>
          <a:xfrm>
            <a:off x="1121249" y="3152001"/>
            <a:ext cx="74090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34A22C-50B9-5277-802E-30C6764215A4}"/>
              </a:ext>
            </a:extLst>
          </p:cNvPr>
          <p:cNvSpPr txBox="1"/>
          <p:nvPr/>
        </p:nvSpPr>
        <p:spPr>
          <a:xfrm>
            <a:off x="1084027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A9E62-E14F-6A83-88B3-6EAA0892CE5B}"/>
              </a:ext>
            </a:extLst>
          </p:cNvPr>
          <p:cNvSpPr txBox="1"/>
          <p:nvPr/>
        </p:nvSpPr>
        <p:spPr>
          <a:xfrm>
            <a:off x="1121249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25%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ECD9BF-740D-A956-89DB-F6027904E797}"/>
              </a:ext>
            </a:extLst>
          </p:cNvPr>
          <p:cNvSpPr txBox="1"/>
          <p:nvPr/>
        </p:nvSpPr>
        <p:spPr>
          <a:xfrm>
            <a:off x="1084642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50%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D60291-E3D1-6CB9-E25E-EF6EF34F49B1}"/>
              </a:ext>
            </a:extLst>
          </p:cNvPr>
          <p:cNvSpPr txBox="1"/>
          <p:nvPr/>
        </p:nvSpPr>
        <p:spPr>
          <a:xfrm>
            <a:off x="1120634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75%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1C70BC-741D-39B4-E31B-B4312E24AC33}"/>
              </a:ext>
            </a:extLst>
          </p:cNvPr>
          <p:cNvSpPr txBox="1"/>
          <p:nvPr/>
        </p:nvSpPr>
        <p:spPr>
          <a:xfrm>
            <a:off x="1014033" y="3152001"/>
            <a:ext cx="11673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1255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19 0 " pathEditMode="relative" rAng="0" ptsTypes="AA">
                                      <p:cBhvr>
                                        <p:cTn id="6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10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0 L 0.2677 -0.27384 " pathEditMode="relative" rAng="0" ptsTypes="AA">
                                      <p:cBhvr>
                                        <p:cTn id="13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385" y="-13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"/>
                            </p:stCondLst>
                            <p:childTnLst>
                              <p:par>
                                <p:cTn id="1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989 0 L 0.26355 -0.14421 " pathEditMode="relative" rAng="0" ptsTypes="AA">
                                      <p:cBhvr>
                                        <p:cTn id="19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672" y="-722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595 0 " pathEditMode="relative" rAng="0" ptsTypes="AA">
                                      <p:cBhvr>
                                        <p:cTn id="25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6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900"/>
                            </p:stCondLst>
                            <p:childTnLst>
                              <p:par>
                                <p:cTn id="27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0 L 0.2625 0.14653 " pathEditMode="relative" rAng="0" ptsTypes="AA">
                                      <p:cBhvr>
                                        <p:cTn id="31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125" y="731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159 0.29676 " pathEditMode="relative" rAng="0" ptsTypes="AA">
                                      <p:cBhvr>
                                        <p:cTn id="37" dur="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073" y="1483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003 0.43056 " pathEditMode="relative" rAng="0" ptsTypes="AA">
                                      <p:cBhvr>
                                        <p:cTn id="43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95" y="215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7" grpId="1"/>
      <p:bldP spid="19" grpId="0"/>
      <p:bldP spid="19" grpId="1"/>
      <p:bldP spid="21" grpId="0"/>
      <p:bldP spid="21" grpId="1"/>
      <p:bldP spid="24" grpId="0"/>
      <p:bldP spid="24" grpId="1"/>
      <p:bldP spid="26" grpId="0"/>
      <p:bldP spid="26" grpId="1"/>
      <p:bldP spid="28" grpId="0"/>
      <p:bldP spid="28" grpId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763664-5E52-31DB-1EFE-D1ACD1E88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FBC69E-1B02-F972-09BB-4735D6AE0823}"/>
              </a:ext>
            </a:extLst>
          </p:cNvPr>
          <p:cNvSpPr txBox="1"/>
          <p:nvPr/>
        </p:nvSpPr>
        <p:spPr>
          <a:xfrm>
            <a:off x="658368" y="384048"/>
            <a:ext cx="562365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Calibri"/>
              </a:rPr>
              <a:t>- 2)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7B5EE4-17DC-5E32-495F-7B68DE102C74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575F9B-2F82-9D36-8029-469A0E79339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9D9591-AA85-C4DD-20EF-CC466778A6B1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772024-9A7E-DBC4-8A6F-9E0AE0B22236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F2B8C-AA98-328E-AAD4-39309F13ED5C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80D610-9473-5058-5178-F686734BA0E8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7C3231-411E-27AC-922C-CAF391C05B52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674014-CD96-1003-8EFD-AFD6F1DF2B28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0D38B9C-8628-A96F-3B1E-5BD0F85B2FD4}"/>
              </a:ext>
            </a:extLst>
          </p:cNvPr>
          <p:cNvSpPr/>
          <p:nvPr/>
        </p:nvSpPr>
        <p:spPr>
          <a:xfrm>
            <a:off x="8037575" y="1737361"/>
            <a:ext cx="3383280" cy="1385882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A57F800-A933-2659-AE8B-1432149B6ED8}"/>
              </a:ext>
            </a:extLst>
          </p:cNvPr>
          <p:cNvSpPr/>
          <p:nvPr/>
        </p:nvSpPr>
        <p:spPr>
          <a:xfrm>
            <a:off x="8037575" y="1737361"/>
            <a:ext cx="73152" cy="1385882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7AD2A9-11FE-BB30-B2E1-BAEE359C8093}"/>
              </a:ext>
            </a:extLst>
          </p:cNvPr>
          <p:cNvSpPr txBox="1"/>
          <p:nvPr/>
        </p:nvSpPr>
        <p:spPr>
          <a:xfrm>
            <a:off x="8266175" y="1901952"/>
            <a:ext cx="5950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출력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55BDFE-D7FC-CE04-8C75-C83A5B810D97}"/>
              </a:ext>
            </a:extLst>
          </p:cNvPr>
          <p:cNvSpPr txBox="1"/>
          <p:nvPr/>
        </p:nvSpPr>
        <p:spPr>
          <a:xfrm>
            <a:off x="8156448" y="2346652"/>
            <a:ext cx="3145534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lang="ko-KR" alt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전하의 추정 위치 출력</a:t>
            </a:r>
            <a:r>
              <a:rPr kumimoji="0" lang="en-US" altLang="ko-KR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lang="ko-KR" altLang="en-US" sz="1700" dirty="0">
                <a:solidFill>
                  <a:srgbClr val="5C6574"/>
                </a:solidFill>
                <a:latin typeface="+mn-ea"/>
              </a:rPr>
              <a:t>원본과 비교해 회귀</a:t>
            </a:r>
            <a:r>
              <a:rPr lang="en-US" altLang="ko-KR" sz="1700" dirty="0">
                <a:solidFill>
                  <a:srgbClr val="5C6574"/>
                </a:solidFill>
                <a:latin typeface="+mn-ea"/>
              </a:rPr>
              <a:t>.</a:t>
            </a:r>
            <a:endParaRPr kumimoji="0" sz="17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CA157C7-FFD5-5D1B-E36C-BD9D36C91B60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9673B9C4-9A3F-A38F-44D1-3E7E33288F65}"/>
              </a:ext>
            </a:extLst>
          </p:cNvPr>
          <p:cNvSpPr/>
          <p:nvPr/>
        </p:nvSpPr>
        <p:spPr>
          <a:xfrm rot="18826984">
            <a:off x="7415273" y="3171264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81658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9F1339-78E1-8397-272F-21C3BE62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2C3180-4634-0A85-5C80-2C84A6BC028F}"/>
              </a:ext>
            </a:extLst>
          </p:cNvPr>
          <p:cNvSpPr txBox="1"/>
          <p:nvPr/>
        </p:nvSpPr>
        <p:spPr>
          <a:xfrm>
            <a:off x="658368" y="384048"/>
            <a:ext cx="562365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Calibri"/>
              </a:rPr>
              <a:t>- 2)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3F8999-7F54-EA35-5F65-F74137784EB0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C7F089-1983-0865-87FB-AADF50FEAD5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E4C11F6-0660-6B04-3CB8-FD22675CC0E5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58AB85-1752-68A9-8B62-45F64F2EE290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C413B0-374A-22B2-667E-5763868BB1B7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DD29875-AC09-355D-5DBC-65069463CC69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5FFC80-F704-F12C-92D5-DB045D787576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E206EE-4225-3638-58AE-945C6165329D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9D87D50-D590-74B6-AFEC-7804F1BC6CCA}"/>
              </a:ext>
            </a:extLst>
          </p:cNvPr>
          <p:cNvSpPr/>
          <p:nvPr/>
        </p:nvSpPr>
        <p:spPr>
          <a:xfrm>
            <a:off x="8037575" y="1737361"/>
            <a:ext cx="3383280" cy="1385882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C25C67-90EB-1D35-794D-39BE130E3087}"/>
              </a:ext>
            </a:extLst>
          </p:cNvPr>
          <p:cNvSpPr/>
          <p:nvPr/>
        </p:nvSpPr>
        <p:spPr>
          <a:xfrm>
            <a:off x="8037575" y="1737361"/>
            <a:ext cx="73152" cy="1385882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9C1652-D878-4A79-E23A-3D93B75FA92D}"/>
              </a:ext>
            </a:extLst>
          </p:cNvPr>
          <p:cNvSpPr txBox="1"/>
          <p:nvPr/>
        </p:nvSpPr>
        <p:spPr>
          <a:xfrm>
            <a:off x="8266175" y="1901952"/>
            <a:ext cx="5950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출력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11AF1-8071-1C11-6CF0-ABFEF2F58A2C}"/>
              </a:ext>
            </a:extLst>
          </p:cNvPr>
          <p:cNvSpPr txBox="1"/>
          <p:nvPr/>
        </p:nvSpPr>
        <p:spPr>
          <a:xfrm>
            <a:off x="8156448" y="2346652"/>
            <a:ext cx="3145534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lang="ko-KR" alt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전하의 추정 위치 출력</a:t>
            </a:r>
            <a:r>
              <a:rPr kumimoji="0" lang="en-US" altLang="ko-KR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lang="ko-KR" altLang="en-US" sz="1700" dirty="0">
                <a:solidFill>
                  <a:srgbClr val="5C6574"/>
                </a:solidFill>
                <a:latin typeface="+mn-ea"/>
              </a:rPr>
              <a:t>원본과 비교해 회귀</a:t>
            </a:r>
            <a:r>
              <a:rPr lang="en-US" altLang="ko-KR" sz="1700" dirty="0">
                <a:solidFill>
                  <a:srgbClr val="5C6574"/>
                </a:solidFill>
                <a:latin typeface="+mn-ea"/>
              </a:rPr>
              <a:t>.</a:t>
            </a:r>
            <a:endParaRPr kumimoji="0" sz="17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6A08272-230B-CE67-45CE-62EF47459F87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5C0403A-ACD3-F909-6120-568CFCD7A8E1}"/>
              </a:ext>
            </a:extLst>
          </p:cNvPr>
          <p:cNvSpPr/>
          <p:nvPr/>
        </p:nvSpPr>
        <p:spPr>
          <a:xfrm rot="18826984">
            <a:off x="7415273" y="3171264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8702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9746</TotalTime>
  <Words>946</Words>
  <Application>Microsoft Office PowerPoint</Application>
  <PresentationFormat>와이드스크린</PresentationFormat>
  <Paragraphs>305</Paragraphs>
  <Slides>27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27</vt:i4>
      </vt:variant>
    </vt:vector>
  </HeadingPairs>
  <TitlesOfParts>
    <vt:vector size="33" baseType="lpstr">
      <vt:lpstr>맑은 고딕</vt:lpstr>
      <vt:lpstr>Arial</vt:lpstr>
      <vt:lpstr>Calibri</vt:lpstr>
      <vt:lpstr>Cambria Math</vt:lpstr>
      <vt:lpstr>Office 테마</vt:lpstr>
      <vt:lpstr>Office Theme</vt:lpstr>
      <vt:lpstr>PowerPoint 프레젠테이션</vt:lpstr>
      <vt:lpstr>AI를 활용한 전하 분포 역추정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122</cp:revision>
  <dcterms:created xsi:type="dcterms:W3CDTF">2026-08-20T04:49:28Z</dcterms:created>
  <dcterms:modified xsi:type="dcterms:W3CDTF">2026-08-29T07:16:25Z</dcterms:modified>
</cp:coreProperties>
</file>