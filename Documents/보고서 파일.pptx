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7"/>
  </p:notesMasterIdLst>
  <p:sldIdLst>
    <p:sldId id="275" r:id="rId3"/>
    <p:sldId id="256" r:id="rId4"/>
    <p:sldId id="257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1" r:id="rId16"/>
    <p:sldId id="284" r:id="rId17"/>
    <p:sldId id="285" r:id="rId18"/>
    <p:sldId id="286" r:id="rId19"/>
    <p:sldId id="287" r:id="rId20"/>
    <p:sldId id="283" r:id="rId21"/>
    <p:sldId id="288" r:id="rId22"/>
    <p:sldId id="280" r:id="rId23"/>
    <p:sldId id="289" r:id="rId24"/>
    <p:sldId id="290" r:id="rId25"/>
    <p:sldId id="265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72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5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4.jp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A94A8-8093-B7EC-EABA-39D8EF3B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D31717-00BF-C42E-433E-32349A8DA075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B98DD-74D4-BC10-4328-ED6F496CB0CD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A9DAED-3EED-E287-0284-3214C2EDAEE9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42FBB4F-9D6E-DB95-BE6A-362E139F30F0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51F6B-7CCD-DC4A-B5A7-C2C866F2FF54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2ECAA6-2184-F677-6B89-FB3CA3972837}"/>
              </a:ext>
            </a:extLst>
          </p:cNvPr>
          <p:cNvSpPr txBox="1"/>
          <p:nvPr/>
        </p:nvSpPr>
        <p:spPr>
          <a:xfrm>
            <a:off x="973295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29A264-EB51-2EE6-A9AC-EE98856ADB7F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1821C43-791A-6685-A3EE-AB3420C7C86C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BB99C-A088-0513-5A6F-40BA4C7A95F8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5FB16D-C766-F391-700A-AD979F4BBEAB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4AC0D8-868E-F7F7-48E9-03D0BDAC880A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108800F-5606-3EBE-2609-27B8C83A6B5E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059B2E-43A7-D571-48E3-5EFA79EAD58C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EF6721-E95C-CAFF-1324-D26929F5A809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840A38-B8B3-03A1-E12A-5C87C801BA15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D3BF2B-BEDB-7F7F-0929-E26D57932E2F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AABBC-A23F-DCD6-9B51-CE5217B64F96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CE1D37-1AF6-53CB-5BD8-DF4051ED5BB2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B22006DD-02B5-4310-0BFB-16AA6EC862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5625" t="25333" r="7642" b="4359"/>
          <a:stretch>
            <a:fillRect/>
          </a:stretch>
        </p:blipFill>
        <p:spPr>
          <a:xfrm>
            <a:off x="8001000" y="1737362"/>
            <a:ext cx="3259322" cy="4821691"/>
          </a:xfrm>
          <a:custGeom>
            <a:avLst/>
            <a:gdLst>
              <a:gd name="csX0" fmla="*/ 0 w 3259322"/>
              <a:gd name="csY0" fmla="*/ 0 h 4821691"/>
              <a:gd name="csX1" fmla="*/ 3259322 w 3259322"/>
              <a:gd name="csY1" fmla="*/ 0 h 4821691"/>
              <a:gd name="csX2" fmla="*/ 3259322 w 3259322"/>
              <a:gd name="csY2" fmla="*/ 4821691 h 4821691"/>
              <a:gd name="csX3" fmla="*/ 0 w 3259322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59322" h="4821691">
                <a:moveTo>
                  <a:pt x="0" y="0"/>
                </a:moveTo>
                <a:lnTo>
                  <a:pt x="3259322" y="0"/>
                </a:lnTo>
                <a:lnTo>
                  <a:pt x="3259322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3371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167DE26-C953-A2CD-4466-D8D49DF92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5081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 advClick="0" advTm="300">
        <p159:morph option="byObject"/>
      </p:transition>
    </mc:Choice>
    <mc:Fallback>
      <p:transition advClick="0" advTm="3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1748F81-73F8-45AF-5F8D-89F62A48E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591104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Calibri"/>
                  </a:rPr>
                  <a:t>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.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탐구 과정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- 1)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9DE33C-629B-E975-9E53-39E5D1A9A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5911042" cy="523220"/>
              </a:xfrm>
              <a:prstGeom prst="rect">
                <a:avLst/>
              </a:prstGeom>
              <a:blipFill>
                <a:blip r:embed="rId3"/>
                <a:stretch>
                  <a:fillRect l="-2062" t="-13953" r="-1031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5518A16-602C-47C2-0C52-7CCEB38AC6B9}"/>
              </a:ext>
            </a:extLst>
          </p:cNvPr>
          <p:cNvSpPr/>
          <p:nvPr/>
        </p:nvSpPr>
        <p:spPr>
          <a:xfrm>
            <a:off x="5423339" y="2533517"/>
            <a:ext cx="733098" cy="733098"/>
          </a:xfrm>
          <a:prstGeom prst="ellipse">
            <a:avLst/>
          </a:prstGeom>
          <a:solidFill>
            <a:srgbClr val="C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E7310163-7D26-F13C-13F1-FA43D92CF4F3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B5EA252-6627-9A94-8931-6BB3C9A54107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0556BE7-0D0B-6CB0-FEB1-8DF600C1D566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070E9F18-6683-D834-AC58-42E55F380174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596C408E-D360-DA2E-F1F2-AEB47F930B8E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22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31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8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9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0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8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600"/>
                            </p:stCondLst>
                            <p:childTnLst>
                              <p:par>
                                <p:cTn id="5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600"/>
                            </p:stCondLst>
                            <p:childTnLst>
                              <p:par>
                                <p:cTn id="53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85" grpId="0" animBg="1"/>
      <p:bldP spid="85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84078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Calibri"/>
                  </a:rPr>
                  <a:t>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.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탐구 과정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- 2)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제공량 별 </a:t>
                </a:r>
                <a:r>
                  <a:rPr kumimoji="0" lang="ko-KR" altLang="en-US" sz="28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복원률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rPr>
                  <a:t>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840783" cy="523220"/>
              </a:xfrm>
              <a:prstGeom prst="rect">
                <a:avLst/>
              </a:prstGeom>
              <a:blipFill>
                <a:blip r:embed="rId2"/>
                <a:stretch>
                  <a:fillRect l="-1783" t="-13953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391164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2-1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4407408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407408" y="17373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36008" y="19019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4636008" y="24050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24050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3419" b="-119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/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4D276C-AE67-1D67-7359-90B8770C2E9A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9736</TotalTime>
  <Words>842</Words>
  <Application>Microsoft Office PowerPoint</Application>
  <PresentationFormat>와이드스크린</PresentationFormat>
  <Paragraphs>288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맑은 고딕</vt:lpstr>
      <vt:lpstr>Arial</vt:lpstr>
      <vt:lpstr>Calibri</vt:lpstr>
      <vt:lpstr>Cambria Math</vt:lpstr>
      <vt:lpstr>Office 테마</vt:lpstr>
      <vt:lpstr>Office Theme</vt:lpstr>
      <vt:lpstr>PowerPoint 프레젠테이션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112</cp:revision>
  <dcterms:created xsi:type="dcterms:W3CDTF">2026-08-20T04:49:28Z</dcterms:created>
  <dcterms:modified xsi:type="dcterms:W3CDTF">2026-08-29T07:05:54Z</dcterms:modified>
</cp:coreProperties>
</file>