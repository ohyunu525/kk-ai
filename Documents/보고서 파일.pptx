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75" r:id="rId3"/>
    <p:sldId id="256" r:id="rId4"/>
    <p:sldId id="257" r:id="rId5"/>
    <p:sldId id="272" r:id="rId6"/>
    <p:sldId id="258" r:id="rId7"/>
    <p:sldId id="267" r:id="rId8"/>
    <p:sldId id="268" r:id="rId9"/>
    <p:sldId id="274" r:id="rId10"/>
    <p:sldId id="273" r:id="rId11"/>
    <p:sldId id="276" r:id="rId12"/>
    <p:sldId id="277" r:id="rId13"/>
    <p:sldId id="279" r:id="rId14"/>
    <p:sldId id="282" r:id="rId15"/>
    <p:sldId id="281" r:id="rId16"/>
    <p:sldId id="283" r:id="rId17"/>
    <p:sldId id="263" r:id="rId18"/>
    <p:sldId id="260" r:id="rId19"/>
    <p:sldId id="264" r:id="rId20"/>
    <p:sldId id="280" r:id="rId21"/>
    <p:sldId id="262" r:id="rId22"/>
    <p:sldId id="265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89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745" dt="2026-08-25T05:55:30.9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61" d="100"/>
          <a:sy n="61" d="100"/>
        </p:scale>
        <p:origin x="612" y="4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5T05:55:30.988" v="6130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modTransition addAnim delAnim modAnim">
        <pc:chgData name="연우 오" userId="c3558644dac54ca4" providerId="LiveId" clId="{9333FDCA-79D6-4088-A778-579BE454CE38}" dt="2026-08-22T11:19:39.335" v="5102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add del ord">
        <pc:chgData name="연우 오" userId="c3558644dac54ca4" providerId="LiveId" clId="{9333FDCA-79D6-4088-A778-579BE454CE38}" dt="2026-08-22T09:29:02.742" v="5093"/>
        <pc:sldMkLst>
          <pc:docMk/>
          <pc:sldMk cId="0" sldId="260"/>
        </pc:sldMkLst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ord modAnim">
        <pc:chgData name="연우 오" userId="c3558644dac54ca4" providerId="LiveId" clId="{9333FDCA-79D6-4088-A778-579BE454CE38}" dt="2026-08-24T05:13:32.028" v="5612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0:36.937" v="5260"/>
          <ac:spMkLst>
            <pc:docMk/>
            <pc:sldMk cId="0" sldId="263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3:35.275" v="5288"/>
          <ac:spMkLst>
            <pc:docMk/>
            <pc:sldMk cId="0" sldId="263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8:34.714" v="5520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9.981" v="5606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6.046" v="5605" actId="1076"/>
          <ac:spMkLst>
            <pc:docMk/>
            <pc:sldMk cId="0" sldId="263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0.089" v="5607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7.022" v="5610" actId="1076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연우 오" userId="c3558644dac54ca4" providerId="LiveId" clId="{9333FDCA-79D6-4088-A778-579BE454CE38}" dt="2026-08-22T11:35:45.296" v="5308" actId="207"/>
          <ac:spMkLst>
            <pc:docMk/>
            <pc:sldMk cId="0" sldId="263"/>
            <ac:spMk id="18" creationId="{429E76F4-8747-D59E-08C8-35E0A3246F44}"/>
          </ac:spMkLst>
        </pc:spChg>
      </pc:sldChg>
      <pc:sldChg chg="add del ord">
        <pc:chgData name="연우 오" userId="c3558644dac54ca4" providerId="LiveId" clId="{9333FDCA-79D6-4088-A778-579BE454CE38}" dt="2026-08-22T09:29:04.393" v="5095"/>
        <pc:sldMkLst>
          <pc:docMk/>
          <pc:sldMk cId="0" sldId="264"/>
        </pc:sldMkLst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11:22:02.791" v="5107" actId="14861"/>
        <pc:sldMkLst>
          <pc:docMk/>
          <pc:sldMk cId="1729818181" sldId="268"/>
        </pc:sldMkLst>
        <pc:spChg chg="mod">
          <ac:chgData name="연우 오" userId="c3558644dac54ca4" providerId="LiveId" clId="{9333FDCA-79D6-4088-A778-579BE454CE38}" dt="2026-08-22T11:22:02.791" v="5107" actId="14861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00.784" v="5129" actId="1076"/>
        <pc:sldMkLst>
          <pc:docMk/>
          <pc:sldMk cId="329045685" sldId="272"/>
        </pc:sldMkLst>
        <pc:spChg chg="add mod">
          <ac:chgData name="연우 오" userId="c3558644dac54ca4" providerId="LiveId" clId="{9333FDCA-79D6-4088-A778-579BE454CE38}" dt="2026-08-22T11:26:00.784" v="5129" actId="1076"/>
          <ac:spMkLst>
            <pc:docMk/>
            <pc:sldMk cId="329045685" sldId="272"/>
            <ac:spMk id="12" creationId="{F07AC7A4-0456-10D0-4E2B-77714D89D768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25.154" v="5133"/>
        <pc:sldMkLst>
          <pc:docMk/>
          <pc:sldMk cId="3543465259" sldId="274"/>
        </pc:sldMkLst>
        <pc:spChg chg="add mod">
          <ac:chgData name="연우 오" userId="c3558644dac54ca4" providerId="LiveId" clId="{9333FDCA-79D6-4088-A778-579BE454CE38}" dt="2026-08-22T11:25:33.923" v="5124" actId="1076"/>
          <ac:spMkLst>
            <pc:docMk/>
            <pc:sldMk cId="3543465259" sldId="274"/>
            <ac:spMk id="12" creationId="{7E055B74-6D07-8027-C2E0-43F217250C44}"/>
          </ac:spMkLst>
        </pc:sp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</pc:sldChg>
      <pc:sldChg chg="addSp delSp modSp new mod modTransition modAnim">
        <pc:chgData name="연우 오" userId="c3558644dac54ca4" providerId="LiveId" clId="{9333FDCA-79D6-4088-A778-579BE454CE38}" dt="2026-08-22T11:27:12.398" v="5143"/>
        <pc:sldMkLst>
          <pc:docMk/>
          <pc:sldMk cId="1668423257" sldId="276"/>
        </pc:sldMkLst>
        <pc:spChg chg="add mod">
          <ac:chgData name="연우 오" userId="c3558644dac54ca4" providerId="LiveId" clId="{9333FDCA-79D6-4088-A778-579BE454CE38}" dt="2026-08-22T11:26:45.648" v="5135" actId="1076"/>
          <ac:spMkLst>
            <pc:docMk/>
            <pc:sldMk cId="1668423257" sldId="276"/>
            <ac:spMk id="16" creationId="{69E23E5A-DE1E-3A9B-6078-49F0E7AF3D81}"/>
          </ac:spMkLst>
        </pc:spChg>
        <pc:spChg chg="add mod">
          <ac:chgData name="연우 오" userId="c3558644dac54ca4" providerId="LiveId" clId="{9333FDCA-79D6-4088-A778-579BE454CE38}" dt="2026-08-22T11:26:55.553" v="5138" actId="1076"/>
          <ac:spMkLst>
            <pc:docMk/>
            <pc:sldMk cId="1668423257" sldId="276"/>
            <ac:spMk id="18" creationId="{0BD44B7B-EEAB-1931-A1FD-882A9B40D634}"/>
          </ac:spMkLst>
        </pc:spChg>
        <pc:spChg chg="add mod">
          <ac:chgData name="연우 오" userId="c3558644dac54ca4" providerId="LiveId" clId="{9333FDCA-79D6-4088-A778-579BE454CE38}" dt="2026-08-22T11:27:08.482" v="5142" actId="1076"/>
          <ac:spMkLst>
            <pc:docMk/>
            <pc:sldMk cId="1668423257" sldId="276"/>
            <ac:spMk id="20" creationId="{39607578-A191-5B26-370C-FE64CA517EAA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 delAnim modAnim">
        <pc:chgData name="연우 오" userId="c3558644dac54ca4" providerId="LiveId" clId="{9333FDCA-79D6-4088-A778-579BE454CE38}" dt="2026-08-22T11:29:50.110" v="5168"/>
        <pc:sldMkLst>
          <pc:docMk/>
          <pc:sldMk cId="163252672" sldId="277"/>
        </pc:sldMkLst>
        <pc:spChg chg="add mod">
          <ac:chgData name="연우 오" userId="c3558644dac54ca4" providerId="LiveId" clId="{9333FDCA-79D6-4088-A778-579BE454CE38}" dt="2026-08-22T11:29:09.581" v="5162" actId="14100"/>
          <ac:spMkLst>
            <pc:docMk/>
            <pc:sldMk cId="163252672" sldId="277"/>
            <ac:spMk id="7" creationId="{143F91DC-E3C9-5240-310B-DEDC506789CE}"/>
          </ac:spMkLst>
        </pc:spChg>
        <pc:spChg chg="add mod">
          <ac:chgData name="연우 오" userId="c3558644dac54ca4" providerId="LiveId" clId="{9333FDCA-79D6-4088-A778-579BE454CE38}" dt="2026-08-22T11:29:14.135" v="5163" actId="571"/>
          <ac:spMkLst>
            <pc:docMk/>
            <pc:sldMk cId="163252672" sldId="277"/>
            <ac:spMk id="13" creationId="{D6EF02D0-06D3-894B-A201-F8EA901ECF77}"/>
          </ac:spMkLst>
        </pc:spChg>
        <pc:spChg chg="add mod">
          <ac:chgData name="연우 오" userId="c3558644dac54ca4" providerId="LiveId" clId="{9333FDCA-79D6-4088-A778-579BE454CE38}" dt="2026-08-22T11:29:20.915" v="5166" actId="571"/>
          <ac:spMkLst>
            <pc:docMk/>
            <pc:sldMk cId="163252672" sldId="277"/>
            <ac:spMk id="14" creationId="{6891D03D-FDF9-D6C1-3814-18D536568054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  <pc:picChg chg="add mod">
          <ac:chgData name="연우 오" userId="c3558644dac54ca4" providerId="LiveId" clId="{9333FDCA-79D6-4088-A778-579BE454CE38}" dt="2026-08-22T11:22:44.397" v="5113" actId="1076"/>
          <ac:picMkLst>
            <pc:docMk/>
            <pc:sldMk cId="163252672" sldId="277"/>
            <ac:picMk id="5" creationId="{5D598E6D-36AC-A64D-433B-C549BC9488B5}"/>
          </ac:picMkLst>
        </pc:picChg>
      </pc:sldChg>
      <pc:sldChg chg="addSp delSp modSp new mod modTransition">
        <pc:chgData name="연우 오" userId="c3558644dac54ca4" providerId="LiveId" clId="{9333FDCA-79D6-4088-A778-579BE454CE38}" dt="2026-08-22T11:23:05.692" v="5117"/>
        <pc:sldMkLst>
          <pc:docMk/>
          <pc:sldMk cId="3741572890" sldId="279"/>
        </pc:sldMkLst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mod">
          <ac:chgData name="연우 오" userId="c3558644dac54ca4" providerId="LiveId" clId="{9333FDCA-79D6-4088-A778-579BE454CE38}" dt="2026-08-22T11:22:22.042" v="5109" actId="1076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Sp delSp modSp add mod ord modAnim">
        <pc:chgData name="연우 오" userId="c3558644dac54ca4" providerId="LiveId" clId="{9333FDCA-79D6-4088-A778-579BE454CE38}" dt="2026-08-25T05:55:30.988" v="6130"/>
        <pc:sldMkLst>
          <pc:docMk/>
          <pc:sldMk cId="1001799100" sldId="281"/>
        </pc:sldMkLst>
        <pc:spChg chg="mod">
          <ac:chgData name="연우 오" userId="c3558644dac54ca4" providerId="LiveId" clId="{9333FDCA-79D6-4088-A778-579BE454CE38}" dt="2026-08-25T05:40:42.449" v="6100"/>
          <ac:spMkLst>
            <pc:docMk/>
            <pc:sldMk cId="1001799100" sldId="281"/>
            <ac:spMk id="3" creationId="{97ECB08E-8CB8-E2E4-424A-9DEF6569BB18}"/>
          </ac:spMkLst>
        </pc:spChg>
        <pc:spChg chg="del">
          <ac:chgData name="연우 오" userId="c3558644dac54ca4" providerId="LiveId" clId="{9333FDCA-79D6-4088-A778-579BE454CE38}" dt="2026-08-24T05:13:41.686" v="5613" actId="478"/>
          <ac:spMkLst>
            <pc:docMk/>
            <pc:sldMk cId="1001799100" sldId="281"/>
            <ac:spMk id="10" creationId="{F71A86C9-66EC-4410-3DCC-F002F3E57EC2}"/>
          </ac:spMkLst>
        </pc:spChg>
        <pc:spChg chg="del">
          <ac:chgData name="연우 오" userId="c3558644dac54ca4" providerId="LiveId" clId="{9333FDCA-79D6-4088-A778-579BE454CE38}" dt="2026-08-24T05:13:41.686" v="5613" actId="478"/>
          <ac:spMkLst>
            <pc:docMk/>
            <pc:sldMk cId="1001799100" sldId="281"/>
            <ac:spMk id="11" creationId="{D23F1F01-4D4E-B286-8817-8590F65706D6}"/>
          </ac:spMkLst>
        </pc:spChg>
        <pc:spChg chg="del">
          <ac:chgData name="연우 오" userId="c3558644dac54ca4" providerId="LiveId" clId="{9333FDCA-79D6-4088-A778-579BE454CE38}" dt="2026-08-24T05:13:41.686" v="5613" actId="478"/>
          <ac:spMkLst>
            <pc:docMk/>
            <pc:sldMk cId="1001799100" sldId="281"/>
            <ac:spMk id="12" creationId="{3E874454-0100-5318-3112-F6F7B2D792B6}"/>
          </ac:spMkLst>
        </pc:spChg>
        <pc:spChg chg="add">
          <ac:chgData name="연우 오" userId="c3558644dac54ca4" providerId="LiveId" clId="{9333FDCA-79D6-4088-A778-579BE454CE38}" dt="2026-08-24T05:13:42.284" v="5614" actId="22"/>
          <ac:spMkLst>
            <pc:docMk/>
            <pc:sldMk cId="1001799100" sldId="281"/>
            <ac:spMk id="17" creationId="{10AAA47D-ED53-E371-2F27-B89A3C6B28B1}"/>
          </ac:spMkLst>
        </pc:spChg>
        <pc:spChg chg="add">
          <ac:chgData name="연우 오" userId="c3558644dac54ca4" providerId="LiveId" clId="{9333FDCA-79D6-4088-A778-579BE454CE38}" dt="2026-08-24T05:13:42.284" v="5614" actId="22"/>
          <ac:spMkLst>
            <pc:docMk/>
            <pc:sldMk cId="1001799100" sldId="281"/>
            <ac:spMk id="19" creationId="{413A8E2D-F421-E66A-0DCA-E7996F15DB20}"/>
          </ac:spMkLst>
        </pc:spChg>
        <pc:spChg chg="add">
          <ac:chgData name="연우 오" userId="c3558644dac54ca4" providerId="LiveId" clId="{9333FDCA-79D6-4088-A778-579BE454CE38}" dt="2026-08-24T05:13:42.284" v="5614" actId="22"/>
          <ac:spMkLst>
            <pc:docMk/>
            <pc:sldMk cId="1001799100" sldId="281"/>
            <ac:spMk id="21" creationId="{A05F3E91-CC37-9018-B886-35FCF5658911}"/>
          </ac:spMkLst>
        </pc:spChg>
        <pc:picChg chg="add mod">
          <ac:chgData name="연우 오" userId="c3558644dac54ca4" providerId="LiveId" clId="{9333FDCA-79D6-4088-A778-579BE454CE38}" dt="2026-08-25T05:54:09.051" v="6120" actId="1076"/>
          <ac:picMkLst>
            <pc:docMk/>
            <pc:sldMk cId="1001799100" sldId="281"/>
            <ac:picMk id="22" creationId="{958FEACA-6C5A-6E48-DE89-2749A93EF9BB}"/>
          </ac:picMkLst>
        </pc:picChg>
      </pc:sldChg>
      <pc:sldChg chg="addSp delSp modSp add mod ord delAnim modAnim">
        <pc:chgData name="연우 오" userId="c3558644dac54ca4" providerId="LiveId" clId="{9333FDCA-79D6-4088-A778-579BE454CE38}" dt="2026-08-25T05:41:38.562" v="6105"/>
        <pc:sldMkLst>
          <pc:docMk/>
          <pc:sldMk cId="2797417546" sldId="282"/>
        </pc:sldMkLst>
        <pc:spChg chg="mod ord">
          <ac:chgData name="연우 오" userId="c3558644dac54ca4" providerId="LiveId" clId="{9333FDCA-79D6-4088-A778-579BE454CE38}" dt="2026-08-25T03:57:20.725" v="5690" actId="167"/>
          <ac:spMkLst>
            <pc:docMk/>
            <pc:sldMk cId="2797417546" sldId="282"/>
            <ac:spMk id="2" creationId="{BB0C40F5-940E-4268-7F32-BC3C5A3AC66A}"/>
          </ac:spMkLst>
        </pc:spChg>
        <pc:spChg chg="mod">
          <ac:chgData name="연우 오" userId="c3558644dac54ca4" providerId="LiveId" clId="{9333FDCA-79D6-4088-A778-579BE454CE38}" dt="2026-08-25T05:40:27.468" v="6036" actId="20577"/>
          <ac:spMkLst>
            <pc:docMk/>
            <pc:sldMk cId="2797417546" sldId="282"/>
            <ac:spMk id="3" creationId="{324C18AA-7C39-0EAB-76DD-2FB668EC534A}"/>
          </ac:spMkLst>
        </pc:spChg>
        <pc:spChg chg="add del mod">
          <ac:chgData name="연우 오" userId="c3558644dac54ca4" providerId="LiveId" clId="{9333FDCA-79D6-4088-A778-579BE454CE38}" dt="2026-08-25T05:02:00.007" v="5752" actId="478"/>
          <ac:spMkLst>
            <pc:docMk/>
            <pc:sldMk cId="2797417546" sldId="282"/>
            <ac:spMk id="5" creationId="{4058A72D-BFC0-0E9B-6A39-F90C6ED1B87B}"/>
          </ac:spMkLst>
        </pc:spChg>
        <pc:spChg chg="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7" creationId="{EED7F4D3-B606-4D0C-C294-E85A2009D05C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9" creationId="{E2EA0AE6-AD4D-EE8D-97EC-929CCB17ABAD}"/>
          </ac:spMkLst>
        </pc:spChg>
        <pc:spChg chg="del mod">
          <ac:chgData name="연우 오" userId="c3558644dac54ca4" providerId="LiveId" clId="{9333FDCA-79D6-4088-A778-579BE454CE38}" dt="2026-08-24T05:13:49.861" v="5615" actId="478"/>
          <ac:spMkLst>
            <pc:docMk/>
            <pc:sldMk cId="2797417546" sldId="282"/>
            <ac:spMk id="10" creationId="{BE7CE3BF-17E5-6F16-01F2-24A6834AE337}"/>
          </ac:spMkLst>
        </pc:spChg>
        <pc:spChg chg="del mod">
          <ac:chgData name="연우 오" userId="c3558644dac54ca4" providerId="LiveId" clId="{9333FDCA-79D6-4088-A778-579BE454CE38}" dt="2026-08-24T05:14:03.269" v="5616" actId="478"/>
          <ac:spMkLst>
            <pc:docMk/>
            <pc:sldMk cId="2797417546" sldId="282"/>
            <ac:spMk id="11" creationId="{D78D3934-4AE3-BDBC-3F9B-DCA034C702E8}"/>
          </ac:spMkLst>
        </pc:spChg>
        <pc:spChg chg="del mod">
          <ac:chgData name="연우 오" userId="c3558644dac54ca4" providerId="LiveId" clId="{9333FDCA-79D6-4088-A778-579BE454CE38}" dt="2026-08-24T05:13:49.861" v="5615" actId="478"/>
          <ac:spMkLst>
            <pc:docMk/>
            <pc:sldMk cId="2797417546" sldId="282"/>
            <ac:spMk id="12" creationId="{E527974D-3E46-DA77-D21B-25FE8CD63CAF}"/>
          </ac:spMkLst>
        </pc:spChg>
        <pc:spChg chg="del mod">
          <ac:chgData name="연우 오" userId="c3558644dac54ca4" providerId="LiveId" clId="{9333FDCA-79D6-4088-A778-579BE454CE38}" dt="2026-08-25T05:28:19.075" v="5878" actId="478"/>
          <ac:spMkLst>
            <pc:docMk/>
            <pc:sldMk cId="2797417546" sldId="282"/>
            <ac:spMk id="13" creationId="{5A7E7113-9FAD-C963-ED6F-AE435C87A952}"/>
          </ac:spMkLst>
        </pc:spChg>
        <pc:spChg chg="del mod">
          <ac:chgData name="연우 오" userId="c3558644dac54ca4" providerId="LiveId" clId="{9333FDCA-79D6-4088-A778-579BE454CE38}" dt="2026-08-25T05:28:48.997" v="5881" actId="478"/>
          <ac:spMkLst>
            <pc:docMk/>
            <pc:sldMk cId="2797417546" sldId="282"/>
            <ac:spMk id="14" creationId="{629B201B-8732-21D5-29C5-E51E80223233}"/>
          </ac:spMkLst>
        </pc:spChg>
        <pc:spChg chg="del mod">
          <ac:chgData name="연우 오" userId="c3558644dac54ca4" providerId="LiveId" clId="{9333FDCA-79D6-4088-A778-579BE454CE38}" dt="2026-08-25T05:28:47.450" v="5880" actId="478"/>
          <ac:spMkLst>
            <pc:docMk/>
            <pc:sldMk cId="2797417546" sldId="282"/>
            <ac:spMk id="15" creationId="{2BDC90F9-7C3F-BC58-1B52-C5E2701FDC49}"/>
          </ac:spMkLst>
        </pc:spChg>
        <pc:spChg chg="del mod">
          <ac:chgData name="연우 오" userId="c3558644dac54ca4" providerId="LiveId" clId="{9333FDCA-79D6-4088-A778-579BE454CE38}" dt="2026-08-25T05:28:39.734" v="5879" actId="478"/>
          <ac:spMkLst>
            <pc:docMk/>
            <pc:sldMk cId="2797417546" sldId="282"/>
            <ac:spMk id="16" creationId="{C471ED58-6AFB-0849-C083-22D59A83A7BF}"/>
          </ac:spMkLst>
        </pc:spChg>
        <pc:spChg chg="add 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7" creationId="{EB371654-B606-190F-ACE3-50704E39A432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8" creationId="{9FD5D486-D495-27A6-A3D1-F99195EEFD56}"/>
          </ac:spMkLst>
        </pc:spChg>
        <pc:spChg chg="add del mod">
          <ac:chgData name="연우 오" userId="c3558644dac54ca4" providerId="LiveId" clId="{9333FDCA-79D6-4088-A778-579BE454CE38}" dt="2026-08-25T03:48:08.119" v="5683" actId="478"/>
          <ac:spMkLst>
            <pc:docMk/>
            <pc:sldMk cId="2797417546" sldId="282"/>
            <ac:spMk id="20" creationId="{46BBFF52-91DD-0784-3561-BA2215E6AE9C}"/>
          </ac:spMkLst>
        </pc:spChg>
        <pc:spChg chg="add del mod">
          <ac:chgData name="연우 오" userId="c3558644dac54ca4" providerId="LiveId" clId="{9333FDCA-79D6-4088-A778-579BE454CE38}" dt="2026-08-25T04:35:23.609" v="5709"/>
          <ac:spMkLst>
            <pc:docMk/>
            <pc:sldMk cId="2797417546" sldId="282"/>
            <ac:spMk id="21" creationId="{792544E1-F277-6B1F-2DFC-7D4A1F089F4E}"/>
          </ac:spMkLst>
        </pc:spChg>
        <pc:spChg chg="add del mod">
          <ac:chgData name="연우 오" userId="c3558644dac54ca4" providerId="LiveId" clId="{9333FDCA-79D6-4088-A778-579BE454CE38}" dt="2026-08-25T04:39:10.528" v="5722"/>
          <ac:spMkLst>
            <pc:docMk/>
            <pc:sldMk cId="2797417546" sldId="282"/>
            <ac:spMk id="22" creationId="{FFAAA2FF-5F58-0CEF-32B8-4FF708F998CA}"/>
          </ac:spMkLst>
        </pc:spChg>
        <pc:spChg chg="add del">
          <ac:chgData name="연우 오" userId="c3558644dac54ca4" providerId="LiveId" clId="{9333FDCA-79D6-4088-A778-579BE454CE38}" dt="2026-08-25T04:39:10.526" v="5720" actId="478"/>
          <ac:spMkLst>
            <pc:docMk/>
            <pc:sldMk cId="2797417546" sldId="282"/>
            <ac:spMk id="23" creationId="{1AC211A1-E82B-3797-753D-2EBA4404DCC4}"/>
          </ac:spMkLst>
        </pc:spChg>
        <pc:spChg chg="add del">
          <ac:chgData name="연우 오" userId="c3558644dac54ca4" providerId="LiveId" clId="{9333FDCA-79D6-4088-A778-579BE454CE38}" dt="2026-08-25T04:48:46.136" v="5724" actId="478"/>
          <ac:spMkLst>
            <pc:docMk/>
            <pc:sldMk cId="2797417546" sldId="282"/>
            <ac:spMk id="24" creationId="{C022F2FC-C806-95FC-31A5-B9C1F8C89E65}"/>
          </ac:spMkLst>
        </pc:spChg>
        <pc:spChg chg="add del mod">
          <ac:chgData name="연우 오" userId="c3558644dac54ca4" providerId="LiveId" clId="{9333FDCA-79D6-4088-A778-579BE454CE38}" dt="2026-08-25T04:49:20.449" v="5727" actId="478"/>
          <ac:spMkLst>
            <pc:docMk/>
            <pc:sldMk cId="2797417546" sldId="282"/>
            <ac:spMk id="25" creationId="{840EDBFF-AE81-9AB5-9972-2D15FA3D4865}"/>
          </ac:spMkLst>
        </pc:spChg>
        <pc:spChg chg="add del mod">
          <ac:chgData name="연우 오" userId="c3558644dac54ca4" providerId="LiveId" clId="{9333FDCA-79D6-4088-A778-579BE454CE38}" dt="2026-08-25T04:49:48.153" v="5730" actId="478"/>
          <ac:spMkLst>
            <pc:docMk/>
            <pc:sldMk cId="2797417546" sldId="282"/>
            <ac:spMk id="26" creationId="{7CBC1A33-C389-409B-F58D-637F2089A308}"/>
          </ac:spMkLst>
        </pc:spChg>
        <pc:spChg chg="add del mod">
          <ac:chgData name="연우 오" userId="c3558644dac54ca4" providerId="LiveId" clId="{9333FDCA-79D6-4088-A778-579BE454CE38}" dt="2026-08-25T05:00:21.835" v="5733" actId="478"/>
          <ac:spMkLst>
            <pc:docMk/>
            <pc:sldMk cId="2797417546" sldId="282"/>
            <ac:spMk id="27" creationId="{86334927-DFE4-86D4-A1AE-C547AF1141E2}"/>
          </ac:spMkLst>
        </pc:spChg>
        <pc:spChg chg="add del mod">
          <ac:chgData name="연우 오" userId="c3558644dac54ca4" providerId="LiveId" clId="{9333FDCA-79D6-4088-A778-579BE454CE38}" dt="2026-08-25T05:00:51.732" v="5737" actId="478"/>
          <ac:spMkLst>
            <pc:docMk/>
            <pc:sldMk cId="2797417546" sldId="282"/>
            <ac:spMk id="28" creationId="{24C9C8F0-F4CC-8E77-6361-241B8EC98871}"/>
          </ac:spMkLst>
        </pc:spChg>
        <pc:spChg chg="add del mod">
          <ac:chgData name="연우 오" userId="c3558644dac54ca4" providerId="LiveId" clId="{9333FDCA-79D6-4088-A778-579BE454CE38}" dt="2026-08-25T05:01:16.956" v="5742" actId="478"/>
          <ac:spMkLst>
            <pc:docMk/>
            <pc:sldMk cId="2797417546" sldId="282"/>
            <ac:spMk id="29" creationId="{C349BB00-75DA-B2FD-2CE4-66B0A29E76D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0" creationId="{73799D60-B805-1887-68DD-36F59546F33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1" creationId="{C92197E5-A456-0C24-8CCA-6BAC4E90CC95}"/>
          </ac:spMkLst>
        </pc:spChg>
        <pc:spChg chg="add mod">
          <ac:chgData name="연우 오" userId="c3558644dac54ca4" providerId="LiveId" clId="{9333FDCA-79D6-4088-A778-579BE454CE38}" dt="2026-08-25T05:25:59.293" v="5877" actId="1076"/>
          <ac:spMkLst>
            <pc:docMk/>
            <pc:sldMk cId="2797417546" sldId="282"/>
            <ac:spMk id="34" creationId="{733EEE1D-4BE2-8206-13F4-20490ABA809B}"/>
          </ac:spMkLst>
        </pc:spChg>
        <pc:spChg chg="add mod">
          <ac:chgData name="연우 오" userId="c3558644dac54ca4" providerId="LiveId" clId="{9333FDCA-79D6-4088-A778-579BE454CE38}" dt="2026-08-25T05:29:40.934" v="5884" actId="1076"/>
          <ac:spMkLst>
            <pc:docMk/>
            <pc:sldMk cId="2797417546" sldId="282"/>
            <ac:spMk id="35" creationId="{A6141C10-2286-2155-97E1-4DF86E964FC1}"/>
          </ac:spMkLst>
        </pc:spChg>
        <pc:spChg chg="add mod">
          <ac:chgData name="연우 오" userId="c3558644dac54ca4" providerId="LiveId" clId="{9333FDCA-79D6-4088-A778-579BE454CE38}" dt="2026-08-25T05:30:04.628" v="5886" actId="1076"/>
          <ac:spMkLst>
            <pc:docMk/>
            <pc:sldMk cId="2797417546" sldId="282"/>
            <ac:spMk id="36" creationId="{5A2154DC-55A1-2B41-4206-DF9608585A95}"/>
          </ac:spMkLst>
        </pc:spChg>
        <pc:spChg chg="add del mod">
          <ac:chgData name="연우 오" userId="c3558644dac54ca4" providerId="LiveId" clId="{9333FDCA-79D6-4088-A778-579BE454CE38}" dt="2026-08-25T05:31:26.451" v="5917"/>
          <ac:spMkLst>
            <pc:docMk/>
            <pc:sldMk cId="2797417546" sldId="282"/>
            <ac:spMk id="37" creationId="{ED675A3D-5725-2B3F-8F9A-B05832F38E69}"/>
          </ac:spMkLst>
        </pc:spChg>
        <pc:spChg chg="add del mod">
          <ac:chgData name="연우 오" userId="c3558644dac54ca4" providerId="LiveId" clId="{9333FDCA-79D6-4088-A778-579BE454CE38}" dt="2026-08-25T05:31:58.208" v="5926" actId="478"/>
          <ac:spMkLst>
            <pc:docMk/>
            <pc:sldMk cId="2797417546" sldId="282"/>
            <ac:spMk id="39" creationId="{23B3BDE1-AED7-9B02-A0E9-AB97F817C1FA}"/>
          </ac:spMkLst>
        </pc:spChg>
        <pc:spChg chg="add mod">
          <ac:chgData name="연우 오" userId="c3558644dac54ca4" providerId="LiveId" clId="{9333FDCA-79D6-4088-A778-579BE454CE38}" dt="2026-08-25T05:33:53.501" v="6025" actId="20577"/>
          <ac:spMkLst>
            <pc:docMk/>
            <pc:sldMk cId="2797417546" sldId="282"/>
            <ac:spMk id="40" creationId="{CB7099D8-71F9-C93D-A057-F0B4067DD10E}"/>
          </ac:spMkLst>
        </pc:spChg>
        <pc:spChg chg="add del mod">
          <ac:chgData name="연우 오" userId="c3558644dac54ca4" providerId="LiveId" clId="{9333FDCA-79D6-4088-A778-579BE454CE38}" dt="2026-08-25T05:39:29.229" v="6032" actId="478"/>
          <ac:spMkLst>
            <pc:docMk/>
            <pc:sldMk cId="2797417546" sldId="282"/>
            <ac:spMk id="41" creationId="{E9ED6716-A62E-76E5-72A9-14B10E135752}"/>
          </ac:spMkLst>
        </pc:spChg>
        <pc:picChg chg="add del">
          <ac:chgData name="연우 오" userId="c3558644dac54ca4" providerId="LiveId" clId="{9333FDCA-79D6-4088-A778-579BE454CE38}" dt="2026-08-25T05:04:29.143" v="5848" actId="22"/>
          <ac:picMkLst>
            <pc:docMk/>
            <pc:sldMk cId="2797417546" sldId="282"/>
            <ac:picMk id="33" creationId="{252B05EE-169D-EAD1-77E6-687839C0B0C3}"/>
          </ac:picMkLst>
        </pc:picChg>
      </pc:sldChg>
      <pc:sldChg chg="delSp add mod">
        <pc:chgData name="연우 오" userId="c3558644dac54ca4" providerId="LiveId" clId="{9333FDCA-79D6-4088-A778-579BE454CE38}" dt="2026-08-25T05:53:58.785" v="6119" actId="478"/>
        <pc:sldMkLst>
          <pc:docMk/>
          <pc:sldMk cId="857794491" sldId="283"/>
        </pc:sldMkLst>
        <pc:picChg chg="del">
          <ac:chgData name="연우 오" userId="c3558644dac54ca4" providerId="LiveId" clId="{9333FDCA-79D6-4088-A778-579BE454CE38}" dt="2026-08-25T05:53:58.785" v="6119" actId="478"/>
          <ac:picMkLst>
            <pc:docMk/>
            <pc:sldMk cId="857794491" sldId="283"/>
            <ac:picMk id="22" creationId="{A70A3369-0BB9-9DB1-D9A0-18162894301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A94A8-8093-B7EC-EABA-39D8EF3B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6D31717-00BF-C42E-433E-32349A8DA075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BB98DD-74D4-BC10-4328-ED6F496CB0CD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A9DAED-3EED-E287-0284-3214C2EDAEE9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42FBB4F-9D6E-DB95-BE6A-362E139F30F0}"/>
              </a:ext>
            </a:extLst>
          </p:cNvPr>
          <p:cNvSpPr/>
          <p:nvPr/>
        </p:nvSpPr>
        <p:spPr>
          <a:xfrm>
            <a:off x="743858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B51F6B-7CCD-DC4A-B5A7-C2C866F2FF54}"/>
              </a:ext>
            </a:extLst>
          </p:cNvPr>
          <p:cNvSpPr/>
          <p:nvPr/>
        </p:nvSpPr>
        <p:spPr>
          <a:xfrm>
            <a:off x="777240" y="1737360"/>
            <a:ext cx="69710" cy="481135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2ECAA6-2184-F677-6B89-FB3CA3972837}"/>
              </a:ext>
            </a:extLst>
          </p:cNvPr>
          <p:cNvSpPr txBox="1"/>
          <p:nvPr/>
        </p:nvSpPr>
        <p:spPr>
          <a:xfrm>
            <a:off x="973295" y="1752192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29A264-EB51-2EE6-A9AC-EE98856ADB7F}"/>
              </a:ext>
            </a:extLst>
          </p:cNvPr>
          <p:cNvSpPr txBox="1"/>
          <p:nvPr/>
        </p:nvSpPr>
        <p:spPr>
          <a:xfrm>
            <a:off x="973295" y="2240506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전하의</a:t>
            </a:r>
            <a:r>
              <a:rPr dirty="0"/>
              <a:t> </a:t>
            </a:r>
            <a:r>
              <a:rPr dirty="0" err="1"/>
              <a:t>위치와</a:t>
            </a:r>
            <a:r>
              <a:rPr dirty="0"/>
              <a:t> </a:t>
            </a:r>
            <a:r>
              <a:rPr dirty="0" err="1"/>
              <a:t>크기를</a:t>
            </a:r>
            <a:r>
              <a:rPr dirty="0"/>
              <a:t> </a:t>
            </a:r>
            <a:r>
              <a:rPr dirty="0" err="1"/>
              <a:t>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퍼텐셜</a:t>
            </a:r>
            <a:r>
              <a:rPr dirty="0"/>
              <a:t> </a:t>
            </a:r>
            <a:r>
              <a:rPr dirty="0" err="1"/>
              <a:t>V를</a:t>
            </a:r>
            <a:r>
              <a:rPr dirty="0"/>
              <a:t> </a:t>
            </a:r>
            <a:r>
              <a:rPr dirty="0" err="1"/>
              <a:t>계산한다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물리량을</a:t>
            </a:r>
            <a:r>
              <a:rPr dirty="0"/>
              <a:t> </a:t>
            </a:r>
            <a:r>
              <a:rPr dirty="0" err="1"/>
              <a:t>얻는다</a:t>
            </a:r>
            <a:r>
              <a:rPr dirty="0"/>
              <a:t>.</a:t>
            </a:r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1821C43-791A-6685-A3EE-AB3420C7C86C}"/>
              </a:ext>
            </a:extLst>
          </p:cNvPr>
          <p:cNvSpPr/>
          <p:nvPr/>
        </p:nvSpPr>
        <p:spPr>
          <a:xfrm>
            <a:off x="438912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FBB99C-A088-0513-5A6F-40BA4C7A95F8}"/>
              </a:ext>
            </a:extLst>
          </p:cNvPr>
          <p:cNvSpPr/>
          <p:nvPr/>
        </p:nvSpPr>
        <p:spPr>
          <a:xfrm>
            <a:off x="4389120" y="1737360"/>
            <a:ext cx="69710" cy="4811358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5FB16D-C766-F391-700A-AD979F4BBEAB}"/>
              </a:ext>
            </a:extLst>
          </p:cNvPr>
          <p:cNvSpPr txBox="1"/>
          <p:nvPr/>
        </p:nvSpPr>
        <p:spPr>
          <a:xfrm>
            <a:off x="4658240" y="1732675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역문제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4AC0D8-868E-F7F7-48E9-03D0BDAC880A}"/>
              </a:ext>
            </a:extLst>
          </p:cNvPr>
          <p:cNvSpPr txBox="1"/>
          <p:nvPr/>
        </p:nvSpPr>
        <p:spPr>
          <a:xfrm>
            <a:off x="4585177" y="2240506"/>
            <a:ext cx="2875519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결과만</a:t>
            </a:r>
            <a:r>
              <a:rPr dirty="0"/>
              <a:t> </a:t>
            </a:r>
            <a:r>
              <a:rPr dirty="0" err="1"/>
              <a:t>주어진다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전하가</a:t>
            </a:r>
            <a:r>
              <a:rPr dirty="0"/>
              <a:t> </a:t>
            </a:r>
            <a:r>
              <a:rPr dirty="0" err="1"/>
              <a:t>만들었는지</a:t>
            </a:r>
            <a:r>
              <a:rPr dirty="0"/>
              <a:t> </a:t>
            </a:r>
            <a:r>
              <a:rPr dirty="0" err="1"/>
              <a:t>추정</a:t>
            </a:r>
            <a:r>
              <a:rPr lang="ko-KR" altLang="en-US" dirty="0"/>
              <a:t>할 수 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해가</a:t>
            </a:r>
            <a:r>
              <a:rPr dirty="0"/>
              <a:t> </a:t>
            </a:r>
            <a:r>
              <a:rPr dirty="0" err="1"/>
              <a:t>가능할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108800F-5606-3EBE-2609-27B8C83A6B5E}"/>
              </a:ext>
            </a:extLst>
          </p:cNvPr>
          <p:cNvSpPr/>
          <p:nvPr/>
        </p:nvSpPr>
        <p:spPr>
          <a:xfrm>
            <a:off x="800100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9059B2E-43A7-D571-48E3-5EFA79EAD58C}"/>
              </a:ext>
            </a:extLst>
          </p:cNvPr>
          <p:cNvSpPr/>
          <p:nvPr/>
        </p:nvSpPr>
        <p:spPr>
          <a:xfrm>
            <a:off x="8001000" y="1737360"/>
            <a:ext cx="69710" cy="4811358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EF6721-E95C-CAFF-1324-D26929F5A809}"/>
              </a:ext>
            </a:extLst>
          </p:cNvPr>
          <p:cNvSpPr txBox="1"/>
          <p:nvPr/>
        </p:nvSpPr>
        <p:spPr>
          <a:xfrm>
            <a:off x="8197057" y="1752192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탐구의</a:t>
            </a:r>
            <a:r>
              <a:rPr dirty="0"/>
              <a:t> </a:t>
            </a:r>
            <a:r>
              <a:rPr dirty="0" err="1"/>
              <a:t>출발점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840A38-B8B3-03A1-E12A-5C87C801BA15}"/>
              </a:ext>
            </a:extLst>
          </p:cNvPr>
          <p:cNvSpPr txBox="1"/>
          <p:nvPr/>
        </p:nvSpPr>
        <p:spPr>
          <a:xfrm>
            <a:off x="8197056" y="2240506"/>
            <a:ext cx="2875519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과정에서</a:t>
            </a:r>
            <a:r>
              <a:rPr dirty="0"/>
              <a:t> </a:t>
            </a:r>
            <a:r>
              <a:rPr dirty="0" err="1"/>
              <a:t>정보가</a:t>
            </a:r>
            <a:r>
              <a:rPr dirty="0"/>
              <a:t> </a:t>
            </a:r>
            <a:r>
              <a:rPr dirty="0" err="1"/>
              <a:t>일부</a:t>
            </a:r>
            <a:r>
              <a:rPr dirty="0"/>
              <a:t> </a:t>
            </a:r>
            <a:r>
              <a:rPr dirty="0" err="1"/>
              <a:t>소실된다</a:t>
            </a:r>
            <a:endParaRPr lang="en-US" alt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→</a:t>
            </a:r>
            <a:r>
              <a:rPr lang="en-US" altLang="ko-KR" dirty="0"/>
              <a:t>AI</a:t>
            </a:r>
            <a:r>
              <a:rPr lang="ko-KR" altLang="en-US" dirty="0"/>
              <a:t>라면 고전적 역산보다 해를 도출하는 데 유리하지 않을까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D3BF2B-BEDB-7F7F-0929-E26D57932E2F}"/>
              </a:ext>
            </a:extLst>
          </p:cNvPr>
          <p:cNvSpPr txBox="1"/>
          <p:nvPr/>
        </p:nvSpPr>
        <p:spPr>
          <a:xfrm>
            <a:off x="973295" y="4143039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★☆☆☆☆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고등학교 물리학 </a:t>
            </a:r>
            <a:r>
              <a:rPr lang="en-US" altLang="ko-KR" dirty="0"/>
              <a:t>1 </a:t>
            </a:r>
            <a:r>
              <a:rPr lang="ko-KR" altLang="en-US" dirty="0"/>
              <a:t>과정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탐구의 시작점</a:t>
            </a:r>
            <a:endParaRPr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EAABBC-A23F-DCD6-9B51-CE5217B64F96}"/>
              </a:ext>
            </a:extLst>
          </p:cNvPr>
          <p:cNvSpPr txBox="1"/>
          <p:nvPr/>
        </p:nvSpPr>
        <p:spPr>
          <a:xfrm>
            <a:off x="4585177" y="4143039"/>
            <a:ext cx="287551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★★★☆☆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altLang="ko-KR" dirty="0"/>
              <a:t>-</a:t>
            </a:r>
            <a:r>
              <a:rPr lang="ko-KR" altLang="en-US" dirty="0"/>
              <a:t>단순 고전적 계산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-AI</a:t>
            </a:r>
            <a:r>
              <a:rPr lang="ko-KR" altLang="en-US" dirty="0"/>
              <a:t>의 도입이 불필요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CE1D37-1AF6-53CB-5BD8-DF4051ED5BB2}"/>
              </a:ext>
            </a:extLst>
          </p:cNvPr>
          <p:cNvSpPr txBox="1"/>
          <p:nvPr/>
        </p:nvSpPr>
        <p:spPr>
          <a:xfrm>
            <a:off x="8231913" y="4143039"/>
            <a:ext cx="2875519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난이도 ★★★★★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자체 생산 데이터 사용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데이터로 통계적 추정</a:t>
            </a:r>
            <a:endParaRPr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B22006DD-02B5-4310-0BFB-16AA6EC862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625" t="25333" r="7642" b="4359"/>
          <a:stretch>
            <a:fillRect/>
          </a:stretch>
        </p:blipFill>
        <p:spPr>
          <a:xfrm>
            <a:off x="8001000" y="1737362"/>
            <a:ext cx="3259322" cy="4821691"/>
          </a:xfrm>
          <a:custGeom>
            <a:avLst/>
            <a:gdLst>
              <a:gd name="csX0" fmla="*/ 0 w 3259322"/>
              <a:gd name="csY0" fmla="*/ 0 h 4821691"/>
              <a:gd name="csX1" fmla="*/ 3259322 w 3259322"/>
              <a:gd name="csY1" fmla="*/ 0 h 4821691"/>
              <a:gd name="csX2" fmla="*/ 3259322 w 3259322"/>
              <a:gd name="csY2" fmla="*/ 4821691 h 4821691"/>
              <a:gd name="csX3" fmla="*/ 0 w 3259322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259322" h="4821691">
                <a:moveTo>
                  <a:pt x="0" y="0"/>
                </a:moveTo>
                <a:lnTo>
                  <a:pt x="3259322" y="0"/>
                </a:lnTo>
                <a:lnTo>
                  <a:pt x="3259322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033718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목적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7AC7A4-0456-10D0-4E2B-77714D89D768}"/>
              </a:ext>
            </a:extLst>
          </p:cNvPr>
          <p:cNvSpPr/>
          <p:nvPr/>
        </p:nvSpPr>
        <p:spPr>
          <a:xfrm>
            <a:off x="4478906" y="32766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  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3433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F141B85D-17EA-D432-E6A9-4F1A30C74EFD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942859-D978-CD4F-DD26-2E3B5996D18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3433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658368" y="2916886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2167DE26-C953-A2CD-4466-D8D49DF92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5081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E055B74-6D07-8027-C2E0-43F217250C44}"/>
              </a:ext>
            </a:extLst>
          </p:cNvPr>
          <p:cNvSpPr/>
          <p:nvPr/>
        </p:nvSpPr>
        <p:spPr>
          <a:xfrm>
            <a:off x="4305299" y="3386138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E23E5A-DE1E-3A9B-6078-49F0E7AF3D81}"/>
              </a:ext>
            </a:extLst>
          </p:cNvPr>
          <p:cNvSpPr/>
          <p:nvPr/>
        </p:nvSpPr>
        <p:spPr>
          <a:xfrm>
            <a:off x="4305036" y="3429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BD44B7B-EEAB-1931-A1FD-882A9B40D634}"/>
              </a:ext>
            </a:extLst>
          </p:cNvPr>
          <p:cNvSpPr/>
          <p:nvPr/>
        </p:nvSpPr>
        <p:spPr>
          <a:xfrm>
            <a:off x="4419600" y="1524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9607578-A191-5B26-370C-FE64CA517EAA}"/>
              </a:ext>
            </a:extLst>
          </p:cNvPr>
          <p:cNvSpPr/>
          <p:nvPr/>
        </p:nvSpPr>
        <p:spPr>
          <a:xfrm>
            <a:off x="4258317" y="2290762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D598E6D-36AC-A64D-433B-C549BC9488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5881603" y="-924573"/>
            <a:ext cx="428266" cy="618071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3F91DC-E3C9-5240-310B-DEDC506789CE}"/>
              </a:ext>
            </a:extLst>
          </p:cNvPr>
          <p:cNvSpPr/>
          <p:nvPr/>
        </p:nvSpPr>
        <p:spPr>
          <a:xfrm>
            <a:off x="4571807" y="4191000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EF02D0-06D3-894B-A201-F8EA901ECF77}"/>
              </a:ext>
            </a:extLst>
          </p:cNvPr>
          <p:cNvSpPr/>
          <p:nvPr/>
        </p:nvSpPr>
        <p:spPr>
          <a:xfrm>
            <a:off x="4571807" y="4586288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891D03D-FDF9-D6C1-3814-18D536568054}"/>
              </a:ext>
            </a:extLst>
          </p:cNvPr>
          <p:cNvSpPr/>
          <p:nvPr/>
        </p:nvSpPr>
        <p:spPr>
          <a:xfrm>
            <a:off x="4571807" y="4926103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7C59-68F5-2495-478B-B25615D0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0C40F5-940E-4268-7F32-BC3C5A3AC66A}"/>
              </a:ext>
            </a:extLst>
          </p:cNvPr>
          <p:cNvSpPr/>
          <p:nvPr/>
        </p:nvSpPr>
        <p:spPr>
          <a:xfrm>
            <a:off x="0" y="441434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D7F4D3-B606-4D0C-C294-E85A2009D05C}"/>
              </a:ext>
            </a:extLst>
          </p:cNvPr>
          <p:cNvSpPr/>
          <p:nvPr/>
        </p:nvSpPr>
        <p:spPr>
          <a:xfrm>
            <a:off x="1097280" y="280901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71654-B606-190F-ACE3-50704E39A432}"/>
              </a:ext>
            </a:extLst>
          </p:cNvPr>
          <p:cNvSpPr txBox="1"/>
          <p:nvPr/>
        </p:nvSpPr>
        <p:spPr>
          <a:xfrm>
            <a:off x="1624110" y="2866552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C18AA-7C39-0EAB-76DD-2FB668EC534A}"/>
              </a:ext>
            </a:extLst>
          </p:cNvPr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400C2-E5DF-CC45-AD00-D58103303FE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A0AE6-AD4D-EE8D-97EC-929CCB17ABAD}"/>
              </a:ext>
            </a:extLst>
          </p:cNvPr>
          <p:cNvSpPr txBox="1"/>
          <p:nvPr/>
        </p:nvSpPr>
        <p:spPr>
          <a:xfrm>
            <a:off x="3821167" y="3677696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/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blipFill>
                <a:blip r:embed="rId2"/>
                <a:stretch>
                  <a:fillRect l="-23077" t="-25743" r="-47115" b="-48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3799D60-B805-1887-68DD-36F59546F332}"/>
              </a:ext>
            </a:extLst>
          </p:cNvPr>
          <p:cNvSpPr/>
          <p:nvPr/>
        </p:nvSpPr>
        <p:spPr>
          <a:xfrm>
            <a:off x="494948" y="2941003"/>
            <a:ext cx="11217343" cy="1000010"/>
          </a:xfrm>
          <a:prstGeom prst="flowChartPreparation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2197E5-A456-0C24-8CCA-6BAC4E90CC95}"/>
              </a:ext>
            </a:extLst>
          </p:cNvPr>
          <p:cNvSpPr txBox="1"/>
          <p:nvPr/>
        </p:nvSpPr>
        <p:spPr>
          <a:xfrm>
            <a:off x="1719977" y="3087065"/>
            <a:ext cx="8847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solidFill>
                  <a:srgbClr val="FF0000"/>
                </a:solidFill>
                <a:latin typeface="+mn-ea"/>
              </a:rPr>
              <a:t>논리적으로 전하의 부호를 알 수 없다</a:t>
            </a:r>
            <a:r>
              <a:rPr lang="en-US" altLang="ko-KR" sz="4000" b="1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40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33EEE1D-4BE2-8206-13F4-20490ABA809B}"/>
              </a:ext>
            </a:extLst>
          </p:cNvPr>
          <p:cNvSpPr/>
          <p:nvPr/>
        </p:nvSpPr>
        <p:spPr>
          <a:xfrm>
            <a:off x="5969436" y="2434468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A6141C10-2286-2155-97E1-4DF86E964FC1}"/>
              </a:ext>
            </a:extLst>
          </p:cNvPr>
          <p:cNvSpPr/>
          <p:nvPr/>
        </p:nvSpPr>
        <p:spPr>
          <a:xfrm>
            <a:off x="5967199" y="4045282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5A2154DC-55A1-2B41-4206-DF9608585A95}"/>
              </a:ext>
            </a:extLst>
          </p:cNvPr>
          <p:cNvSpPr/>
          <p:nvPr/>
        </p:nvSpPr>
        <p:spPr>
          <a:xfrm>
            <a:off x="1097280" y="4595405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099D8-71F9-C93D-A057-F0B4067DD10E}"/>
              </a:ext>
            </a:extLst>
          </p:cNvPr>
          <p:cNvSpPr txBox="1"/>
          <p:nvPr/>
        </p:nvSpPr>
        <p:spPr>
          <a:xfrm>
            <a:off x="2174082" y="4652942"/>
            <a:ext cx="78133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V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일부 제공해 부호를 추정한다</a:t>
            </a:r>
            <a:r>
              <a:rPr lang="en-US" altLang="ko-KR" sz="4000" b="1" dirty="0">
                <a:solidFill>
                  <a:srgbClr val="1F8987"/>
                </a:solidFill>
                <a:latin typeface="Cambria Math"/>
              </a:rPr>
              <a:t>?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741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-0.32083 0.00092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0.0013 -0.18472 " pathEditMode="relative" rAng="0" ptsTypes="AA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9236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4.07407E-6 L 0 -0.1805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7" grpId="0"/>
      <p:bldP spid="17" grpId="1"/>
      <p:bldP spid="9" grpId="0"/>
      <p:bldP spid="9" grpId="1"/>
      <p:bldP spid="18" grpId="0"/>
      <p:bldP spid="18" grpId="1"/>
      <p:bldP spid="18" grpId="2"/>
      <p:bldP spid="30" grpId="0" animBg="1"/>
      <p:bldP spid="31" grpId="0"/>
      <p:bldP spid="34" grpId="0" animBg="1"/>
      <p:bldP spid="35" grpId="0" animBg="1"/>
      <p:bldP spid="36" grpId="0" animBg="1"/>
      <p:bldP spid="4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5F3F8-E48C-53B9-B86B-4B9927BE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1F2684-16FA-93E9-18CA-27CF315BC73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CB08E-8CB8-E2E4-424A-9DEF6569BB18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EA9DE-D405-12B4-70FF-DCE880A9B084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5A3DA-2F07-2FB4-A41D-D391CC451F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1AA786-58E7-45C0-5FA8-6D7621D31FAE}"/>
              </a:ext>
            </a:extLst>
          </p:cNvPr>
          <p:cNvSpPr/>
          <p:nvPr/>
        </p:nvSpPr>
        <p:spPr>
          <a:xfrm>
            <a:off x="1097280" y="1828800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0CA7B5-9EA5-3666-30A6-B6BBDDFC6064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CC60A3-DE5A-F883-7F61-BF19D24BBC4D}"/>
              </a:ext>
            </a:extLst>
          </p:cNvPr>
          <p:cNvSpPr txBox="1"/>
          <p:nvPr/>
        </p:nvSpPr>
        <p:spPr>
          <a:xfrm>
            <a:off x="1280160" y="26974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전위의 크기 정보는 남지만 V → −V에 대해 값이 변하지 않는다.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2FADBB7-D278-11E2-22EA-89E4E1C3DF4D}"/>
              </a:ext>
            </a:extLst>
          </p:cNvPr>
          <p:cNvSpPr/>
          <p:nvPr/>
        </p:nvSpPr>
        <p:spPr>
          <a:xfrm>
            <a:off x="1828800" y="4709160"/>
            <a:ext cx="85039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664BB9C-2ED6-1CCF-D704-04D735435900}"/>
              </a:ext>
            </a:extLst>
          </p:cNvPr>
          <p:cNvSpPr/>
          <p:nvPr/>
        </p:nvSpPr>
        <p:spPr>
          <a:xfrm>
            <a:off x="1828800" y="4709160"/>
            <a:ext cx="73152" cy="105156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6C7B59-E1C7-C689-109B-97B3B23A6E6A}"/>
              </a:ext>
            </a:extLst>
          </p:cNvPr>
          <p:cNvSpPr txBox="1"/>
          <p:nvPr/>
        </p:nvSpPr>
        <p:spPr>
          <a:xfrm>
            <a:off x="2057400" y="4873752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중요한 해석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8CF3FC-391B-ACAF-7C2B-D527665EDE1D}"/>
              </a:ext>
            </a:extLst>
          </p:cNvPr>
          <p:cNvSpPr txBox="1"/>
          <p:nvPr/>
        </p:nvSpPr>
        <p:spPr>
          <a:xfrm>
            <a:off x="2057400" y="5349240"/>
            <a:ext cx="809244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400">
                <a:solidFill>
                  <a:srgbClr val="5C6574"/>
                </a:solidFill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탐구에서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KK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이론은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‘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이론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자체를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검증’하는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것이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아니라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동일한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표현해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손실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조건을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설계하는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틀로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사용한다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17" name="Rounded Rectangle 9">
            <a:extLst>
              <a:ext uri="{FF2B5EF4-FFF2-40B4-BE49-F238E27FC236}">
                <a16:creationId xmlns:a16="http://schemas.microsoft.com/office/drawing/2014/main" id="{10AAA47D-ED53-E371-2F27-B89A3C6B28B1}"/>
              </a:ext>
            </a:extLst>
          </p:cNvPr>
          <p:cNvSpPr/>
          <p:nvPr/>
        </p:nvSpPr>
        <p:spPr>
          <a:xfrm>
            <a:off x="1112367" y="315546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3A8E2D-F421-E66A-0DCA-E7996F15DB20}"/>
              </a:ext>
            </a:extLst>
          </p:cNvPr>
          <p:cNvSpPr txBox="1"/>
          <p:nvPr/>
        </p:nvSpPr>
        <p:spPr>
          <a:xfrm>
            <a:off x="1609023" y="3225606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5F3E91-CC37-9018-B886-35FCF5658911}"/>
              </a:ext>
            </a:extLst>
          </p:cNvPr>
          <p:cNvSpPr txBox="1"/>
          <p:nvPr/>
        </p:nvSpPr>
        <p:spPr>
          <a:xfrm>
            <a:off x="1849473" y="4023360"/>
            <a:ext cx="846257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전위의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정보까지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포함하므로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판별에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직접적인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단서를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준다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958FEACA-6C5A-6E48-DE89-2749A93EF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0679" y="1394460"/>
            <a:ext cx="2718993" cy="406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0046 L -0.32174 0.00046 " pathEditMode="relative" rAng="0" ptsTypes="AA">
                                      <p:cBhvr>
                                        <p:cTn id="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9CA0B-6EF1-4919-2E64-DC72B34D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7B9DCD-EDEE-1B89-48B4-67ADC7D7B39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BE69C8-C380-3F62-B744-E7ACAFE2475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DCBD3-AFDA-8244-E5E7-CF449A88E79E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FFC51-DAD0-6023-76AB-1574E0400BC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325592-99F1-D97E-4A52-8D77904BFEA1}"/>
              </a:ext>
            </a:extLst>
          </p:cNvPr>
          <p:cNvSpPr/>
          <p:nvPr/>
        </p:nvSpPr>
        <p:spPr>
          <a:xfrm>
            <a:off x="1097280" y="1828800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F315CD-1989-9E71-CEF4-814D1AAF38B9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63CBB4-59A1-8CD5-FA7C-574E931AFE2B}"/>
              </a:ext>
            </a:extLst>
          </p:cNvPr>
          <p:cNvSpPr txBox="1"/>
          <p:nvPr/>
        </p:nvSpPr>
        <p:spPr>
          <a:xfrm>
            <a:off x="1280160" y="26974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전위의 크기 정보는 남지만 V → −V에 대해 값이 변하지 않는다.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C702CB2-3533-8ECC-8410-104B95A4AB0A}"/>
              </a:ext>
            </a:extLst>
          </p:cNvPr>
          <p:cNvSpPr/>
          <p:nvPr/>
        </p:nvSpPr>
        <p:spPr>
          <a:xfrm>
            <a:off x="1828800" y="4709160"/>
            <a:ext cx="85039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8878F3-7361-67A5-B369-67844CC58BFF}"/>
              </a:ext>
            </a:extLst>
          </p:cNvPr>
          <p:cNvSpPr/>
          <p:nvPr/>
        </p:nvSpPr>
        <p:spPr>
          <a:xfrm>
            <a:off x="1828800" y="4709160"/>
            <a:ext cx="73152" cy="105156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85FAEF-646D-F2B5-C729-C983828F45C7}"/>
              </a:ext>
            </a:extLst>
          </p:cNvPr>
          <p:cNvSpPr txBox="1"/>
          <p:nvPr/>
        </p:nvSpPr>
        <p:spPr>
          <a:xfrm>
            <a:off x="2057400" y="4873752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중요한 해석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D1AB01-9833-7392-77A3-C7F147E06B05}"/>
              </a:ext>
            </a:extLst>
          </p:cNvPr>
          <p:cNvSpPr txBox="1"/>
          <p:nvPr/>
        </p:nvSpPr>
        <p:spPr>
          <a:xfrm>
            <a:off x="2057400" y="5349240"/>
            <a:ext cx="809244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400">
                <a:solidFill>
                  <a:srgbClr val="5C6574"/>
                </a:solidFill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탐구에서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KK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이론은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‘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이론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자체를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검증’하는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것이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아니라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동일한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표현해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손실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조건을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설계하는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틀로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사용한다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17" name="Rounded Rectangle 9">
            <a:extLst>
              <a:ext uri="{FF2B5EF4-FFF2-40B4-BE49-F238E27FC236}">
                <a16:creationId xmlns:a16="http://schemas.microsoft.com/office/drawing/2014/main" id="{BDF79776-3222-AA88-39F3-6F4FE2A05261}"/>
              </a:ext>
            </a:extLst>
          </p:cNvPr>
          <p:cNvSpPr/>
          <p:nvPr/>
        </p:nvSpPr>
        <p:spPr>
          <a:xfrm>
            <a:off x="1112367" y="315546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6300EF-1025-7D39-97D9-6F395B13D8D5}"/>
              </a:ext>
            </a:extLst>
          </p:cNvPr>
          <p:cNvSpPr txBox="1"/>
          <p:nvPr/>
        </p:nvSpPr>
        <p:spPr>
          <a:xfrm>
            <a:off x="1609023" y="3225606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27CDEA-2B3D-225E-4DEA-4B6F782488AF}"/>
              </a:ext>
            </a:extLst>
          </p:cNvPr>
          <p:cNvSpPr txBox="1"/>
          <p:nvPr/>
        </p:nvSpPr>
        <p:spPr>
          <a:xfrm>
            <a:off x="1849473" y="4023360"/>
            <a:ext cx="846257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전위의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정보까지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포함하므로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판별에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직접적인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단서를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준다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577944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97280" y="1828800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821167" y="2697480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112367" y="315546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09023" y="3225606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849473" y="4023360"/>
            <a:ext cx="846257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전위의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정보까지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포함하므로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판별에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직접적인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단서를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준다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709160"/>
            <a:ext cx="85039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828800" y="4709160"/>
            <a:ext cx="73152" cy="105156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057400" y="4873752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중요한 해석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5281053"/>
            <a:ext cx="809244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400">
                <a:solidFill>
                  <a:srgbClr val="5C6574"/>
                </a:solidFill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탐구에서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KK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이론은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‘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이론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자체를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검증’하는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것이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아니라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동일한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표현해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손실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조건을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설계하는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틀로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사용한다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29E76F4-8747-D59E-08C8-35E0A3246F44}"/>
                  </a:ext>
                </a:extLst>
              </p:cNvPr>
              <p:cNvSpPr txBox="1"/>
              <p:nvPr/>
            </p:nvSpPr>
            <p:spPr>
              <a:xfrm>
                <a:off x="5652843" y="1932503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29E76F4-8747-D59E-08C8-35E0A3246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1932503"/>
                <a:ext cx="633187" cy="615553"/>
              </a:xfrm>
              <a:prstGeom prst="rect">
                <a:avLst/>
              </a:prstGeom>
              <a:blipFill>
                <a:blip r:embed="rId2"/>
                <a:stretch>
                  <a:fillRect l="-23077" t="-24752" r="-47115" b="-495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4. 왜 G₀₀만으로는 충분하지 않은가?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전역 부호 반전 대칭 때문에 절대 부호는 원리적으로 식별할 수 없다.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97280" y="1828800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1F8987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{qᵢ} → {−qᵢ}  ⇒  V → −V  ⇒  V²는 동일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108960"/>
            <a:ext cx="338328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22960" y="3108960"/>
            <a:ext cx="73152" cy="2057400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51560" y="32735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복원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749039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 위치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 크기 |q|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 사이의 상대적 부호 구조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3108960"/>
            <a:ext cx="338328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407408" y="3108960"/>
            <a:ext cx="73152" cy="205740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36008" y="32735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복원 불가능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749039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모든 전하의 절대 부호를 동시에 결정하는 것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(+,+,−)와 (−,−,+)의 구별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6" y="3108960"/>
            <a:ext cx="338328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991856" y="3108960"/>
            <a:ext cx="73152" cy="2057400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20456" y="32735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평가 원칙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3749039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G₀₀-only 모델에는 전역 부호 불변 손실 사용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절대 부호 정확도는 평가 대상에서 제외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5. G₀₅를 전부 주면 AI가 필요 없는가?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핵심은 G₀₅ 전체가 아니라 ‘불완전한 부호 정보’를 제공하는 조건이다.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832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73152" cy="338328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4767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G₀₅ 전체 제공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23160"/>
            <a:ext cx="2971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V에 비례하는 정보를 거의 그대로 제공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고전적 역문제 풀이만으로도 강한 제약 가능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AI의 필요성이 약해질 수 있음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783080"/>
            <a:ext cx="33832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407408" y="1783080"/>
            <a:ext cx="73152" cy="3383280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36008" y="194767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G₀₅ 일부 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423160"/>
            <a:ext cx="2971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일부 위치의 값만 관측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마스킹·소실·희소 샘플링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가능한 해가 크게 늘어남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1783080"/>
            <a:ext cx="33832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037575" y="1783080"/>
            <a:ext cx="73152" cy="3383280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66175" y="194767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AI의 역할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423160"/>
            <a:ext cx="2971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 전체에서 공간 패턴 학습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G₀₅를 부호 앵커로 활용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데이터 분포의 사전정보로 해를 좁힘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384" t="25258" r="7213" b="4434"/>
          <a:stretch>
            <a:fillRect/>
          </a:stretch>
        </p:blipFill>
        <p:spPr>
          <a:xfrm>
            <a:off x="7974687" y="1725419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6. 데이터셋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무작위 전하 배치를 생성하고 각 조건의 관측량과 정답을 함께 저장한다.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73152" cy="3611880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856232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입력 A · G₀₀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32×32 G₀₀ 격자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 정보가 직접적으로 없음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baseline 역할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9164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389120" y="1691640"/>
            <a:ext cx="73152" cy="3611880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17720" y="1856232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입력 B · G₀₀ + partial G₀₅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3317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 전체 격자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G₀₅는 일부만 제공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제공 비율을 단계적으로 감소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69164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001000" y="1691640"/>
            <a:ext cx="73152" cy="361188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600" y="1856232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정답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317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 위치 좌표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 q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 전하를 별도 head로 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2356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500">
                <a:solidFill>
                  <a:srgbClr val="18233A"/>
                </a:solidFill>
              </a:defRPr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현재 실험 데이터 규모: 총 10,000개 → Train 8,000 / Validation 1,000 / Test 1,000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7. AI 모델과 학습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 격자의 공간 특징과 희소 부호 정보를 결합해 위치와 전하량을 동시에 추정한다.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3474720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 특징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39"/>
            <a:ext cx="2971800" cy="2697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 → CNN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 국소·전역 패턴 학습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AdaptiveAvgPool로 격자 크기 변화 대응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7373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407408" y="1737360"/>
            <a:ext cx="73152" cy="3474720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36008" y="19019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결합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377439"/>
            <a:ext cx="2971800" cy="2697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partial G₀₅ feature를 별도 입력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CNN feature와 결합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관측량별 역할을 분리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17373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037575" y="1737360"/>
            <a:ext cx="73152" cy="347472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66175" y="19019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출력 및 손실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377439"/>
            <a:ext cx="2971800" cy="2697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Position head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Charge head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 손실 + 전하 손실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G₀₀-only는 전역 부호 불변 처리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4691</TotalTime>
  <Words>932</Words>
  <Application>Microsoft Office PowerPoint</Application>
  <PresentationFormat>와이드스크린</PresentationFormat>
  <Paragraphs>150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27" baseType="lpstr">
      <vt:lpstr>맑은 고딕</vt:lpstr>
      <vt:lpstr>Arial</vt:lpstr>
      <vt:lpstr>Calibri</vt:lpstr>
      <vt:lpstr>Cambria Math</vt:lpstr>
      <vt:lpstr>Office 테마</vt:lpstr>
      <vt:lpstr>Office Theme</vt:lpstr>
      <vt:lpstr>PowerPoint 프레젠테이션</vt:lpstr>
      <vt:lpstr>AI를 활용한 전하 분포 역추정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1</cp:revision>
  <dcterms:created xsi:type="dcterms:W3CDTF">2026-08-20T04:49:28Z</dcterms:created>
  <dcterms:modified xsi:type="dcterms:W3CDTF">2026-08-25T05:55:31Z</dcterms:modified>
</cp:coreProperties>
</file>