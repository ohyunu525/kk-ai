
<file path=[Content_Types].xml><?xml version="1.0" encoding="utf-8"?>
<Types xmlns="http://schemas.openxmlformats.org/package/2006/content-types">
  <Default Extension="glb" ContentType="model/gltf.binary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notesSlides/notesSlide1.xml" ContentType="application/vnd.openxmlformats-officedocument.presentationml.notesSlide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54"/>
  </p:notesMasterIdLst>
  <p:sldIdLst>
    <p:sldId id="256" r:id="rId3"/>
    <p:sldId id="257" r:id="rId4"/>
    <p:sldId id="311" r:id="rId5"/>
    <p:sldId id="272" r:id="rId6"/>
    <p:sldId id="258" r:id="rId7"/>
    <p:sldId id="267" r:id="rId8"/>
    <p:sldId id="268" r:id="rId9"/>
    <p:sldId id="274" r:id="rId10"/>
    <p:sldId id="273" r:id="rId11"/>
    <p:sldId id="276" r:id="rId12"/>
    <p:sldId id="329" r:id="rId13"/>
    <p:sldId id="331" r:id="rId14"/>
    <p:sldId id="277" r:id="rId15"/>
    <p:sldId id="279" r:id="rId16"/>
    <p:sldId id="282" r:id="rId17"/>
    <p:sldId id="283" r:id="rId18"/>
    <p:sldId id="288" r:id="rId19"/>
    <p:sldId id="332" r:id="rId20"/>
    <p:sldId id="280" r:id="rId21"/>
    <p:sldId id="325" r:id="rId22"/>
    <p:sldId id="310" r:id="rId23"/>
    <p:sldId id="314" r:id="rId24"/>
    <p:sldId id="265" r:id="rId25"/>
    <p:sldId id="316" r:id="rId26"/>
    <p:sldId id="315" r:id="rId27"/>
    <p:sldId id="319" r:id="rId28"/>
    <p:sldId id="289" r:id="rId29"/>
    <p:sldId id="320" r:id="rId30"/>
    <p:sldId id="318" r:id="rId31"/>
    <p:sldId id="291" r:id="rId32"/>
    <p:sldId id="312" r:id="rId33"/>
    <p:sldId id="322" r:id="rId34"/>
    <p:sldId id="323" r:id="rId35"/>
    <p:sldId id="321" r:id="rId36"/>
    <p:sldId id="324" r:id="rId37"/>
    <p:sldId id="292" r:id="rId38"/>
    <p:sldId id="313" r:id="rId39"/>
    <p:sldId id="326" r:id="rId40"/>
    <p:sldId id="290" r:id="rId41"/>
    <p:sldId id="309" r:id="rId42"/>
    <p:sldId id="333" r:id="rId43"/>
    <p:sldId id="334" r:id="rId44"/>
    <p:sldId id="335" r:id="rId45"/>
    <p:sldId id="336" r:id="rId46"/>
    <p:sldId id="327" r:id="rId47"/>
    <p:sldId id="281" r:id="rId48"/>
    <p:sldId id="284" r:id="rId49"/>
    <p:sldId id="285" r:id="rId50"/>
    <p:sldId id="286" r:id="rId51"/>
    <p:sldId id="287" r:id="rId52"/>
    <p:sldId id="337" r:id="rId5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제목과 목차" id="{070720AE-5B92-4DFA-A91E-C4AF5206D6EF}">
          <p14:sldIdLst>
            <p14:sldId id="256"/>
            <p14:sldId id="257"/>
          </p14:sldIdLst>
        </p14:section>
        <p14:section name="탐구 정체성" id="{D202829A-1289-4B5B-B235-18A9A200B619}">
          <p14:sldIdLst>
            <p14:sldId id="311"/>
          </p14:sldIdLst>
        </p14:section>
        <p14:section name="탐구 동기" id="{15E1E9EC-8296-49D7-8896-40C31C017E70}">
          <p14:sldIdLst>
            <p14:sldId id="272"/>
            <p14:sldId id="258"/>
            <p14:sldId id="267"/>
            <p14:sldId id="268"/>
            <p14:sldId id="274"/>
            <p14:sldId id="273"/>
            <p14:sldId id="276"/>
            <p14:sldId id="329"/>
            <p14:sldId id="331"/>
            <p14:sldId id="277"/>
            <p14:sldId id="279"/>
            <p14:sldId id="282"/>
          </p14:sldIdLst>
        </p14:section>
        <p14:section name="탐구 동기" id="{5B108BFD-1B3B-4B7A-A617-97F08E0BAD06}">
          <p14:sldIdLst>
            <p14:sldId id="283"/>
            <p14:sldId id="288"/>
            <p14:sldId id="332"/>
            <p14:sldId id="280"/>
          </p14:sldIdLst>
        </p14:section>
        <p14:section name="탐구 과정" id="{DD7FB1F4-153D-4847-B17A-68EEAC5E78DB}">
          <p14:sldIdLst>
            <p14:sldId id="325"/>
          </p14:sldIdLst>
        </p14:section>
        <p14:section name="탐구 과정-1) 데이터 생성" id="{7A31BE09-3A30-4DCC-B496-0EEC888692A2}">
          <p14:sldIdLst>
            <p14:sldId id="310"/>
            <p14:sldId id="314"/>
          </p14:sldIdLst>
        </p14:section>
        <p14:section name="탐구 과정-2) AI" id="{55CCE8CF-3CED-4214-8597-5CD11B0DAA9D}">
          <p14:sldIdLst>
            <p14:sldId id="265"/>
            <p14:sldId id="316"/>
            <p14:sldId id="315"/>
            <p14:sldId id="319"/>
            <p14:sldId id="289"/>
            <p14:sldId id="320"/>
            <p14:sldId id="318"/>
            <p14:sldId id="291"/>
            <p14:sldId id="312"/>
            <p14:sldId id="322"/>
            <p14:sldId id="323"/>
            <p14:sldId id="321"/>
            <p14:sldId id="324"/>
            <p14:sldId id="292"/>
            <p14:sldId id="313"/>
            <p14:sldId id="326"/>
          </p14:sldIdLst>
        </p14:section>
        <p14:section name="탐구 결과 분석" id="{0E94D959-7BFC-44A2-984E-6A8399320528}">
          <p14:sldIdLst>
            <p14:sldId id="290"/>
            <p14:sldId id="309"/>
            <p14:sldId id="333"/>
            <p14:sldId id="334"/>
            <p14:sldId id="335"/>
          </p14:sldIdLst>
        </p14:section>
        <p14:section name="한계" id="{8050E2BC-3BAF-4EC6-9D8A-82CF0F16299D}">
          <p14:sldIdLst>
            <p14:sldId id="336"/>
          </p14:sldIdLst>
        </p14:section>
        <p14:section name="느낀점" id="{24EFFBF0-5F96-42A7-9C45-6A74E515B8DC}">
          <p14:sldIdLst>
            <p14:sldId id="327"/>
          </p14:sldIdLst>
        </p14:section>
        <p14:section name="Details-KK" id="{51796E8D-2770-4A1A-99A5-54D5AEA10880}">
          <p14:sldIdLst>
            <p14:sldId id="281"/>
            <p14:sldId id="284"/>
            <p14:sldId id="285"/>
            <p14:sldId id="286"/>
            <p14:sldId id="287"/>
            <p14:sldId id="33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F9FC"/>
    <a:srgbClr val="1F898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77F6D55-966C-4D09-8244-D4902671CCF2}" v="1366" dt="2026-08-26T06:53:41.42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613" autoAdjust="0"/>
    <p:restoredTop sz="94660"/>
  </p:normalViewPr>
  <p:slideViewPr>
    <p:cSldViewPr snapToGrid="0">
      <p:cViewPr>
        <p:scale>
          <a:sx n="50" d="100"/>
          <a:sy n="50" d="100"/>
        </p:scale>
        <p:origin x="1155" y="6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presProps" Target="pres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tableStyles" Target="tableStyles.xml"/><Relationship Id="rId5" Type="http://schemas.openxmlformats.org/officeDocument/2006/relationships/slide" Target="slides/slide3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viewProps" Target="viewProps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microsoft.com/office/2016/11/relationships/changesInfo" Target="changesInfos/changesInfo1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theme" Target="theme/theme1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연우 오" userId="c3558644dac54ca4" providerId="LiveId" clId="{9333FDCA-79D6-4088-A778-579BE454CE38}"/>
    <pc:docChg chg="undo redo custSel addSld delSld modSld sldOrd">
      <pc:chgData name="연우 오" userId="c3558644dac54ca4" providerId="LiveId" clId="{9333FDCA-79D6-4088-A778-579BE454CE38}" dt="2026-08-26T06:54:04.059" v="7861" actId="20577"/>
      <pc:docMkLst>
        <pc:docMk/>
      </pc:docMkLst>
      <pc:sldChg chg="addSp delSp modSp mod">
        <pc:chgData name="연우 오" userId="c3558644dac54ca4" providerId="LiveId" clId="{9333FDCA-79D6-4088-A778-579BE454CE38}" dt="2026-08-21T07:52:16.416" v="3281" actId="14100"/>
        <pc:sldMkLst>
          <pc:docMk/>
          <pc:sldMk cId="3694522991" sldId="256"/>
        </pc:sldMkLst>
        <pc:spChg chg="mod ord">
          <ac:chgData name="연우 오" userId="c3558644dac54ca4" providerId="LiveId" clId="{9333FDCA-79D6-4088-A778-579BE454CE38}" dt="2026-08-21T07:49:37.931" v="2327" actId="166"/>
          <ac:spMkLst>
            <pc:docMk/>
            <pc:sldMk cId="3694522991" sldId="256"/>
            <ac:spMk id="2" creationId="{9087F190-AF04-3CAF-D892-F9146164ED6B}"/>
          </ac:spMkLst>
        </pc:spChg>
        <pc:spChg chg="mod">
          <ac:chgData name="연우 오" userId="c3558644dac54ca4" providerId="LiveId" clId="{9333FDCA-79D6-4088-A778-579BE454CE38}" dt="2026-08-21T01:14:06.649" v="397" actId="1076"/>
          <ac:spMkLst>
            <pc:docMk/>
            <pc:sldMk cId="3694522991" sldId="256"/>
            <ac:spMk id="3" creationId="{76452ABD-CDF8-B89F-0707-5D1691B6D25A}"/>
          </ac:spMkLst>
        </pc:spChg>
        <pc:spChg chg="add mod ord">
          <ac:chgData name="연우 오" userId="c3558644dac54ca4" providerId="LiveId" clId="{9333FDCA-79D6-4088-A778-579BE454CE38}" dt="2026-08-21T07:49:37.931" v="2327" actId="166"/>
          <ac:spMkLst>
            <pc:docMk/>
            <pc:sldMk cId="3694522991" sldId="256"/>
            <ac:spMk id="4" creationId="{A0F1D0AE-0809-55A2-50D5-E07C23A03EBA}"/>
          </ac:spMkLst>
        </pc:spChg>
        <pc:spChg chg="add mod ord">
          <ac:chgData name="연우 오" userId="c3558644dac54ca4" providerId="LiveId" clId="{9333FDCA-79D6-4088-A778-579BE454CE38}" dt="2026-08-21T07:49:37.931" v="2327" actId="166"/>
          <ac:spMkLst>
            <pc:docMk/>
            <pc:sldMk cId="3694522991" sldId="256"/>
            <ac:spMk id="5" creationId="{B9F36D4F-DDBA-7F6D-D1CB-92EF3AA6C5F7}"/>
          </ac:spMkLst>
        </pc:spChg>
        <pc:spChg chg="add mod">
          <ac:chgData name="연우 오" userId="c3558644dac54ca4" providerId="LiveId" clId="{9333FDCA-79D6-4088-A778-579BE454CE38}" dt="2026-08-21T01:14:06.649" v="397" actId="1076"/>
          <ac:spMkLst>
            <pc:docMk/>
            <pc:sldMk cId="3694522991" sldId="256"/>
            <ac:spMk id="6" creationId="{6081D9EA-CF99-AFD1-53CC-472B830753FD}"/>
          </ac:spMkLst>
        </pc:spChg>
        <pc:spChg chg="add mod ord">
          <ac:chgData name="연우 오" userId="c3558644dac54ca4" providerId="LiveId" clId="{9333FDCA-79D6-4088-A778-579BE454CE38}" dt="2026-08-21T07:52:03.917" v="3280" actId="207"/>
          <ac:spMkLst>
            <pc:docMk/>
            <pc:sldMk cId="3694522991" sldId="256"/>
            <ac:spMk id="7" creationId="{1988447A-651A-7674-B384-7B128617E260}"/>
          </ac:spMkLst>
        </pc:spChg>
        <pc:picChg chg="add mod ord">
          <ac:chgData name="연우 오" userId="c3558644dac54ca4" providerId="LiveId" clId="{9333FDCA-79D6-4088-A778-579BE454CE38}" dt="2026-08-21T07:52:16.416" v="3281" actId="14100"/>
          <ac:picMkLst>
            <pc:docMk/>
            <pc:sldMk cId="3694522991" sldId="256"/>
            <ac:picMk id="183" creationId="{B8B6668B-4134-8726-B607-F9BB4BD6D775}"/>
          </ac:picMkLst>
        </pc:picChg>
      </pc:sldChg>
      <pc:sldChg chg="modSp new mod">
        <pc:chgData name="연우 오" userId="c3558644dac54ca4" providerId="LiveId" clId="{9333FDCA-79D6-4088-A778-579BE454CE38}" dt="2026-08-21T01:14:49.190" v="490" actId="20577"/>
        <pc:sldMkLst>
          <pc:docMk/>
          <pc:sldMk cId="2241571029" sldId="257"/>
        </pc:sldMkLst>
        <pc:spChg chg="mod">
          <ac:chgData name="연우 오" userId="c3558644dac54ca4" providerId="LiveId" clId="{9333FDCA-79D6-4088-A778-579BE454CE38}" dt="2026-08-20T04:53:44.710" v="22"/>
          <ac:spMkLst>
            <pc:docMk/>
            <pc:sldMk cId="2241571029" sldId="257"/>
            <ac:spMk id="2" creationId="{7B6ED5B7-F4FF-5D58-1496-805765AC91AD}"/>
          </ac:spMkLst>
        </pc:spChg>
        <pc:spChg chg="mod">
          <ac:chgData name="연우 오" userId="c3558644dac54ca4" providerId="LiveId" clId="{9333FDCA-79D6-4088-A778-579BE454CE38}" dt="2026-08-21T01:14:49.190" v="490" actId="20577"/>
          <ac:spMkLst>
            <pc:docMk/>
            <pc:sldMk cId="2241571029" sldId="257"/>
            <ac:spMk id="3" creationId="{7BCAA9C7-8BC1-5B83-AD83-74E2D21CD892}"/>
          </ac:spMkLst>
        </pc:spChg>
      </pc:sldChg>
      <pc:sldChg chg="addSp delSp modSp add del mod modTransition addAnim delAnim modAnim">
        <pc:chgData name="연우 오" userId="c3558644dac54ca4" providerId="LiveId" clId="{9333FDCA-79D6-4088-A778-579BE454CE38}" dt="2026-08-22T11:19:39.335" v="5102"/>
        <pc:sldMkLst>
          <pc:docMk/>
          <pc:sldMk cId="0" sldId="258"/>
        </pc:sldMkLst>
        <pc:spChg chg="mod ord">
          <ac:chgData name="연우 오" userId="c3558644dac54ca4" providerId="LiveId" clId="{9333FDCA-79D6-4088-A778-579BE454CE38}" dt="2026-08-22T08:09:15.412" v="4326" actId="167"/>
          <ac:spMkLst>
            <pc:docMk/>
            <pc:sldMk cId="0" sldId="258"/>
            <ac:spMk id="2" creationId="{00000000-0000-0000-0000-000000000000}"/>
          </ac:spMkLst>
        </pc:spChg>
        <pc:spChg chg="mod">
          <ac:chgData name="연우 오" userId="c3558644dac54ca4" providerId="LiveId" clId="{9333FDCA-79D6-4088-A778-579BE454CE38}" dt="2026-08-21T08:02:10.647" v="3391"/>
          <ac:spMkLst>
            <pc:docMk/>
            <pc:sldMk cId="0" sldId="258"/>
            <ac:spMk id="3" creationId="{00000000-0000-0000-0000-000000000000}"/>
          </ac:spMkLst>
        </pc:spChg>
        <pc:spChg chg="mod ord">
          <ac:chgData name="연우 오" userId="c3558644dac54ca4" providerId="LiveId" clId="{9333FDCA-79D6-4088-A778-579BE454CE38}" dt="2026-08-22T08:09:10.454" v="4324" actId="167"/>
          <ac:spMkLst>
            <pc:docMk/>
            <pc:sldMk cId="0" sldId="258"/>
            <ac:spMk id="7" creationId="{00000000-0000-0000-0000-000000000000}"/>
          </ac:spMkLst>
        </pc:spChg>
        <pc:spChg chg="mod ord">
          <ac:chgData name="연우 오" userId="c3558644dac54ca4" providerId="LiveId" clId="{9333FDCA-79D6-4088-A778-579BE454CE38}" dt="2026-08-22T08:07:48.020" v="4310" actId="167"/>
          <ac:spMkLst>
            <pc:docMk/>
            <pc:sldMk cId="0" sldId="258"/>
            <ac:spMk id="8" creationId="{00000000-0000-0000-0000-000000000000}"/>
          </ac:spMkLst>
        </pc:spChg>
        <pc:spChg chg="mod">
          <ac:chgData name="연우 오" userId="c3558644dac54ca4" providerId="LiveId" clId="{9333FDCA-79D6-4088-A778-579BE454CE38}" dt="2026-08-22T08:04:28.516" v="4279" actId="1076"/>
          <ac:spMkLst>
            <pc:docMk/>
            <pc:sldMk cId="0" sldId="258"/>
            <ac:spMk id="9" creationId="{00000000-0000-0000-0000-000000000000}"/>
          </ac:spMkLst>
        </pc:spChg>
        <pc:spChg chg="mod ord">
          <ac:chgData name="연우 오" userId="c3558644dac54ca4" providerId="LiveId" clId="{9333FDCA-79D6-4088-A778-579BE454CE38}" dt="2026-08-22T07:51:45.967" v="4228" actId="1076"/>
          <ac:spMkLst>
            <pc:docMk/>
            <pc:sldMk cId="0" sldId="258"/>
            <ac:spMk id="10" creationId="{00000000-0000-0000-0000-000000000000}"/>
          </ac:spMkLst>
        </pc:spChg>
        <pc:spChg chg="add mod ord">
          <ac:chgData name="연우 오" userId="c3558644dac54ca4" providerId="LiveId" clId="{9333FDCA-79D6-4088-A778-579BE454CE38}" dt="2026-08-22T08:09:13.754" v="4325" actId="167"/>
          <ac:spMkLst>
            <pc:docMk/>
            <pc:sldMk cId="0" sldId="258"/>
            <ac:spMk id="14" creationId="{1BC14763-48D4-D601-7D32-42FF5D51D465}"/>
          </ac:spMkLst>
        </pc:spChg>
        <pc:spChg chg="add mod ord">
          <ac:chgData name="연우 오" userId="c3558644dac54ca4" providerId="LiveId" clId="{9333FDCA-79D6-4088-A778-579BE454CE38}" dt="2026-08-22T08:08:19.110" v="4314" actId="167"/>
          <ac:spMkLst>
            <pc:docMk/>
            <pc:sldMk cId="0" sldId="258"/>
            <ac:spMk id="16" creationId="{FCB9916F-80A4-BD15-26B8-E072BDD4BC6D}"/>
          </ac:spMkLst>
        </pc:spChg>
        <pc:spChg chg="add mod">
          <ac:chgData name="연우 오" userId="c3558644dac54ca4" providerId="LiveId" clId="{9333FDCA-79D6-4088-A778-579BE454CE38}" dt="2026-08-22T08:04:48.037" v="4281" actId="1076"/>
          <ac:spMkLst>
            <pc:docMk/>
            <pc:sldMk cId="0" sldId="258"/>
            <ac:spMk id="17" creationId="{DD5F9F98-C5DA-F712-AA00-ECD121EC3ED4}"/>
          </ac:spMkLst>
        </pc:spChg>
        <pc:picChg chg="add mod">
          <ac:chgData name="연우 오" userId="c3558644dac54ca4" providerId="LiveId" clId="{9333FDCA-79D6-4088-A778-579BE454CE38}" dt="2026-08-22T08:15:07.796" v="4357" actId="1076"/>
          <ac:picMkLst>
            <pc:docMk/>
            <pc:sldMk cId="0" sldId="258"/>
            <ac:picMk id="12" creationId="{6F836141-F320-57A3-36AA-AD246B1F6298}"/>
          </ac:picMkLst>
        </pc:picChg>
      </pc:sldChg>
      <pc:sldChg chg="modSp add del mod ord">
        <pc:chgData name="연우 오" userId="c3558644dac54ca4" providerId="LiveId" clId="{9333FDCA-79D6-4088-A778-579BE454CE38}" dt="2026-08-26T06:41:01.183" v="7559" actId="20577"/>
        <pc:sldMkLst>
          <pc:docMk/>
          <pc:sldMk cId="0" sldId="260"/>
        </pc:sldMkLst>
        <pc:spChg chg="mod">
          <ac:chgData name="연우 오" userId="c3558644dac54ca4" providerId="LiveId" clId="{9333FDCA-79D6-4088-A778-579BE454CE38}" dt="2026-08-26T06:41:01.183" v="7559" actId="20577"/>
          <ac:spMkLst>
            <pc:docMk/>
            <pc:sldMk cId="0" sldId="260"/>
            <ac:spMk id="3" creationId="{00000000-0000-0000-0000-000000000000}"/>
          </ac:spMkLst>
        </pc:spChg>
      </pc:sldChg>
      <pc:sldChg chg="add del ord">
        <pc:chgData name="연우 오" userId="c3558644dac54ca4" providerId="LiveId" clId="{9333FDCA-79D6-4088-A778-579BE454CE38}" dt="2026-08-22T09:29:09.136" v="5099"/>
        <pc:sldMkLst>
          <pc:docMk/>
          <pc:sldMk cId="0" sldId="262"/>
        </pc:sldMkLst>
      </pc:sldChg>
      <pc:sldChg chg="addSp delSp modSp add del mod ord modAnim">
        <pc:chgData name="연우 오" userId="c3558644dac54ca4" providerId="LiveId" clId="{9333FDCA-79D6-4088-A778-579BE454CE38}" dt="2026-08-26T06:53:51.502" v="7857" actId="47"/>
        <pc:sldMkLst>
          <pc:docMk/>
          <pc:sldMk cId="0" sldId="263"/>
        </pc:sldMkLst>
        <pc:spChg chg="mod">
          <ac:chgData name="연우 오" userId="c3558644dac54ca4" providerId="LiveId" clId="{9333FDCA-79D6-4088-A778-579BE454CE38}" dt="2026-08-22T08:21:59.742" v="4384" actId="1076"/>
          <ac:spMkLst>
            <pc:docMk/>
            <pc:sldMk cId="0" sldId="263"/>
            <ac:spMk id="2" creationId="{00000000-0000-0000-0000-000000000000}"/>
          </ac:spMkLst>
        </pc:spChg>
        <pc:spChg chg="mod">
          <ac:chgData name="연우 오" userId="c3558644dac54ca4" providerId="LiveId" clId="{9333FDCA-79D6-4088-A778-579BE454CE38}" dt="2026-08-22T11:30:36.937" v="5260"/>
          <ac:spMkLst>
            <pc:docMk/>
            <pc:sldMk cId="0" sldId="263"/>
            <ac:spMk id="3" creationId="{00000000-0000-0000-0000-000000000000}"/>
          </ac:spMkLst>
        </pc:spChg>
        <pc:spChg chg="mod">
          <ac:chgData name="연우 오" userId="c3558644dac54ca4" providerId="LiveId" clId="{9333FDCA-79D6-4088-A778-579BE454CE38}" dt="2026-08-22T11:33:35.275" v="5288"/>
          <ac:spMkLst>
            <pc:docMk/>
            <pc:sldMk cId="0" sldId="263"/>
            <ac:spMk id="7" creationId="{00000000-0000-0000-0000-000000000000}"/>
          </ac:spMkLst>
        </pc:spChg>
        <pc:spChg chg="mod">
          <ac:chgData name="연우 오" userId="c3558644dac54ca4" providerId="LiveId" clId="{9333FDCA-79D6-4088-A778-579BE454CE38}" dt="2026-08-22T11:38:34.714" v="5520" actId="255"/>
          <ac:spMkLst>
            <pc:docMk/>
            <pc:sldMk cId="0" sldId="263"/>
            <ac:spMk id="9" creationId="{00000000-0000-0000-0000-000000000000}"/>
          </ac:spMkLst>
        </pc:spChg>
        <pc:spChg chg="mod">
          <ac:chgData name="연우 오" userId="c3558644dac54ca4" providerId="LiveId" clId="{9333FDCA-79D6-4088-A778-579BE454CE38}" dt="2026-08-24T05:12:29.981" v="5606" actId="1076"/>
          <ac:spMkLst>
            <pc:docMk/>
            <pc:sldMk cId="0" sldId="263"/>
            <ac:spMk id="10" creationId="{00000000-0000-0000-0000-000000000000}"/>
          </ac:spMkLst>
        </pc:spChg>
        <pc:spChg chg="mod">
          <ac:chgData name="연우 오" userId="c3558644dac54ca4" providerId="LiveId" clId="{9333FDCA-79D6-4088-A778-579BE454CE38}" dt="2026-08-26T06:42:20.550" v="7610" actId="207"/>
          <ac:spMkLst>
            <pc:docMk/>
            <pc:sldMk cId="0" sldId="263"/>
            <ac:spMk id="11" creationId="{00000000-0000-0000-0000-000000000000}"/>
          </ac:spMkLst>
        </pc:spChg>
        <pc:spChg chg="mod">
          <ac:chgData name="연우 오" userId="c3558644dac54ca4" providerId="LiveId" clId="{9333FDCA-79D6-4088-A778-579BE454CE38}" dt="2026-08-24T05:12:50.089" v="5607" actId="255"/>
          <ac:spMkLst>
            <pc:docMk/>
            <pc:sldMk cId="0" sldId="263"/>
            <ac:spMk id="12" creationId="{00000000-0000-0000-0000-000000000000}"/>
          </ac:spMkLst>
        </pc:spChg>
        <pc:spChg chg="mod">
          <ac:chgData name="연우 오" userId="c3558644dac54ca4" providerId="LiveId" clId="{9333FDCA-79D6-4088-A778-579BE454CE38}" dt="2026-08-24T05:12:57.022" v="5610" actId="1076"/>
          <ac:spMkLst>
            <pc:docMk/>
            <pc:sldMk cId="0" sldId="263"/>
            <ac:spMk id="16" creationId="{00000000-0000-0000-0000-000000000000}"/>
          </ac:spMkLst>
        </pc:spChg>
        <pc:spChg chg="add mod">
          <ac:chgData name="연우 오" userId="c3558644dac54ca4" providerId="LiveId" clId="{9333FDCA-79D6-4088-A778-579BE454CE38}" dt="2026-08-22T11:35:45.296" v="5308" actId="207"/>
          <ac:spMkLst>
            <pc:docMk/>
            <pc:sldMk cId="0" sldId="263"/>
            <ac:spMk id="18" creationId="{429E76F4-8747-D59E-08C8-35E0A3246F44}"/>
          </ac:spMkLst>
        </pc:spChg>
      </pc:sldChg>
      <pc:sldChg chg="modSp add del mod ord">
        <pc:chgData name="연우 오" userId="c3558644dac54ca4" providerId="LiveId" clId="{9333FDCA-79D6-4088-A778-579BE454CE38}" dt="2026-08-26T06:54:04.059" v="7861" actId="20577"/>
        <pc:sldMkLst>
          <pc:docMk/>
          <pc:sldMk cId="0" sldId="264"/>
        </pc:sldMkLst>
        <pc:spChg chg="mod">
          <ac:chgData name="연우 오" userId="c3558644dac54ca4" providerId="LiveId" clId="{9333FDCA-79D6-4088-A778-579BE454CE38}" dt="2026-08-26T06:54:04.059" v="7861" actId="20577"/>
          <ac:spMkLst>
            <pc:docMk/>
            <pc:sldMk cId="0" sldId="264"/>
            <ac:spMk id="3" creationId="{00000000-0000-0000-0000-000000000000}"/>
          </ac:spMkLst>
        </pc:spChg>
      </pc:sldChg>
      <pc:sldChg chg="add del">
        <pc:chgData name="연우 오" userId="c3558644dac54ca4" providerId="LiveId" clId="{9333FDCA-79D6-4088-A778-579BE454CE38}" dt="2026-08-22T07:32:29.055" v="3819"/>
        <pc:sldMkLst>
          <pc:docMk/>
          <pc:sldMk cId="0" sldId="265"/>
        </pc:sldMkLst>
      </pc:sldChg>
      <pc:sldChg chg="addSp delSp modSp add mod modTransition modAnim">
        <pc:chgData name="연우 오" userId="c3558644dac54ca4" providerId="LiveId" clId="{9333FDCA-79D6-4088-A778-579BE454CE38}" dt="2026-08-22T08:24:37.049" v="4569" actId="478"/>
        <pc:sldMkLst>
          <pc:docMk/>
          <pc:sldMk cId="96350533" sldId="267"/>
        </pc:sldMkLst>
        <pc:spChg chg="mod">
          <ac:chgData name="연우 오" userId="c3558644dac54ca4" providerId="LiveId" clId="{9333FDCA-79D6-4088-A778-579BE454CE38}" dt="2026-08-22T08:16:58.856" v="4371" actId="1076"/>
          <ac:spMkLst>
            <pc:docMk/>
            <pc:sldMk cId="96350533" sldId="267"/>
            <ac:spMk id="7" creationId="{CBB12F64-12D9-DF0D-F200-05D9460D23E6}"/>
          </ac:spMkLst>
        </pc:spChg>
        <pc:spChg chg="mod">
          <ac:chgData name="연우 오" userId="c3558644dac54ca4" providerId="LiveId" clId="{9333FDCA-79D6-4088-A778-579BE454CE38}" dt="2026-08-22T08:16:58.856" v="4371" actId="1076"/>
          <ac:spMkLst>
            <pc:docMk/>
            <pc:sldMk cId="96350533" sldId="267"/>
            <ac:spMk id="8" creationId="{BE2EE4C3-3F08-8ACC-A901-639FFAAAAECE}"/>
          </ac:spMkLst>
        </pc:spChg>
        <pc:spChg chg="mod">
          <ac:chgData name="연우 오" userId="c3558644dac54ca4" providerId="LiveId" clId="{9333FDCA-79D6-4088-A778-579BE454CE38}" dt="2026-08-22T08:16:58.856" v="4371" actId="1076"/>
          <ac:spMkLst>
            <pc:docMk/>
            <pc:sldMk cId="96350533" sldId="267"/>
            <ac:spMk id="9" creationId="{8ABB6EDB-60E2-32F7-B321-7F9BD3D27664}"/>
          </ac:spMkLst>
        </pc:spChg>
        <pc:spChg chg="mod">
          <ac:chgData name="연우 오" userId="c3558644dac54ca4" providerId="LiveId" clId="{9333FDCA-79D6-4088-A778-579BE454CE38}" dt="2026-08-22T08:16:58.856" v="4371" actId="1076"/>
          <ac:spMkLst>
            <pc:docMk/>
            <pc:sldMk cId="96350533" sldId="267"/>
            <ac:spMk id="17" creationId="{6C92398E-0F84-BBDB-2D03-BE2A1DE19492}"/>
          </ac:spMkLst>
        </pc:spChg>
        <pc:picChg chg="add mod">
          <ac:chgData name="연우 오" userId="c3558644dac54ca4" providerId="LiveId" clId="{9333FDCA-79D6-4088-A778-579BE454CE38}" dt="2026-08-22T08:24:23.254" v="4565" actId="1076"/>
          <ac:picMkLst>
            <pc:docMk/>
            <pc:sldMk cId="96350533" sldId="267"/>
            <ac:picMk id="15" creationId="{A67BCAA6-D0E9-6960-67CA-D0491AF61F93}"/>
          </ac:picMkLst>
        </pc:picChg>
      </pc:sldChg>
      <pc:sldChg chg="addSp delSp modSp add mod addAnim delAnim modAnim">
        <pc:chgData name="연우 오" userId="c3558644dac54ca4" providerId="LiveId" clId="{9333FDCA-79D6-4088-A778-579BE454CE38}" dt="2026-08-22T11:22:02.791" v="5107" actId="14861"/>
        <pc:sldMkLst>
          <pc:docMk/>
          <pc:sldMk cId="1729818181" sldId="268"/>
        </pc:sldMkLst>
        <pc:spChg chg="mod">
          <ac:chgData name="연우 오" userId="c3558644dac54ca4" providerId="LiveId" clId="{9333FDCA-79D6-4088-A778-579BE454CE38}" dt="2026-08-22T11:22:02.791" v="5107" actId="14861"/>
          <ac:spMkLst>
            <pc:docMk/>
            <pc:sldMk cId="1729818181" sldId="268"/>
            <ac:spMk id="18" creationId="{360CB4A5-BBD7-B12D-4C75-809179E31229}"/>
          </ac:spMkLst>
        </pc:spChg>
        <pc:picChg chg="add mod ord">
          <ac:chgData name="연우 오" userId="c3558644dac54ca4" providerId="LiveId" clId="{9333FDCA-79D6-4088-A778-579BE454CE38}" dt="2026-08-22T08:27:20.619" v="4603" actId="1076"/>
          <ac:picMkLst>
            <pc:docMk/>
            <pc:sldMk cId="1729818181" sldId="268"/>
            <ac:picMk id="10" creationId="{2167DE26-C953-A2CD-4466-D8D49DF924F1}"/>
          </ac:picMkLst>
        </pc:picChg>
      </pc:sldChg>
      <pc:sldChg chg="addSp delSp modSp add mod ord modTransition modAnim">
        <pc:chgData name="연우 오" userId="c3558644dac54ca4" providerId="LiveId" clId="{9333FDCA-79D6-4088-A778-579BE454CE38}" dt="2026-08-22T11:26:00.784" v="5129" actId="1076"/>
        <pc:sldMkLst>
          <pc:docMk/>
          <pc:sldMk cId="329045685" sldId="272"/>
        </pc:sldMkLst>
        <pc:spChg chg="add mod">
          <ac:chgData name="연우 오" userId="c3558644dac54ca4" providerId="LiveId" clId="{9333FDCA-79D6-4088-A778-579BE454CE38}" dt="2026-08-22T11:26:00.784" v="5129" actId="1076"/>
          <ac:spMkLst>
            <pc:docMk/>
            <pc:sldMk cId="329045685" sldId="272"/>
            <ac:spMk id="12" creationId="{F07AC7A4-0456-10D0-4E2B-77714D89D768}"/>
          </ac:spMkLst>
        </pc:spChg>
        <pc:picChg chg="mod ord">
          <ac:chgData name="연우 오" userId="c3558644dac54ca4" providerId="LiveId" clId="{9333FDCA-79D6-4088-A778-579BE454CE38}" dt="2026-08-22T09:15:54.305" v="4764" actId="1076"/>
          <ac:picMkLst>
            <pc:docMk/>
            <pc:sldMk cId="329045685" sldId="272"/>
            <ac:picMk id="11" creationId="{7878F7C8-B08E-BC56-7800-34711E415A79}"/>
          </ac:picMkLst>
        </pc:picChg>
      </pc:sldChg>
      <pc:sldChg chg="addSp delSp modSp add mod ord modTransition">
        <pc:chgData name="연우 오" userId="c3558644dac54ca4" providerId="LiveId" clId="{9333FDCA-79D6-4088-A778-579BE454CE38}" dt="2026-08-22T09:22:33.294" v="4873" actId="21"/>
        <pc:sldMkLst>
          <pc:docMk/>
          <pc:sldMk cId="2393217054" sldId="273"/>
        </pc:sldMkLst>
        <pc:picChg chg="mod ord">
          <ac:chgData name="연우 오" userId="c3558644dac54ca4" providerId="LiveId" clId="{9333FDCA-79D6-4088-A778-579BE454CE38}" dt="2026-08-22T09:16:04.467" v="4768" actId="1076"/>
          <ac:picMkLst>
            <pc:docMk/>
            <pc:sldMk cId="2393217054" sldId="273"/>
            <ac:picMk id="11" creationId="{5BE667EB-0BF8-7892-23A8-7F4B9853A7CD}"/>
          </ac:picMkLst>
        </pc:picChg>
        <pc:picChg chg="add mod">
          <ac:chgData name="연우 오" userId="c3558644dac54ca4" providerId="LiveId" clId="{9333FDCA-79D6-4088-A778-579BE454CE38}" dt="2026-08-22T09:13:10.527" v="4747" actId="1076"/>
          <ac:picMkLst>
            <pc:docMk/>
            <pc:sldMk cId="2393217054" sldId="273"/>
            <ac:picMk id="14" creationId="{C288CC23-7329-EF10-382C-F097D130BE50}"/>
          </ac:picMkLst>
        </pc:picChg>
      </pc:sldChg>
      <pc:sldChg chg="addSp delSp modSp add mod ord modTransition modAnim">
        <pc:chgData name="연우 오" userId="c3558644dac54ca4" providerId="LiveId" clId="{9333FDCA-79D6-4088-A778-579BE454CE38}" dt="2026-08-22T11:26:25.154" v="5133"/>
        <pc:sldMkLst>
          <pc:docMk/>
          <pc:sldMk cId="3543465259" sldId="274"/>
        </pc:sldMkLst>
        <pc:spChg chg="add mod">
          <ac:chgData name="연우 오" userId="c3558644dac54ca4" providerId="LiveId" clId="{9333FDCA-79D6-4088-A778-579BE454CE38}" dt="2026-08-22T11:25:33.923" v="5124" actId="1076"/>
          <ac:spMkLst>
            <pc:docMk/>
            <pc:sldMk cId="3543465259" sldId="274"/>
            <ac:spMk id="12" creationId="{7E055B74-6D07-8027-C2E0-43F217250C44}"/>
          </ac:spMkLst>
        </pc:spChg>
        <pc:picChg chg="mod">
          <ac:chgData name="연우 오" userId="c3558644dac54ca4" providerId="LiveId" clId="{9333FDCA-79D6-4088-A778-579BE454CE38}" dt="2026-08-22T09:15:57.802" v="4766" actId="1076"/>
          <ac:picMkLst>
            <pc:docMk/>
            <pc:sldMk cId="3543465259" sldId="274"/>
            <ac:picMk id="11" creationId="{1B107074-574A-DC3D-16D3-B7A1327024AC}"/>
          </ac:picMkLst>
        </pc:picChg>
      </pc:sldChg>
      <pc:sldChg chg="addSp delSp modSp add mod ord">
        <pc:chgData name="연우 오" userId="c3558644dac54ca4" providerId="LiveId" clId="{9333FDCA-79D6-4088-A778-579BE454CE38}" dt="2026-08-22T09:27:59.634" v="5087" actId="1076"/>
        <pc:sldMkLst>
          <pc:docMk/>
          <pc:sldMk cId="2033718256" sldId="275"/>
        </pc:sldMkLst>
        <pc:spChg chg="mod">
          <ac:chgData name="연우 오" userId="c3558644dac54ca4" providerId="LiveId" clId="{9333FDCA-79D6-4088-A778-579BE454CE38}" dt="2026-08-22T09:27:59.634" v="5087" actId="1076"/>
          <ac:spMkLst>
            <pc:docMk/>
            <pc:sldMk cId="2033718256" sldId="275"/>
            <ac:spMk id="9" creationId="{A82ECAA6-2184-F677-6B89-FB3CA3972837}"/>
          </ac:spMkLst>
        </pc:spChg>
        <pc:picChg chg="mod">
          <ac:chgData name="연우 오" userId="c3558644dac54ca4" providerId="LiveId" clId="{9333FDCA-79D6-4088-A778-579BE454CE38}" dt="2026-08-22T09:17:35.394" v="4789" actId="1076"/>
          <ac:picMkLst>
            <pc:docMk/>
            <pc:sldMk cId="2033718256" sldId="275"/>
            <ac:picMk id="24" creationId="{B22006DD-02B5-4310-0BFB-16AA6EC862E6}"/>
          </ac:picMkLst>
        </pc:picChg>
      </pc:sldChg>
      <pc:sldChg chg="addSp delSp modSp new mod modTransition modAnim">
        <pc:chgData name="연우 오" userId="c3558644dac54ca4" providerId="LiveId" clId="{9333FDCA-79D6-4088-A778-579BE454CE38}" dt="2026-08-22T11:27:12.398" v="5143"/>
        <pc:sldMkLst>
          <pc:docMk/>
          <pc:sldMk cId="1668423257" sldId="276"/>
        </pc:sldMkLst>
        <pc:spChg chg="add mod">
          <ac:chgData name="연우 오" userId="c3558644dac54ca4" providerId="LiveId" clId="{9333FDCA-79D6-4088-A778-579BE454CE38}" dt="2026-08-22T11:26:45.648" v="5135" actId="1076"/>
          <ac:spMkLst>
            <pc:docMk/>
            <pc:sldMk cId="1668423257" sldId="276"/>
            <ac:spMk id="16" creationId="{69E23E5A-DE1E-3A9B-6078-49F0E7AF3D81}"/>
          </ac:spMkLst>
        </pc:spChg>
        <pc:spChg chg="add mod">
          <ac:chgData name="연우 오" userId="c3558644dac54ca4" providerId="LiveId" clId="{9333FDCA-79D6-4088-A778-579BE454CE38}" dt="2026-08-22T11:26:55.553" v="5138" actId="1076"/>
          <ac:spMkLst>
            <pc:docMk/>
            <pc:sldMk cId="1668423257" sldId="276"/>
            <ac:spMk id="18" creationId="{0BD44B7B-EEAB-1931-A1FD-882A9B40D634}"/>
          </ac:spMkLst>
        </pc:spChg>
        <pc:spChg chg="add mod">
          <ac:chgData name="연우 오" userId="c3558644dac54ca4" providerId="LiveId" clId="{9333FDCA-79D6-4088-A778-579BE454CE38}" dt="2026-08-22T11:27:08.482" v="5142" actId="1076"/>
          <ac:spMkLst>
            <pc:docMk/>
            <pc:sldMk cId="1668423257" sldId="276"/>
            <ac:spMk id="20" creationId="{39607578-A191-5B26-370C-FE64CA517EAA}"/>
          </ac:spMkLst>
        </pc:spChg>
        <pc:picChg chg="add mod">
          <ac:chgData name="연우 오" userId="c3558644dac54ca4" providerId="LiveId" clId="{9333FDCA-79D6-4088-A778-579BE454CE38}" dt="2026-08-22T09:13:50.753" v="4752" actId="1076"/>
          <ac:picMkLst>
            <pc:docMk/>
            <pc:sldMk cId="1668423257" sldId="276"/>
            <ac:picMk id="3" creationId="{7DFA16B5-439E-338D-1F2E-2F5AD21B4099}"/>
          </ac:picMkLst>
        </pc:picChg>
        <pc:picChg chg="add">
          <ac:chgData name="연우 오" userId="c3558644dac54ca4" providerId="LiveId" clId="{9333FDCA-79D6-4088-A778-579BE454CE38}" dt="2026-08-22T09:12:37.969" v="4744" actId="22"/>
          <ac:picMkLst>
            <pc:docMk/>
            <pc:sldMk cId="1668423257" sldId="276"/>
            <ac:picMk id="14" creationId="{92798C73-2C09-0228-B26D-AEB5F7D21A6C}"/>
          </ac:picMkLst>
        </pc:picChg>
      </pc:sldChg>
      <pc:sldChg chg="addSp delSp modSp add del mod modTransition delAnim modAnim">
        <pc:chgData name="연우 오" userId="c3558644dac54ca4" providerId="LiveId" clId="{9333FDCA-79D6-4088-A778-579BE454CE38}" dt="2026-08-22T11:29:50.110" v="5168"/>
        <pc:sldMkLst>
          <pc:docMk/>
          <pc:sldMk cId="163252672" sldId="277"/>
        </pc:sldMkLst>
        <pc:spChg chg="add mod">
          <ac:chgData name="연우 오" userId="c3558644dac54ca4" providerId="LiveId" clId="{9333FDCA-79D6-4088-A778-579BE454CE38}" dt="2026-08-22T11:29:09.581" v="5162" actId="14100"/>
          <ac:spMkLst>
            <pc:docMk/>
            <pc:sldMk cId="163252672" sldId="277"/>
            <ac:spMk id="7" creationId="{143F91DC-E3C9-5240-310B-DEDC506789CE}"/>
          </ac:spMkLst>
        </pc:spChg>
        <pc:spChg chg="add mod">
          <ac:chgData name="연우 오" userId="c3558644dac54ca4" providerId="LiveId" clId="{9333FDCA-79D6-4088-A778-579BE454CE38}" dt="2026-08-22T11:29:14.135" v="5163" actId="571"/>
          <ac:spMkLst>
            <pc:docMk/>
            <pc:sldMk cId="163252672" sldId="277"/>
            <ac:spMk id="13" creationId="{D6EF02D0-06D3-894B-A201-F8EA901ECF77}"/>
          </ac:spMkLst>
        </pc:spChg>
        <pc:spChg chg="add mod">
          <ac:chgData name="연우 오" userId="c3558644dac54ca4" providerId="LiveId" clId="{9333FDCA-79D6-4088-A778-579BE454CE38}" dt="2026-08-22T11:29:20.915" v="5166" actId="571"/>
          <ac:spMkLst>
            <pc:docMk/>
            <pc:sldMk cId="163252672" sldId="277"/>
            <ac:spMk id="14" creationId="{6891D03D-FDF9-D6C1-3814-18D536568054}"/>
          </ac:spMkLst>
        </pc:spChg>
        <pc:picChg chg="add del mod">
          <ac:chgData name="연우 오" userId="c3558644dac54ca4" providerId="LiveId" clId="{9333FDCA-79D6-4088-A778-579BE454CE38}" dt="2026-08-22T09:14:32.509" v="4757"/>
          <ac:picMkLst>
            <pc:docMk/>
            <pc:sldMk cId="163252672" sldId="277"/>
            <ac:picMk id="3" creationId="{3052D9DB-6FFD-3C52-F274-0C59790CF13A}"/>
          </ac:picMkLst>
        </pc:picChg>
        <pc:picChg chg="add mod">
          <ac:chgData name="연우 오" userId="c3558644dac54ca4" providerId="LiveId" clId="{9333FDCA-79D6-4088-A778-579BE454CE38}" dt="2026-08-22T11:22:44.397" v="5113" actId="1076"/>
          <ac:picMkLst>
            <pc:docMk/>
            <pc:sldMk cId="163252672" sldId="277"/>
            <ac:picMk id="5" creationId="{5D598E6D-36AC-A64D-433B-C549BC9488B5}"/>
          </ac:picMkLst>
        </pc:picChg>
      </pc:sldChg>
      <pc:sldChg chg="addSp delSp modSp new mod modTransition">
        <pc:chgData name="연우 오" userId="c3558644dac54ca4" providerId="LiveId" clId="{9333FDCA-79D6-4088-A778-579BE454CE38}" dt="2026-08-22T11:23:05.692" v="5117"/>
        <pc:sldMkLst>
          <pc:docMk/>
          <pc:sldMk cId="3741572890" sldId="279"/>
        </pc:sldMkLst>
        <pc:picChg chg="add mod">
          <ac:chgData name="연우 오" userId="c3558644dac54ca4" providerId="LiveId" clId="{9333FDCA-79D6-4088-A778-579BE454CE38}" dt="2026-08-22T09:19:04.365" v="4816"/>
          <ac:picMkLst>
            <pc:docMk/>
            <pc:sldMk cId="3741572890" sldId="279"/>
            <ac:picMk id="5" creationId="{64F5D7D9-B28D-316A-E24A-935AAD2D10E0}"/>
          </ac:picMkLst>
        </pc:picChg>
        <pc:picChg chg="add mod">
          <ac:chgData name="연우 오" userId="c3558644dac54ca4" providerId="LiveId" clId="{9333FDCA-79D6-4088-A778-579BE454CE38}" dt="2026-08-22T11:22:22.042" v="5109" actId="1076"/>
          <ac:picMkLst>
            <pc:docMk/>
            <pc:sldMk cId="3741572890" sldId="279"/>
            <ac:picMk id="13" creationId="{66E1CC64-F6AE-6739-C47D-C8BD5DC146D8}"/>
          </ac:picMkLst>
        </pc:picChg>
      </pc:sldChg>
      <pc:sldChg chg="addSp delSp modSp add mod modTransition">
        <pc:chgData name="연우 오" userId="c3558644dac54ca4" providerId="LiveId" clId="{9333FDCA-79D6-4088-A778-579BE454CE38}" dt="2026-08-22T09:26:40.066" v="5068" actId="22"/>
        <pc:sldMkLst>
          <pc:docMk/>
          <pc:sldMk cId="148479471" sldId="280"/>
        </pc:sldMkLst>
        <pc:picChg chg="mod">
          <ac:chgData name="연우 오" userId="c3558644dac54ca4" providerId="LiveId" clId="{9333FDCA-79D6-4088-A778-579BE454CE38}" dt="2026-08-22T09:21:08.537" v="4835"/>
          <ac:picMkLst>
            <pc:docMk/>
            <pc:sldMk cId="148479471" sldId="280"/>
            <ac:picMk id="5" creationId="{3A56FFD3-4205-E8D2-4A88-E77CC1CE0E3B}"/>
          </ac:picMkLst>
        </pc:picChg>
        <pc:picChg chg="add">
          <ac:chgData name="연우 오" userId="c3558644dac54ca4" providerId="LiveId" clId="{9333FDCA-79D6-4088-A778-579BE454CE38}" dt="2026-08-22T09:26:40.066" v="5068" actId="22"/>
          <ac:picMkLst>
            <pc:docMk/>
            <pc:sldMk cId="148479471" sldId="280"/>
            <ac:picMk id="19" creationId="{CEDE078E-80A8-9335-7D38-7AB2363C96CB}"/>
          </ac:picMkLst>
        </pc:picChg>
      </pc:sldChg>
      <pc:sldChg chg="addSp delSp modSp add mod ord setBg modAnim">
        <pc:chgData name="연우 오" userId="c3558644dac54ca4" providerId="LiveId" clId="{9333FDCA-79D6-4088-A778-579BE454CE38}" dt="2026-08-26T00:32:36.799" v="7385"/>
        <pc:sldMkLst>
          <pc:docMk/>
          <pc:sldMk cId="1001799100" sldId="281"/>
        </pc:sldMkLst>
        <pc:spChg chg="del mod">
          <ac:chgData name="연우 오" userId="c3558644dac54ca4" providerId="LiveId" clId="{9333FDCA-79D6-4088-A778-579BE454CE38}" dt="2026-08-25T14:43:30.913" v="6331" actId="478"/>
          <ac:spMkLst>
            <pc:docMk/>
            <pc:sldMk cId="1001799100" sldId="281"/>
            <ac:spMk id="2" creationId="{431F2684-16FA-93E9-18CA-27CF315BC73C}"/>
          </ac:spMkLst>
        </pc:spChg>
        <pc:spChg chg="mod">
          <ac:chgData name="연우 오" userId="c3558644dac54ca4" providerId="LiveId" clId="{9333FDCA-79D6-4088-A778-579BE454CE38}" dt="2026-08-25T05:40:42.449" v="6100"/>
          <ac:spMkLst>
            <pc:docMk/>
            <pc:sldMk cId="1001799100" sldId="281"/>
            <ac:spMk id="3" creationId="{97ECB08E-8CB8-E2E4-424A-9DEF6569BB18}"/>
          </ac:spMkLst>
        </pc:spChg>
        <pc:spChg chg="mod">
          <ac:chgData name="연우 오" userId="c3558644dac54ca4" providerId="LiveId" clId="{9333FDCA-79D6-4088-A778-579BE454CE38}" dt="2026-08-26T00:12:00.061" v="7065"/>
          <ac:spMkLst>
            <pc:docMk/>
            <pc:sldMk cId="1001799100" sldId="281"/>
            <ac:spMk id="4" creationId="{7E2EA9DE-D405-12B4-70FF-DCE880A9B084}"/>
          </ac:spMkLst>
        </pc:spChg>
        <pc:spChg chg="del">
          <ac:chgData name="연우 오" userId="c3558644dac54ca4" providerId="LiveId" clId="{9333FDCA-79D6-4088-A778-579BE454CE38}" dt="2026-08-25T14:33:23.234" v="6191" actId="478"/>
          <ac:spMkLst>
            <pc:docMk/>
            <pc:sldMk cId="1001799100" sldId="281"/>
            <ac:spMk id="7" creationId="{601AA786-58E7-45C0-5FA8-6D7621D31FAE}"/>
          </ac:spMkLst>
        </pc:spChg>
        <pc:spChg chg="mod">
          <ac:chgData name="연우 오" userId="c3558644dac54ca4" providerId="LiveId" clId="{9333FDCA-79D6-4088-A778-579BE454CE38}" dt="2026-08-25T14:29:46.030" v="6152" actId="1076"/>
          <ac:spMkLst>
            <pc:docMk/>
            <pc:sldMk cId="1001799100" sldId="281"/>
            <ac:spMk id="8" creationId="{470CA7B5-9EA5-3666-30A6-B6BBDDFC6064}"/>
          </ac:spMkLst>
        </pc:spChg>
        <pc:spChg chg="del">
          <ac:chgData name="연우 오" userId="c3558644dac54ca4" providerId="LiveId" clId="{9333FDCA-79D6-4088-A778-579BE454CE38}" dt="2026-08-25T14:33:23.234" v="6191" actId="478"/>
          <ac:spMkLst>
            <pc:docMk/>
            <pc:sldMk cId="1001799100" sldId="281"/>
            <ac:spMk id="9" creationId="{E1CC60A3-DE5A-F883-7F61-BF19D24BBC4D}"/>
          </ac:spMkLst>
        </pc:spChg>
        <pc:spChg chg="add mod ord">
          <ac:chgData name="연우 오" userId="c3558644dac54ca4" providerId="LiveId" clId="{9333FDCA-79D6-4088-A778-579BE454CE38}" dt="2026-08-25T14:45:55.751" v="6345" actId="1076"/>
          <ac:spMkLst>
            <pc:docMk/>
            <pc:sldMk cId="1001799100" sldId="281"/>
            <ac:spMk id="10" creationId="{2030E6F3-1205-D133-7B4D-554FC86901A2}"/>
          </ac:spMkLst>
        </pc:spChg>
        <pc:spChg chg="add del mod">
          <ac:chgData name="연우 오" userId="c3558644dac54ca4" providerId="LiveId" clId="{9333FDCA-79D6-4088-A778-579BE454CE38}" dt="2026-08-25T14:28:51.204" v="6142" actId="478"/>
          <ac:spMkLst>
            <pc:docMk/>
            <pc:sldMk cId="1001799100" sldId="281"/>
            <ac:spMk id="11" creationId="{BC9F4871-15A5-8481-720F-3C58E9FBA15C}"/>
          </ac:spMkLst>
        </pc:spChg>
        <pc:spChg chg="del">
          <ac:chgData name="연우 오" userId="c3558644dac54ca4" providerId="LiveId" clId="{9333FDCA-79D6-4088-A778-579BE454CE38}" dt="2026-08-25T14:33:27.252" v="6193" actId="478"/>
          <ac:spMkLst>
            <pc:docMk/>
            <pc:sldMk cId="1001799100" sldId="281"/>
            <ac:spMk id="13" creationId="{B2FADBB7-D278-11E2-22EA-89E4E1C3DF4D}"/>
          </ac:spMkLst>
        </pc:spChg>
        <pc:spChg chg="del">
          <ac:chgData name="연우 오" userId="c3558644dac54ca4" providerId="LiveId" clId="{9333FDCA-79D6-4088-A778-579BE454CE38}" dt="2026-08-25T14:33:29.861" v="6195" actId="478"/>
          <ac:spMkLst>
            <pc:docMk/>
            <pc:sldMk cId="1001799100" sldId="281"/>
            <ac:spMk id="14" creationId="{5664BB9C-2ED6-1CCF-D704-04D735435900}"/>
          </ac:spMkLst>
        </pc:spChg>
        <pc:spChg chg="del mod">
          <ac:chgData name="연우 오" userId="c3558644dac54ca4" providerId="LiveId" clId="{9333FDCA-79D6-4088-A778-579BE454CE38}" dt="2026-08-25T14:33:31.353" v="6196" actId="478"/>
          <ac:spMkLst>
            <pc:docMk/>
            <pc:sldMk cId="1001799100" sldId="281"/>
            <ac:spMk id="15" creationId="{CE6C7B59-E1C7-C689-109B-97B3B23A6E6A}"/>
          </ac:spMkLst>
        </pc:spChg>
        <pc:spChg chg="del">
          <ac:chgData name="연우 오" userId="c3558644dac54ca4" providerId="LiveId" clId="{9333FDCA-79D6-4088-A778-579BE454CE38}" dt="2026-08-25T14:33:26.211" v="6192" actId="478"/>
          <ac:spMkLst>
            <pc:docMk/>
            <pc:sldMk cId="1001799100" sldId="281"/>
            <ac:spMk id="16" creationId="{F48CF3FC-391B-ACAF-7C2B-D527665EDE1D}"/>
          </ac:spMkLst>
        </pc:spChg>
        <pc:spChg chg="add del">
          <ac:chgData name="연우 오" userId="c3558644dac54ca4" providerId="LiveId" clId="{9333FDCA-79D6-4088-A778-579BE454CE38}" dt="2026-08-25T14:33:23.234" v="6191" actId="478"/>
          <ac:spMkLst>
            <pc:docMk/>
            <pc:sldMk cId="1001799100" sldId="281"/>
            <ac:spMk id="17" creationId="{10AAA47D-ED53-E371-2F27-B89A3C6B28B1}"/>
          </ac:spMkLst>
        </pc:spChg>
        <pc:spChg chg="add del mod ord">
          <ac:chgData name="연우 오" userId="c3558644dac54ca4" providerId="LiveId" clId="{9333FDCA-79D6-4088-A778-579BE454CE38}" dt="2026-08-25T14:42:49.991" v="6324" actId="478"/>
          <ac:spMkLst>
            <pc:docMk/>
            <pc:sldMk cId="1001799100" sldId="281"/>
            <ac:spMk id="18" creationId="{89A98E51-613A-DB39-685D-396BE0DC981E}"/>
          </ac:spMkLst>
        </pc:spChg>
        <pc:spChg chg="add del">
          <ac:chgData name="연우 오" userId="c3558644dac54ca4" providerId="LiveId" clId="{9333FDCA-79D6-4088-A778-579BE454CE38}" dt="2026-08-25T14:33:23.234" v="6191" actId="478"/>
          <ac:spMkLst>
            <pc:docMk/>
            <pc:sldMk cId="1001799100" sldId="281"/>
            <ac:spMk id="19" creationId="{413A8E2D-F421-E66A-0DCA-E7996F15DB20}"/>
          </ac:spMkLst>
        </pc:spChg>
        <pc:spChg chg="add mod">
          <ac:chgData name="연우 오" userId="c3558644dac54ca4" providerId="LiveId" clId="{9333FDCA-79D6-4088-A778-579BE454CE38}" dt="2026-08-25T14:29:44" v="6150" actId="571"/>
          <ac:spMkLst>
            <pc:docMk/>
            <pc:sldMk cId="1001799100" sldId="281"/>
            <ac:spMk id="20" creationId="{6AC5034C-5F32-C675-1E22-BF6BA4320E41}"/>
          </ac:spMkLst>
        </pc:spChg>
        <pc:spChg chg="add del">
          <ac:chgData name="연우 오" userId="c3558644dac54ca4" providerId="LiveId" clId="{9333FDCA-79D6-4088-A778-579BE454CE38}" dt="2026-08-25T14:33:26.211" v="6192" actId="478"/>
          <ac:spMkLst>
            <pc:docMk/>
            <pc:sldMk cId="1001799100" sldId="281"/>
            <ac:spMk id="21" creationId="{A05F3E91-CC37-9018-B886-35FCF5658911}"/>
          </ac:spMkLst>
        </pc:spChg>
        <pc:spChg chg="add mod">
          <ac:chgData name="연우 오" userId="c3558644dac54ca4" providerId="LiveId" clId="{9333FDCA-79D6-4088-A778-579BE454CE38}" dt="2026-08-25T14:29:44" v="6150" actId="571"/>
          <ac:spMkLst>
            <pc:docMk/>
            <pc:sldMk cId="1001799100" sldId="281"/>
            <ac:spMk id="23" creationId="{7743587A-C7A7-2160-3F1F-87460D7061D6}"/>
          </ac:spMkLst>
        </pc:spChg>
        <pc:spChg chg="add del mod">
          <ac:chgData name="연우 오" userId="c3558644dac54ca4" providerId="LiveId" clId="{9333FDCA-79D6-4088-A778-579BE454CE38}" dt="2026-08-25T14:31:40.803" v="6173" actId="478"/>
          <ac:spMkLst>
            <pc:docMk/>
            <pc:sldMk cId="1001799100" sldId="281"/>
            <ac:spMk id="24" creationId="{B5A628E1-ABB9-FABA-0A24-D5DACDAF2BF0}"/>
          </ac:spMkLst>
        </pc:spChg>
        <pc:spChg chg="add del mod">
          <ac:chgData name="연우 오" userId="c3558644dac54ca4" providerId="LiveId" clId="{9333FDCA-79D6-4088-A778-579BE454CE38}" dt="2026-08-25T14:38:10.775" v="6236" actId="478"/>
          <ac:spMkLst>
            <pc:docMk/>
            <pc:sldMk cId="1001799100" sldId="281"/>
            <ac:spMk id="25" creationId="{993F2DE3-C3D5-8530-0D50-43FA2D4F3DB7}"/>
          </ac:spMkLst>
        </pc:spChg>
        <pc:spChg chg="add del mod">
          <ac:chgData name="연우 오" userId="c3558644dac54ca4" providerId="LiveId" clId="{9333FDCA-79D6-4088-A778-579BE454CE38}" dt="2026-08-25T14:41:50.149" v="6316" actId="478"/>
          <ac:spMkLst>
            <pc:docMk/>
            <pc:sldMk cId="1001799100" sldId="281"/>
            <ac:spMk id="26" creationId="{7E3587E6-BF96-393B-5F2F-B94C6080152D}"/>
          </ac:spMkLst>
        </pc:spChg>
        <pc:spChg chg="add mod">
          <ac:chgData name="연우 오" userId="c3558644dac54ca4" providerId="LiveId" clId="{9333FDCA-79D6-4088-A778-579BE454CE38}" dt="2026-08-25T14:45:55.751" v="6345" actId="1076"/>
          <ac:spMkLst>
            <pc:docMk/>
            <pc:sldMk cId="1001799100" sldId="281"/>
            <ac:spMk id="30" creationId="{F69B093C-689F-C25E-F47F-25EBDF298092}"/>
          </ac:spMkLst>
        </pc:spChg>
        <pc:spChg chg="add">
          <ac:chgData name="연우 오" userId="c3558644dac54ca4" providerId="LiveId" clId="{9333FDCA-79D6-4088-A778-579BE454CE38}" dt="2026-08-25T14:48:52.341" v="6358" actId="11529"/>
          <ac:spMkLst>
            <pc:docMk/>
            <pc:sldMk cId="1001799100" sldId="281"/>
            <ac:spMk id="31" creationId="{4504CC22-89C5-1293-158B-1F6FF92F1153}"/>
          </ac:spMkLst>
        </pc:spChg>
        <pc:spChg chg="add mod">
          <ac:chgData name="연우 오" userId="c3558644dac54ca4" providerId="LiveId" clId="{9333FDCA-79D6-4088-A778-579BE454CE38}" dt="2026-08-25T14:48:55.101" v="6359" actId="571"/>
          <ac:spMkLst>
            <pc:docMk/>
            <pc:sldMk cId="1001799100" sldId="281"/>
            <ac:spMk id="32" creationId="{E69337D7-9A27-E3F1-F31D-67D8334787A8}"/>
          </ac:spMkLst>
        </pc:spChg>
        <pc:spChg chg="add mod">
          <ac:chgData name="연우 오" userId="c3558644dac54ca4" providerId="LiveId" clId="{9333FDCA-79D6-4088-A778-579BE454CE38}" dt="2026-08-25T14:48:57.087" v="6360" actId="571"/>
          <ac:spMkLst>
            <pc:docMk/>
            <pc:sldMk cId="1001799100" sldId="281"/>
            <ac:spMk id="33" creationId="{19ABEEC4-6C5A-A74D-1B48-AFCA6C76B1A9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34" creationId="{AB789D8B-79AC-2093-574B-F4C3E67DC186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35" creationId="{B62A0420-8D11-D2D7-62D8-860C676C8A09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36" creationId="{E9879D28-82AF-1213-137D-5B9BF1F9C5E0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37" creationId="{77AAD94B-1DF9-327E-9D62-76303A48B722}"/>
          </ac:spMkLst>
        </pc:spChg>
        <pc:spChg chg="add mod">
          <ac:chgData name="연우 오" userId="c3558644dac54ca4" providerId="LiveId" clId="{9333FDCA-79D6-4088-A778-579BE454CE38}" dt="2026-08-25T14:49:07.376" v="6365" actId="571"/>
          <ac:spMkLst>
            <pc:docMk/>
            <pc:sldMk cId="1001799100" sldId="281"/>
            <ac:spMk id="38" creationId="{6FBBED1D-7EB7-F66A-9286-DF2961F20B0D}"/>
          </ac:spMkLst>
        </pc:spChg>
        <pc:spChg chg="add mod">
          <ac:chgData name="연우 오" userId="c3558644dac54ca4" providerId="LiveId" clId="{9333FDCA-79D6-4088-A778-579BE454CE38}" dt="2026-08-25T14:49:09.011" v="6366" actId="571"/>
          <ac:spMkLst>
            <pc:docMk/>
            <pc:sldMk cId="1001799100" sldId="281"/>
            <ac:spMk id="39" creationId="{7AFF51EC-2337-2D4E-3A1F-74C3701CCB97}"/>
          </ac:spMkLst>
        </pc:spChg>
        <pc:spChg chg="add mod">
          <ac:chgData name="연우 오" userId="c3558644dac54ca4" providerId="LiveId" clId="{9333FDCA-79D6-4088-A778-579BE454CE38}" dt="2026-08-25T14:49:11.560" v="6367" actId="571"/>
          <ac:spMkLst>
            <pc:docMk/>
            <pc:sldMk cId="1001799100" sldId="281"/>
            <ac:spMk id="40" creationId="{9F9E2CCC-2BFB-EA94-3FA6-9027C42112BB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1" creationId="{039DBB61-CAFA-8C63-DD4E-B2C46E893EC8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2" creationId="{2E648C17-107B-16B8-95E4-5AC5EB9B4F75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3" creationId="{5F4C7FB6-FB47-7E14-1AC6-4EC4C4A8E0AE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4" creationId="{1E395085-2ECB-690C-C24A-0DC3E4E8F95C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5" creationId="{A338867D-C54A-045E-6ABF-501D1EAED85E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6" creationId="{AFCE936F-617B-8910-65E2-88A4A60FD5CD}"/>
          </ac:spMkLst>
        </pc:spChg>
        <pc:spChg chg="add mod">
          <ac:chgData name="연우 오" userId="c3558644dac54ca4" providerId="LiveId" clId="{9333FDCA-79D6-4088-A778-579BE454CE38}" dt="2026-08-26T00:12:13.662" v="7066" actId="1076"/>
          <ac:spMkLst>
            <pc:docMk/>
            <pc:sldMk cId="1001799100" sldId="281"/>
            <ac:spMk id="47" creationId="{5083FE0B-9433-6B4E-AFB8-6744453A1D4E}"/>
          </ac:spMkLst>
        </pc:spChg>
        <pc:spChg chg="add mod ord">
          <ac:chgData name="연우 오" userId="c3558644dac54ca4" providerId="LiveId" clId="{9333FDCA-79D6-4088-A778-579BE454CE38}" dt="2026-08-25T16:00:37.340" v="6718" actId="167"/>
          <ac:spMkLst>
            <pc:docMk/>
            <pc:sldMk cId="1001799100" sldId="281"/>
            <ac:spMk id="51" creationId="{9A5E9731-4A82-3444-B26C-B3BEF85F13C3}"/>
          </ac:spMkLst>
        </pc:spChg>
        <pc:spChg chg="add mod">
          <ac:chgData name="연우 오" userId="c3558644dac54ca4" providerId="LiveId" clId="{9333FDCA-79D6-4088-A778-579BE454CE38}" dt="2026-08-26T00:31:49.737" v="7377" actId="1076"/>
          <ac:spMkLst>
            <pc:docMk/>
            <pc:sldMk cId="1001799100" sldId="281"/>
            <ac:spMk id="54" creationId="{45106707-548F-E7DC-A034-58F650FC54FD}"/>
          </ac:spMkLst>
        </pc:spChg>
        <pc:graphicFrameChg chg="add del">
          <ac:chgData name="연우 오" userId="c3558644dac54ca4" providerId="LiveId" clId="{9333FDCA-79D6-4088-A778-579BE454CE38}" dt="2026-08-25T14:35:36.870" v="6206" actId="3680"/>
          <ac:graphicFrameMkLst>
            <pc:docMk/>
            <pc:sldMk cId="1001799100" sldId="281"/>
            <ac:graphicFrameMk id="27" creationId="{8D45D3A9-9C48-84C3-281A-8E7E967E4483}"/>
          </ac:graphicFrameMkLst>
        </pc:graphicFrameChg>
        <pc:graphicFrameChg chg="add mod modGraphic">
          <ac:chgData name="연우 오" userId="c3558644dac54ca4" providerId="LiveId" clId="{9333FDCA-79D6-4088-A778-579BE454CE38}" dt="2026-08-25T14:45:55.751" v="6345" actId="1076"/>
          <ac:graphicFrameMkLst>
            <pc:docMk/>
            <pc:sldMk cId="1001799100" sldId="281"/>
            <ac:graphicFrameMk id="28" creationId="{627F2CF0-24EA-EDEA-8B20-7F1BBE5E75C5}"/>
          </ac:graphicFrameMkLst>
        </pc:graphicFrameChg>
        <pc:graphicFrameChg chg="add modGraphic">
          <ac:chgData name="연우 오" userId="c3558644dac54ca4" providerId="LiveId" clId="{9333FDCA-79D6-4088-A778-579BE454CE38}" dt="2026-08-26T00:11:49.760" v="7018" actId="14734"/>
          <ac:graphicFrameMkLst>
            <pc:docMk/>
            <pc:sldMk cId="1001799100" sldId="281"/>
            <ac:graphicFrameMk id="49" creationId="{21E41EB4-0CF5-6319-936E-FF5741C1865D}"/>
          </ac:graphicFrameMkLst>
        </pc:graphicFrameChg>
        <pc:picChg chg="add del mod">
          <ac:chgData name="연우 오" userId="c3558644dac54ca4" providerId="LiveId" clId="{9333FDCA-79D6-4088-A778-579BE454CE38}" dt="2026-08-25T14:27:28.419" v="6135" actId="478"/>
          <ac:picMkLst>
            <pc:docMk/>
            <pc:sldMk cId="1001799100" sldId="281"/>
            <ac:picMk id="5" creationId="{4EF95321-627D-C478-B136-9613AD4890FF}"/>
          </ac:picMkLst>
        </pc:picChg>
        <pc:picChg chg="add mod ord">
          <ac:chgData name="연우 오" userId="c3558644dac54ca4" providerId="LiveId" clId="{9333FDCA-79D6-4088-A778-579BE454CE38}" dt="2026-08-25T14:54:36.187" v="6409" actId="1076"/>
          <ac:picMkLst>
            <pc:docMk/>
            <pc:sldMk cId="1001799100" sldId="281"/>
            <ac:picMk id="22" creationId="{958FEACA-6C5A-6E48-DE89-2749A93EF9BB}"/>
          </ac:picMkLst>
        </pc:picChg>
        <pc:picChg chg="add del">
          <ac:chgData name="연우 오" userId="c3558644dac54ca4" providerId="LiveId" clId="{9333FDCA-79D6-4088-A778-579BE454CE38}" dt="2026-08-26T00:19:50.365" v="7272" actId="22"/>
          <ac:picMkLst>
            <pc:docMk/>
            <pc:sldMk cId="1001799100" sldId="281"/>
            <ac:picMk id="52" creationId="{02226A97-366A-30A6-AA5F-F34EB349E439}"/>
          </ac:picMkLst>
        </pc:picChg>
        <pc:picChg chg="add mod">
          <ac:chgData name="연우 오" userId="c3558644dac54ca4" providerId="LiveId" clId="{9333FDCA-79D6-4088-A778-579BE454CE38}" dt="2026-08-26T00:19:58.666" v="7277" actId="1076"/>
          <ac:picMkLst>
            <pc:docMk/>
            <pc:sldMk cId="1001799100" sldId="281"/>
            <ac:picMk id="53" creationId="{31A4A46E-35AE-B131-8848-D595E108EE20}"/>
          </ac:picMkLst>
        </pc:picChg>
      </pc:sldChg>
      <pc:sldChg chg="addSp delSp modSp add mod ord delAnim modAnim">
        <pc:chgData name="연우 오" userId="c3558644dac54ca4" providerId="LiveId" clId="{9333FDCA-79D6-4088-A778-579BE454CE38}" dt="2026-08-25T05:41:38.562" v="6105"/>
        <pc:sldMkLst>
          <pc:docMk/>
          <pc:sldMk cId="2797417546" sldId="282"/>
        </pc:sldMkLst>
        <pc:spChg chg="mod ord">
          <ac:chgData name="연우 오" userId="c3558644dac54ca4" providerId="LiveId" clId="{9333FDCA-79D6-4088-A778-579BE454CE38}" dt="2026-08-25T03:57:20.725" v="5690" actId="167"/>
          <ac:spMkLst>
            <pc:docMk/>
            <pc:sldMk cId="2797417546" sldId="282"/>
            <ac:spMk id="2" creationId="{BB0C40F5-940E-4268-7F32-BC3C5A3AC66A}"/>
          </ac:spMkLst>
        </pc:spChg>
        <pc:spChg chg="mod">
          <ac:chgData name="연우 오" userId="c3558644dac54ca4" providerId="LiveId" clId="{9333FDCA-79D6-4088-A778-579BE454CE38}" dt="2026-08-25T05:40:27.468" v="6036" actId="20577"/>
          <ac:spMkLst>
            <pc:docMk/>
            <pc:sldMk cId="2797417546" sldId="282"/>
            <ac:spMk id="3" creationId="{324C18AA-7C39-0EAB-76DD-2FB668EC534A}"/>
          </ac:spMkLst>
        </pc:spChg>
        <pc:spChg chg="add del mod">
          <ac:chgData name="연우 오" userId="c3558644dac54ca4" providerId="LiveId" clId="{9333FDCA-79D6-4088-A778-579BE454CE38}" dt="2026-08-25T05:02:00.007" v="5752" actId="478"/>
          <ac:spMkLst>
            <pc:docMk/>
            <pc:sldMk cId="2797417546" sldId="282"/>
            <ac:spMk id="5" creationId="{4058A72D-BFC0-0E9B-6A39-F90C6ED1B87B}"/>
          </ac:spMkLst>
        </pc:spChg>
        <pc:spChg chg="mod ord">
          <ac:chgData name="연우 오" userId="c3558644dac54ca4" providerId="LiveId" clId="{9333FDCA-79D6-4088-A778-579BE454CE38}" dt="2026-08-25T05:06:28.962" v="5854" actId="1076"/>
          <ac:spMkLst>
            <pc:docMk/>
            <pc:sldMk cId="2797417546" sldId="282"/>
            <ac:spMk id="7" creationId="{EED7F4D3-B606-4D0C-C294-E85A2009D05C}"/>
          </ac:spMkLst>
        </pc:spChg>
        <pc:spChg chg="mod">
          <ac:chgData name="연우 오" userId="c3558644dac54ca4" providerId="LiveId" clId="{9333FDCA-79D6-4088-A778-579BE454CE38}" dt="2026-08-25T05:06:28.962" v="5854" actId="1076"/>
          <ac:spMkLst>
            <pc:docMk/>
            <pc:sldMk cId="2797417546" sldId="282"/>
            <ac:spMk id="9" creationId="{E2EA0AE6-AD4D-EE8D-97EC-929CCB17ABAD}"/>
          </ac:spMkLst>
        </pc:spChg>
        <pc:spChg chg="del mod">
          <ac:chgData name="연우 오" userId="c3558644dac54ca4" providerId="LiveId" clId="{9333FDCA-79D6-4088-A778-579BE454CE38}" dt="2026-08-25T05:28:19.075" v="5878" actId="478"/>
          <ac:spMkLst>
            <pc:docMk/>
            <pc:sldMk cId="2797417546" sldId="282"/>
            <ac:spMk id="13" creationId="{5A7E7113-9FAD-C963-ED6F-AE435C87A952}"/>
          </ac:spMkLst>
        </pc:spChg>
        <pc:spChg chg="del mod">
          <ac:chgData name="연우 오" userId="c3558644dac54ca4" providerId="LiveId" clId="{9333FDCA-79D6-4088-A778-579BE454CE38}" dt="2026-08-25T05:28:48.997" v="5881" actId="478"/>
          <ac:spMkLst>
            <pc:docMk/>
            <pc:sldMk cId="2797417546" sldId="282"/>
            <ac:spMk id="14" creationId="{629B201B-8732-21D5-29C5-E51E80223233}"/>
          </ac:spMkLst>
        </pc:spChg>
        <pc:spChg chg="del mod">
          <ac:chgData name="연우 오" userId="c3558644dac54ca4" providerId="LiveId" clId="{9333FDCA-79D6-4088-A778-579BE454CE38}" dt="2026-08-25T05:28:47.450" v="5880" actId="478"/>
          <ac:spMkLst>
            <pc:docMk/>
            <pc:sldMk cId="2797417546" sldId="282"/>
            <ac:spMk id="15" creationId="{2BDC90F9-7C3F-BC58-1B52-C5E2701FDC49}"/>
          </ac:spMkLst>
        </pc:spChg>
        <pc:spChg chg="del mod">
          <ac:chgData name="연우 오" userId="c3558644dac54ca4" providerId="LiveId" clId="{9333FDCA-79D6-4088-A778-579BE454CE38}" dt="2026-08-25T05:28:39.734" v="5879" actId="478"/>
          <ac:spMkLst>
            <pc:docMk/>
            <pc:sldMk cId="2797417546" sldId="282"/>
            <ac:spMk id="16" creationId="{C471ED58-6AFB-0849-C083-22D59A83A7BF}"/>
          </ac:spMkLst>
        </pc:spChg>
        <pc:spChg chg="add mod ord">
          <ac:chgData name="연우 오" userId="c3558644dac54ca4" providerId="LiveId" clId="{9333FDCA-79D6-4088-A778-579BE454CE38}" dt="2026-08-25T05:06:28.962" v="5854" actId="1076"/>
          <ac:spMkLst>
            <pc:docMk/>
            <pc:sldMk cId="2797417546" sldId="282"/>
            <ac:spMk id="17" creationId="{EB371654-B606-190F-ACE3-50704E39A432}"/>
          </ac:spMkLst>
        </pc:spChg>
        <pc:spChg chg="mod">
          <ac:chgData name="연우 오" userId="c3558644dac54ca4" providerId="LiveId" clId="{9333FDCA-79D6-4088-A778-579BE454CE38}" dt="2026-08-25T05:06:28.962" v="5854" actId="1076"/>
          <ac:spMkLst>
            <pc:docMk/>
            <pc:sldMk cId="2797417546" sldId="282"/>
            <ac:spMk id="18" creationId="{9FD5D486-D495-27A6-A3D1-F99195EEFD56}"/>
          </ac:spMkLst>
        </pc:spChg>
        <pc:spChg chg="add del mod">
          <ac:chgData name="연우 오" userId="c3558644dac54ca4" providerId="LiveId" clId="{9333FDCA-79D6-4088-A778-579BE454CE38}" dt="2026-08-25T03:48:08.119" v="5683" actId="478"/>
          <ac:spMkLst>
            <pc:docMk/>
            <pc:sldMk cId="2797417546" sldId="282"/>
            <ac:spMk id="20" creationId="{46BBFF52-91DD-0784-3561-BA2215E6AE9C}"/>
          </ac:spMkLst>
        </pc:spChg>
        <pc:spChg chg="add del mod">
          <ac:chgData name="연우 오" userId="c3558644dac54ca4" providerId="LiveId" clId="{9333FDCA-79D6-4088-A778-579BE454CE38}" dt="2026-08-25T04:35:23.609" v="5709"/>
          <ac:spMkLst>
            <pc:docMk/>
            <pc:sldMk cId="2797417546" sldId="282"/>
            <ac:spMk id="21" creationId="{792544E1-F277-6B1F-2DFC-7D4A1F089F4E}"/>
          </ac:spMkLst>
        </pc:spChg>
        <pc:spChg chg="add del mod">
          <ac:chgData name="연우 오" userId="c3558644dac54ca4" providerId="LiveId" clId="{9333FDCA-79D6-4088-A778-579BE454CE38}" dt="2026-08-25T04:39:10.528" v="5722"/>
          <ac:spMkLst>
            <pc:docMk/>
            <pc:sldMk cId="2797417546" sldId="282"/>
            <ac:spMk id="22" creationId="{FFAAA2FF-5F58-0CEF-32B8-4FF708F998CA}"/>
          </ac:spMkLst>
        </pc:spChg>
        <pc:spChg chg="add del">
          <ac:chgData name="연우 오" userId="c3558644dac54ca4" providerId="LiveId" clId="{9333FDCA-79D6-4088-A778-579BE454CE38}" dt="2026-08-25T04:39:10.526" v="5720" actId="478"/>
          <ac:spMkLst>
            <pc:docMk/>
            <pc:sldMk cId="2797417546" sldId="282"/>
            <ac:spMk id="23" creationId="{1AC211A1-E82B-3797-753D-2EBA4404DCC4}"/>
          </ac:spMkLst>
        </pc:spChg>
        <pc:spChg chg="add del">
          <ac:chgData name="연우 오" userId="c3558644dac54ca4" providerId="LiveId" clId="{9333FDCA-79D6-4088-A778-579BE454CE38}" dt="2026-08-25T04:48:46.136" v="5724" actId="478"/>
          <ac:spMkLst>
            <pc:docMk/>
            <pc:sldMk cId="2797417546" sldId="282"/>
            <ac:spMk id="24" creationId="{C022F2FC-C806-95FC-31A5-B9C1F8C89E65}"/>
          </ac:spMkLst>
        </pc:spChg>
        <pc:spChg chg="add del mod">
          <ac:chgData name="연우 오" userId="c3558644dac54ca4" providerId="LiveId" clId="{9333FDCA-79D6-4088-A778-579BE454CE38}" dt="2026-08-25T04:49:20.449" v="5727" actId="478"/>
          <ac:spMkLst>
            <pc:docMk/>
            <pc:sldMk cId="2797417546" sldId="282"/>
            <ac:spMk id="25" creationId="{840EDBFF-AE81-9AB5-9972-2D15FA3D4865}"/>
          </ac:spMkLst>
        </pc:spChg>
        <pc:spChg chg="add del mod">
          <ac:chgData name="연우 오" userId="c3558644dac54ca4" providerId="LiveId" clId="{9333FDCA-79D6-4088-A778-579BE454CE38}" dt="2026-08-25T04:49:48.153" v="5730" actId="478"/>
          <ac:spMkLst>
            <pc:docMk/>
            <pc:sldMk cId="2797417546" sldId="282"/>
            <ac:spMk id="26" creationId="{7CBC1A33-C389-409B-F58D-637F2089A308}"/>
          </ac:spMkLst>
        </pc:spChg>
        <pc:spChg chg="add del mod">
          <ac:chgData name="연우 오" userId="c3558644dac54ca4" providerId="LiveId" clId="{9333FDCA-79D6-4088-A778-579BE454CE38}" dt="2026-08-25T05:00:21.835" v="5733" actId="478"/>
          <ac:spMkLst>
            <pc:docMk/>
            <pc:sldMk cId="2797417546" sldId="282"/>
            <ac:spMk id="27" creationId="{86334927-DFE4-86D4-A1AE-C547AF1141E2}"/>
          </ac:spMkLst>
        </pc:spChg>
        <pc:spChg chg="add del mod">
          <ac:chgData name="연우 오" userId="c3558644dac54ca4" providerId="LiveId" clId="{9333FDCA-79D6-4088-A778-579BE454CE38}" dt="2026-08-25T05:00:51.732" v="5737" actId="478"/>
          <ac:spMkLst>
            <pc:docMk/>
            <pc:sldMk cId="2797417546" sldId="282"/>
            <ac:spMk id="28" creationId="{24C9C8F0-F4CC-8E77-6361-241B8EC98871}"/>
          </ac:spMkLst>
        </pc:spChg>
        <pc:spChg chg="add del mod">
          <ac:chgData name="연우 오" userId="c3558644dac54ca4" providerId="LiveId" clId="{9333FDCA-79D6-4088-A778-579BE454CE38}" dt="2026-08-25T05:01:16.956" v="5742" actId="478"/>
          <ac:spMkLst>
            <pc:docMk/>
            <pc:sldMk cId="2797417546" sldId="282"/>
            <ac:spMk id="29" creationId="{C349BB00-75DA-B2FD-2CE4-66B0A29E76D2}"/>
          </ac:spMkLst>
        </pc:spChg>
        <pc:spChg chg="add mod">
          <ac:chgData name="연우 오" userId="c3558644dac54ca4" providerId="LiveId" clId="{9333FDCA-79D6-4088-A778-579BE454CE38}" dt="2026-08-25T05:18:26.207" v="5866" actId="1076"/>
          <ac:spMkLst>
            <pc:docMk/>
            <pc:sldMk cId="2797417546" sldId="282"/>
            <ac:spMk id="30" creationId="{73799D60-B805-1887-68DD-36F59546F332}"/>
          </ac:spMkLst>
        </pc:spChg>
        <pc:spChg chg="add mod">
          <ac:chgData name="연우 오" userId="c3558644dac54ca4" providerId="LiveId" clId="{9333FDCA-79D6-4088-A778-579BE454CE38}" dt="2026-08-25T05:18:26.207" v="5866" actId="1076"/>
          <ac:spMkLst>
            <pc:docMk/>
            <pc:sldMk cId="2797417546" sldId="282"/>
            <ac:spMk id="31" creationId="{C92197E5-A456-0C24-8CCA-6BAC4E90CC95}"/>
          </ac:spMkLst>
        </pc:spChg>
        <pc:spChg chg="add mod">
          <ac:chgData name="연우 오" userId="c3558644dac54ca4" providerId="LiveId" clId="{9333FDCA-79D6-4088-A778-579BE454CE38}" dt="2026-08-25T05:25:59.293" v="5877" actId="1076"/>
          <ac:spMkLst>
            <pc:docMk/>
            <pc:sldMk cId="2797417546" sldId="282"/>
            <ac:spMk id="34" creationId="{733EEE1D-4BE2-8206-13F4-20490ABA809B}"/>
          </ac:spMkLst>
        </pc:spChg>
        <pc:spChg chg="add mod">
          <ac:chgData name="연우 오" userId="c3558644dac54ca4" providerId="LiveId" clId="{9333FDCA-79D6-4088-A778-579BE454CE38}" dt="2026-08-25T05:29:40.934" v="5884" actId="1076"/>
          <ac:spMkLst>
            <pc:docMk/>
            <pc:sldMk cId="2797417546" sldId="282"/>
            <ac:spMk id="35" creationId="{A6141C10-2286-2155-97E1-4DF86E964FC1}"/>
          </ac:spMkLst>
        </pc:spChg>
        <pc:spChg chg="add mod">
          <ac:chgData name="연우 오" userId="c3558644dac54ca4" providerId="LiveId" clId="{9333FDCA-79D6-4088-A778-579BE454CE38}" dt="2026-08-25T05:30:04.628" v="5886" actId="1076"/>
          <ac:spMkLst>
            <pc:docMk/>
            <pc:sldMk cId="2797417546" sldId="282"/>
            <ac:spMk id="36" creationId="{5A2154DC-55A1-2B41-4206-DF9608585A95}"/>
          </ac:spMkLst>
        </pc:spChg>
        <pc:spChg chg="add del mod">
          <ac:chgData name="연우 오" userId="c3558644dac54ca4" providerId="LiveId" clId="{9333FDCA-79D6-4088-A778-579BE454CE38}" dt="2026-08-25T05:31:26.451" v="5917"/>
          <ac:spMkLst>
            <pc:docMk/>
            <pc:sldMk cId="2797417546" sldId="282"/>
            <ac:spMk id="37" creationId="{ED675A3D-5725-2B3F-8F9A-B05832F38E69}"/>
          </ac:spMkLst>
        </pc:spChg>
        <pc:spChg chg="add del mod">
          <ac:chgData name="연우 오" userId="c3558644dac54ca4" providerId="LiveId" clId="{9333FDCA-79D6-4088-A778-579BE454CE38}" dt="2026-08-25T05:31:58.208" v="5926" actId="478"/>
          <ac:spMkLst>
            <pc:docMk/>
            <pc:sldMk cId="2797417546" sldId="282"/>
            <ac:spMk id="39" creationId="{23B3BDE1-AED7-9B02-A0E9-AB97F817C1FA}"/>
          </ac:spMkLst>
        </pc:spChg>
        <pc:spChg chg="add mod">
          <ac:chgData name="연우 오" userId="c3558644dac54ca4" providerId="LiveId" clId="{9333FDCA-79D6-4088-A778-579BE454CE38}" dt="2026-08-25T05:33:53.501" v="6025" actId="20577"/>
          <ac:spMkLst>
            <pc:docMk/>
            <pc:sldMk cId="2797417546" sldId="282"/>
            <ac:spMk id="40" creationId="{CB7099D8-71F9-C93D-A057-F0B4067DD10E}"/>
          </ac:spMkLst>
        </pc:spChg>
        <pc:spChg chg="add del mod">
          <ac:chgData name="연우 오" userId="c3558644dac54ca4" providerId="LiveId" clId="{9333FDCA-79D6-4088-A778-579BE454CE38}" dt="2026-08-25T05:39:29.229" v="6032" actId="478"/>
          <ac:spMkLst>
            <pc:docMk/>
            <pc:sldMk cId="2797417546" sldId="282"/>
            <ac:spMk id="41" creationId="{E9ED6716-A62E-76E5-72A9-14B10E135752}"/>
          </ac:spMkLst>
        </pc:spChg>
        <pc:picChg chg="add del">
          <ac:chgData name="연우 오" userId="c3558644dac54ca4" providerId="LiveId" clId="{9333FDCA-79D6-4088-A778-579BE454CE38}" dt="2026-08-25T05:04:29.143" v="5848" actId="22"/>
          <ac:picMkLst>
            <pc:docMk/>
            <pc:sldMk cId="2797417546" sldId="282"/>
            <ac:picMk id="33" creationId="{252B05EE-169D-EAD1-77E6-687839C0B0C3}"/>
          </ac:picMkLst>
        </pc:picChg>
      </pc:sldChg>
      <pc:sldChg chg="addSp delSp modSp add mod modTransition setBg addAnim delAnim modAnim">
        <pc:chgData name="연우 오" userId="c3558644dac54ca4" providerId="LiveId" clId="{9333FDCA-79D6-4088-A778-579BE454CE38}" dt="2026-08-26T06:48:39.615" v="7778" actId="20577"/>
        <pc:sldMkLst>
          <pc:docMk/>
          <pc:sldMk cId="857794491" sldId="283"/>
        </pc:sldMkLst>
        <pc:spChg chg="del mod">
          <ac:chgData name="연우 오" userId="c3558644dac54ca4" providerId="LiveId" clId="{9333FDCA-79D6-4088-A778-579BE454CE38}" dt="2026-08-26T06:45:25.283" v="7741" actId="478"/>
          <ac:spMkLst>
            <pc:docMk/>
            <pc:sldMk cId="857794491" sldId="283"/>
            <ac:spMk id="2" creationId="{567B9DCD-EDEE-1B89-48B4-67ADC7D7B398}"/>
          </ac:spMkLst>
        </pc:spChg>
        <pc:spChg chg="mod">
          <ac:chgData name="연우 오" userId="c3558644dac54ca4" providerId="LiveId" clId="{9333FDCA-79D6-4088-A778-579BE454CE38}" dt="2026-08-26T06:48:39.615" v="7778" actId="20577"/>
          <ac:spMkLst>
            <pc:docMk/>
            <pc:sldMk cId="857794491" sldId="283"/>
            <ac:spMk id="4" creationId="{278DCBD3-AFDA-8244-E5E7-CF449A88E79E}"/>
          </ac:spMkLst>
        </pc:spChg>
        <pc:spChg chg="mod">
          <ac:chgData name="연우 오" userId="c3558644dac54ca4" providerId="LiveId" clId="{9333FDCA-79D6-4088-A778-579BE454CE38}" dt="2026-08-26T06:47:38.583" v="7758" actId="164"/>
          <ac:spMkLst>
            <pc:docMk/>
            <pc:sldMk cId="857794491" sldId="283"/>
            <ac:spMk id="7" creationId="{1A325592-99F1-D97E-4A52-8D77904BFEA1}"/>
          </ac:spMkLst>
        </pc:spChg>
        <pc:spChg chg="mod">
          <ac:chgData name="연우 오" userId="c3558644dac54ca4" providerId="LiveId" clId="{9333FDCA-79D6-4088-A778-579BE454CE38}" dt="2026-08-26T06:47:38.583" v="7758" actId="164"/>
          <ac:spMkLst>
            <pc:docMk/>
            <pc:sldMk cId="857794491" sldId="283"/>
            <ac:spMk id="8" creationId="{C4F315CD-1989-9E71-CEF4-814D1AAF38B9}"/>
          </ac:spMkLst>
        </pc:spChg>
        <pc:spChg chg="del mod">
          <ac:chgData name="연우 오" userId="c3558644dac54ca4" providerId="LiveId" clId="{9333FDCA-79D6-4088-A778-579BE454CE38}" dt="2026-08-26T06:40:39.845" v="7555" actId="478"/>
          <ac:spMkLst>
            <pc:docMk/>
            <pc:sldMk cId="857794491" sldId="283"/>
            <ac:spMk id="9" creationId="{A163CBB4-59A1-8CD5-FA7C-574E931AFE2B}"/>
          </ac:spMkLst>
        </pc:spChg>
        <pc:spChg chg="add mod">
          <ac:chgData name="연우 오" userId="c3558644dac54ca4" providerId="LiveId" clId="{9333FDCA-79D6-4088-A778-579BE454CE38}" dt="2026-08-26T06:47:38.583" v="7758" actId="164"/>
          <ac:spMkLst>
            <pc:docMk/>
            <pc:sldMk cId="857794491" sldId="283"/>
            <ac:spMk id="10" creationId="{DCBA063F-A484-32DC-39CB-B79B1BAB4582}"/>
          </ac:spMkLst>
        </pc:spChg>
        <pc:spChg chg="add mod">
          <ac:chgData name="연우 오" userId="c3558644dac54ca4" providerId="LiveId" clId="{9333FDCA-79D6-4088-A778-579BE454CE38}" dt="2026-08-26T06:47:38.583" v="7758" actId="164"/>
          <ac:spMkLst>
            <pc:docMk/>
            <pc:sldMk cId="857794491" sldId="283"/>
            <ac:spMk id="12" creationId="{CE57C3D6-FA7D-4272-1D9B-21A4FEB2B07F}"/>
          </ac:spMkLst>
        </pc:spChg>
        <pc:spChg chg="del">
          <ac:chgData name="연우 오" userId="c3558644dac54ca4" providerId="LiveId" clId="{9333FDCA-79D6-4088-A778-579BE454CE38}" dt="2026-08-26T06:48:25.097" v="7771" actId="478"/>
          <ac:spMkLst>
            <pc:docMk/>
            <pc:sldMk cId="857794491" sldId="283"/>
            <ac:spMk id="13" creationId="{4C702CB2-3533-8ECC-8410-104B95A4AB0A}"/>
          </ac:spMkLst>
        </pc:spChg>
        <pc:spChg chg="del">
          <ac:chgData name="연우 오" userId="c3558644dac54ca4" providerId="LiveId" clId="{9333FDCA-79D6-4088-A778-579BE454CE38}" dt="2026-08-26T06:48:26.116" v="7772" actId="478"/>
          <ac:spMkLst>
            <pc:docMk/>
            <pc:sldMk cId="857794491" sldId="283"/>
            <ac:spMk id="14" creationId="{3F8878F3-7361-67A5-B369-67844CC58BFF}"/>
          </ac:spMkLst>
        </pc:spChg>
        <pc:spChg chg="del">
          <ac:chgData name="연우 오" userId="c3558644dac54ca4" providerId="LiveId" clId="{9333FDCA-79D6-4088-A778-579BE454CE38}" dt="2026-08-26T06:48:23.678" v="7769" actId="478"/>
          <ac:spMkLst>
            <pc:docMk/>
            <pc:sldMk cId="857794491" sldId="283"/>
            <ac:spMk id="15" creationId="{5485FAEF-646D-F2B5-C729-C983828F45C7}"/>
          </ac:spMkLst>
        </pc:spChg>
        <pc:spChg chg="del">
          <ac:chgData name="연우 오" userId="c3558644dac54ca4" providerId="LiveId" clId="{9333FDCA-79D6-4088-A778-579BE454CE38}" dt="2026-08-26T06:48:24.208" v="7770" actId="478"/>
          <ac:spMkLst>
            <pc:docMk/>
            <pc:sldMk cId="857794491" sldId="283"/>
            <ac:spMk id="16" creationId="{BBD1AB01-9833-7392-77A3-C7F147E06B05}"/>
          </ac:spMkLst>
        </pc:spChg>
        <pc:spChg chg="del mod">
          <ac:chgData name="연우 오" userId="c3558644dac54ca4" providerId="LiveId" clId="{9333FDCA-79D6-4088-A778-579BE454CE38}" dt="2026-08-26T06:48:23.092" v="7768" actId="478"/>
          <ac:spMkLst>
            <pc:docMk/>
            <pc:sldMk cId="857794491" sldId="283"/>
            <ac:spMk id="17" creationId="{BDF79776-3222-AA88-39F3-6F4FE2A05261}"/>
          </ac:spMkLst>
        </pc:spChg>
        <pc:spChg chg="del mod">
          <ac:chgData name="연우 오" userId="c3558644dac54ca4" providerId="LiveId" clId="{9333FDCA-79D6-4088-A778-579BE454CE38}" dt="2026-08-26T06:42:06.942" v="7608" actId="478"/>
          <ac:spMkLst>
            <pc:docMk/>
            <pc:sldMk cId="857794491" sldId="283"/>
            <ac:spMk id="19" creationId="{DA6300EF-1025-7D39-97D9-6F395B13D8D5}"/>
          </ac:spMkLst>
        </pc:spChg>
        <pc:spChg chg="add del mod">
          <ac:chgData name="연우 오" userId="c3558644dac54ca4" providerId="LiveId" clId="{9333FDCA-79D6-4088-A778-579BE454CE38}" dt="2026-08-26T06:36:43.976" v="7503" actId="478"/>
          <ac:spMkLst>
            <pc:docMk/>
            <pc:sldMk cId="857794491" sldId="283"/>
            <ac:spMk id="20" creationId="{12E460C2-75A0-3A2D-1BD3-C568D9732D46}"/>
          </ac:spMkLst>
        </pc:spChg>
        <pc:spChg chg="del mod">
          <ac:chgData name="연우 오" userId="c3558644dac54ca4" providerId="LiveId" clId="{9333FDCA-79D6-4088-A778-579BE454CE38}" dt="2026-08-26T06:45:23.719" v="7740" actId="478"/>
          <ac:spMkLst>
            <pc:docMk/>
            <pc:sldMk cId="857794491" sldId="283"/>
            <ac:spMk id="21" creationId="{1927CDEA-2B3D-225E-4DEA-4B6F782488AF}"/>
          </ac:spMkLst>
        </pc:spChg>
        <pc:spChg chg="add mod">
          <ac:chgData name="연우 오" userId="c3558644dac54ca4" providerId="LiveId" clId="{9333FDCA-79D6-4088-A778-579BE454CE38}" dt="2026-08-26T06:47:38.583" v="7758" actId="164"/>
          <ac:spMkLst>
            <pc:docMk/>
            <pc:sldMk cId="857794491" sldId="283"/>
            <ac:spMk id="23" creationId="{5BAA60B0-ED80-9CF2-2D10-58CF7A8386BB}"/>
          </ac:spMkLst>
        </pc:spChg>
        <pc:spChg chg="add del mod">
          <ac:chgData name="연우 오" userId="c3558644dac54ca4" providerId="LiveId" clId="{9333FDCA-79D6-4088-A778-579BE454CE38}" dt="2026-08-26T06:48:22.570" v="7767" actId="478"/>
          <ac:spMkLst>
            <pc:docMk/>
            <pc:sldMk cId="857794491" sldId="283"/>
            <ac:spMk id="24" creationId="{36BCC9E1-F4DB-81FE-3AA0-FE35CF0540A7}"/>
          </ac:spMkLst>
        </pc:spChg>
        <pc:grpChg chg="add mod">
          <ac:chgData name="연우 오" userId="c3558644dac54ca4" providerId="LiveId" clId="{9333FDCA-79D6-4088-A778-579BE454CE38}" dt="2026-08-26T06:47:38.583" v="7758" actId="164"/>
          <ac:grpSpMkLst>
            <pc:docMk/>
            <pc:sldMk cId="857794491" sldId="283"/>
            <ac:grpSpMk id="25" creationId="{79642F79-D2DF-A3E4-2C48-BE478E5E2A83}"/>
          </ac:grpSpMkLst>
        </pc:grpChg>
        <pc:picChg chg="del">
          <ac:chgData name="연우 오" userId="c3558644dac54ca4" providerId="LiveId" clId="{9333FDCA-79D6-4088-A778-579BE454CE38}" dt="2026-08-25T05:53:58.785" v="6119" actId="478"/>
          <ac:picMkLst>
            <pc:docMk/>
            <pc:sldMk cId="857794491" sldId="283"/>
            <ac:picMk id="22" creationId="{A70A3369-0BB9-9DB1-D9A0-181628943010}"/>
          </ac:picMkLst>
        </pc:picChg>
      </pc:sldChg>
      <pc:sldChg chg="addSp delSp modSp add mod modTransition modAnim">
        <pc:chgData name="연우 오" userId="c3558644dac54ca4" providerId="LiveId" clId="{9333FDCA-79D6-4088-A778-579BE454CE38}" dt="2026-08-26T00:11:00.320" v="7015" actId="1076"/>
        <pc:sldMkLst>
          <pc:docMk/>
          <pc:sldMk cId="1858044975" sldId="284"/>
        </pc:sldMkLst>
        <pc:spChg chg="add del mod">
          <ac:chgData name="연우 오" userId="c3558644dac54ca4" providerId="LiveId" clId="{9333FDCA-79D6-4088-A778-579BE454CE38}" dt="2026-08-25T15:13:46.587" v="6526" actId="478"/>
          <ac:spMkLst>
            <pc:docMk/>
            <pc:sldMk cId="1858044975" sldId="284"/>
            <ac:spMk id="2" creationId="{8A212601-400B-B0E7-F302-3479BC78E4D2}"/>
          </ac:spMkLst>
        </pc:spChg>
        <pc:spChg chg="mod">
          <ac:chgData name="연우 오" userId="c3558644dac54ca4" providerId="LiveId" clId="{9333FDCA-79D6-4088-A778-579BE454CE38}" dt="2026-08-25T16:11:16.671" v="6802" actId="1076"/>
          <ac:spMkLst>
            <pc:docMk/>
            <pc:sldMk cId="1858044975" sldId="284"/>
            <ac:spMk id="4" creationId="{10B302E8-4FE2-74DE-E92B-4712BD6EA03F}"/>
          </ac:spMkLst>
        </pc:spChg>
        <pc:spChg chg="add del mod ord">
          <ac:chgData name="연우 오" userId="c3558644dac54ca4" providerId="LiveId" clId="{9333FDCA-79D6-4088-A778-579BE454CE38}" dt="2026-08-25T16:12:40.793" v="6810" actId="478"/>
          <ac:spMkLst>
            <pc:docMk/>
            <pc:sldMk cId="1858044975" sldId="284"/>
            <ac:spMk id="5" creationId="{73DE8A97-39F2-7EEC-36AA-8D99CAE45EDE}"/>
          </ac:spMkLst>
        </pc:spChg>
        <pc:spChg chg="del">
          <ac:chgData name="연우 오" userId="c3558644dac54ca4" providerId="LiveId" clId="{9333FDCA-79D6-4088-A778-579BE454CE38}" dt="2026-08-25T15:20:22.048" v="6610" actId="478"/>
          <ac:spMkLst>
            <pc:docMk/>
            <pc:sldMk cId="1858044975" sldId="284"/>
            <ac:spMk id="8" creationId="{49484A0B-EA84-18DD-BF48-6730AC496F59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9" creationId="{72F97BE8-2B48-11AE-2E92-309C2A23FD03}"/>
          </ac:spMkLst>
        </pc:spChg>
        <pc:spChg chg="mod ord">
          <ac:chgData name="연우 오" userId="c3558644dac54ca4" providerId="LiveId" clId="{9333FDCA-79D6-4088-A778-579BE454CE38}" dt="2026-08-25T16:13:50.097" v="6818" actId="166"/>
          <ac:spMkLst>
            <pc:docMk/>
            <pc:sldMk cId="1858044975" sldId="284"/>
            <ac:spMk id="10" creationId="{E4EA7A4F-F017-FB86-A1E2-42B826001C6C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1" creationId="{90C34E14-9E14-97AE-0E2B-6C46AF5225D7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2" creationId="{614C0959-A7BB-1AF2-0351-5E83C1D03933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3" creationId="{2AE735D9-3D0A-72C4-3A30-BFEBD2E2E5F0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4" creationId="{C633F854-D0F2-D5B7-5800-AA9DD54D7EED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5" creationId="{EEA002CB-98AF-4582-A27D-59CF679A5C33}"/>
          </ac:spMkLst>
        </pc:spChg>
        <pc:spChg chg="add mod">
          <ac:chgData name="연우 오" userId="c3558644dac54ca4" providerId="LiveId" clId="{9333FDCA-79D6-4088-A778-579BE454CE38}" dt="2026-08-25T16:02:11.871" v="6728" actId="571"/>
          <ac:spMkLst>
            <pc:docMk/>
            <pc:sldMk cId="1858044975" sldId="284"/>
            <ac:spMk id="16" creationId="{9379198C-C7CE-3802-C1AA-CADB5A1B5CE6}"/>
          </ac:spMkLst>
        </pc:spChg>
        <pc:spChg chg="add mod">
          <ac:chgData name="연우 오" userId="c3558644dac54ca4" providerId="LiveId" clId="{9333FDCA-79D6-4088-A778-579BE454CE38}" dt="2026-08-25T16:02:11.871" v="6728" actId="571"/>
          <ac:spMkLst>
            <pc:docMk/>
            <pc:sldMk cId="1858044975" sldId="284"/>
            <ac:spMk id="17" creationId="{09AC0FD5-A601-6F4C-92BF-7D00A702BC53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8" creationId="{143128B2-7C96-F214-4515-85DB96CA841D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9" creationId="{9D4974C1-9B0B-EDE7-3805-1B7FB13DD306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20" creationId="{0D7A9CDE-DE61-766D-38C1-2CBFD31A3BBF}"/>
          </ac:spMkLst>
        </pc:spChg>
        <pc:spChg chg="add mod">
          <ac:chgData name="연우 오" userId="c3558644dac54ca4" providerId="LiveId" clId="{9333FDCA-79D6-4088-A778-579BE454CE38}" dt="2026-08-25T16:04:51.616" v="6748" actId="571"/>
          <ac:spMkLst>
            <pc:docMk/>
            <pc:sldMk cId="1858044975" sldId="284"/>
            <ac:spMk id="21" creationId="{1E1793A0-49B6-510B-DD15-C5360BBA081D}"/>
          </ac:spMkLst>
        </pc:spChg>
        <pc:spChg chg="add mod">
          <ac:chgData name="연우 오" userId="c3558644dac54ca4" providerId="LiveId" clId="{9333FDCA-79D6-4088-A778-579BE454CE38}" dt="2026-08-25T16:04:54.770" v="6749" actId="571"/>
          <ac:spMkLst>
            <pc:docMk/>
            <pc:sldMk cId="1858044975" sldId="284"/>
            <ac:spMk id="23" creationId="{8DB83DF8-7B54-3779-B682-5AA4FA6BDA8B}"/>
          </ac:spMkLst>
        </pc:spChg>
        <pc:spChg chg="add mod">
          <ac:chgData name="연우 오" userId="c3558644dac54ca4" providerId="LiveId" clId="{9333FDCA-79D6-4088-A778-579BE454CE38}" dt="2026-08-25T16:04:58.338" v="6750" actId="571"/>
          <ac:spMkLst>
            <pc:docMk/>
            <pc:sldMk cId="1858044975" sldId="284"/>
            <ac:spMk id="24" creationId="{F7FB6DAB-7644-DF8D-4B21-7761FC26B012}"/>
          </ac:spMkLst>
        </pc:spChg>
        <pc:spChg chg="add mod">
          <ac:chgData name="연우 오" userId="c3558644dac54ca4" providerId="LiveId" clId="{9333FDCA-79D6-4088-A778-579BE454CE38}" dt="2026-08-25T16:05:01.682" v="6751" actId="571"/>
          <ac:spMkLst>
            <pc:docMk/>
            <pc:sldMk cId="1858044975" sldId="284"/>
            <ac:spMk id="25" creationId="{EC1DF0C5-4881-EFF5-1919-F75CEDB3CC3B}"/>
          </ac:spMkLst>
        </pc:spChg>
        <pc:spChg chg="add mod">
          <ac:chgData name="연우 오" userId="c3558644dac54ca4" providerId="LiveId" clId="{9333FDCA-79D6-4088-A778-579BE454CE38}" dt="2026-08-25T16:05:06.204" v="6753" actId="571"/>
          <ac:spMkLst>
            <pc:docMk/>
            <pc:sldMk cId="1858044975" sldId="284"/>
            <ac:spMk id="26" creationId="{F0E48561-5025-492F-FEC0-E1FC986B0C23}"/>
          </ac:spMkLst>
        </pc:spChg>
        <pc:spChg chg="add mod">
          <ac:chgData name="연우 오" userId="c3558644dac54ca4" providerId="LiveId" clId="{9333FDCA-79D6-4088-A778-579BE454CE38}" dt="2026-08-25T16:05:09.215" v="6754" actId="571"/>
          <ac:spMkLst>
            <pc:docMk/>
            <pc:sldMk cId="1858044975" sldId="284"/>
            <ac:spMk id="27" creationId="{212E8D25-1D1E-AD8C-AF48-CA038FBBD252}"/>
          </ac:spMkLst>
        </pc:spChg>
        <pc:spChg chg="add mod">
          <ac:chgData name="연우 오" userId="c3558644dac54ca4" providerId="LiveId" clId="{9333FDCA-79D6-4088-A778-579BE454CE38}" dt="2026-08-25T16:05:11.760" v="6755" actId="571"/>
          <ac:spMkLst>
            <pc:docMk/>
            <pc:sldMk cId="1858044975" sldId="284"/>
            <ac:spMk id="29" creationId="{968D8D2C-32AC-7532-71BE-901FCA73F637}"/>
          </ac:spMkLst>
        </pc:spChg>
        <pc:spChg chg="mod ord">
          <ac:chgData name="연우 오" userId="c3558644dac54ca4" providerId="LiveId" clId="{9333FDCA-79D6-4088-A778-579BE454CE38}" dt="2026-08-25T16:13:01.685" v="6815" actId="1076"/>
          <ac:spMkLst>
            <pc:docMk/>
            <pc:sldMk cId="1858044975" sldId="284"/>
            <ac:spMk id="30" creationId="{33796FBF-7B83-495B-31B3-60CD67A28F2A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3" creationId="{C90AE67E-B4F6-5926-2155-4F771F92A5F9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5" creationId="{4653933A-DFDE-B0F8-E698-2EF7ED40BEAD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6" creationId="{50DF784C-8AD3-615A-8757-163C7E63812F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7" creationId="{4462B399-7D92-A029-791D-2373A92AEE53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8" creationId="{2D9A0EEB-D1FA-C857-C43B-027085247744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9" creationId="{69D7E1F8-B438-6491-A505-0B799C20BC0D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40" creationId="{F4AEFD25-45A4-AF44-AA9E-CA4B06D4C271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42" creationId="{9471F531-6861-E19B-D666-85DC9E05F9E1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44" creationId="{2CCD29D0-11AB-78B8-D1AC-61B2EA04CAE6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46" creationId="{4A3DF9BD-F1E1-4C20-E5DF-BF021829D570}"/>
          </ac:spMkLst>
        </pc:spChg>
        <pc:spChg chg="del">
          <ac:chgData name="연우 오" userId="c3558644dac54ca4" providerId="LiveId" clId="{9333FDCA-79D6-4088-A778-579BE454CE38}" dt="2026-08-25T15:11:30.846" v="6510" actId="478"/>
          <ac:spMkLst>
            <pc:docMk/>
            <pc:sldMk cId="1858044975" sldId="284"/>
            <ac:spMk id="47" creationId="{2E96ABF3-A8A9-9A1C-9950-938C2085B228}"/>
          </ac:spMkLst>
        </pc:spChg>
        <pc:spChg chg="add mod">
          <ac:chgData name="연우 오" userId="c3558644dac54ca4" providerId="LiveId" clId="{9333FDCA-79D6-4088-A778-579BE454CE38}" dt="2026-08-25T16:05:16.262" v="6756" actId="571"/>
          <ac:spMkLst>
            <pc:docMk/>
            <pc:sldMk cId="1858044975" sldId="284"/>
            <ac:spMk id="48" creationId="{1ED849F9-F7EE-A28D-F1DB-D82421CD2E83}"/>
          </ac:spMkLst>
        </pc:spChg>
        <pc:spChg chg="add mod">
          <ac:chgData name="연우 오" userId="c3558644dac54ca4" providerId="LiveId" clId="{9333FDCA-79D6-4088-A778-579BE454CE38}" dt="2026-08-25T16:05:18.724" v="6757" actId="571"/>
          <ac:spMkLst>
            <pc:docMk/>
            <pc:sldMk cId="1858044975" sldId="284"/>
            <ac:spMk id="49" creationId="{149AAB51-3169-CDD1-08F4-8DB7688F8069}"/>
          </ac:spMkLst>
        </pc:spChg>
        <pc:spChg chg="add mod">
          <ac:chgData name="연우 오" userId="c3558644dac54ca4" providerId="LiveId" clId="{9333FDCA-79D6-4088-A778-579BE454CE38}" dt="2026-08-25T16:05:21.188" v="6758" actId="571"/>
          <ac:spMkLst>
            <pc:docMk/>
            <pc:sldMk cId="1858044975" sldId="284"/>
            <ac:spMk id="50" creationId="{5598292E-43DC-98AA-8B07-200FF8732E3B}"/>
          </ac:spMkLst>
        </pc:spChg>
        <pc:spChg chg="add mod">
          <ac:chgData name="연우 오" userId="c3558644dac54ca4" providerId="LiveId" clId="{9333FDCA-79D6-4088-A778-579BE454CE38}" dt="2026-08-25T16:05:24.077" v="6759" actId="571"/>
          <ac:spMkLst>
            <pc:docMk/>
            <pc:sldMk cId="1858044975" sldId="284"/>
            <ac:spMk id="51" creationId="{5D16B175-B912-4735-5139-AD7E9C8AEBAD}"/>
          </ac:spMkLst>
        </pc:spChg>
        <pc:spChg chg="add mod">
          <ac:chgData name="연우 오" userId="c3558644dac54ca4" providerId="LiveId" clId="{9333FDCA-79D6-4088-A778-579BE454CE38}" dt="2026-08-25T16:05:26.555" v="6760" actId="571"/>
          <ac:spMkLst>
            <pc:docMk/>
            <pc:sldMk cId="1858044975" sldId="284"/>
            <ac:spMk id="52" creationId="{292E34E6-F2EB-201C-8620-974E41AD3571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55" creationId="{055AE5F1-22C6-C6E5-6A3A-6DCB1045E433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58" creationId="{B8682186-950F-D9EE-49C3-577C54E78FF1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60" creationId="{C0E607B3-A569-0254-E496-D3824CAC8CE8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61" creationId="{9DDBC678-A236-1DDA-11F1-4A158F4ECA64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64" creationId="{06305EB2-5762-1AC6-E264-77FDAB9C3BE6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65" creationId="{A85D0141-62D6-B067-0B3C-B6156DAA02F2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67" creationId="{CF757A47-5570-4775-7CDC-08E1A0969BF0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70" creationId="{18532430-9F71-BA3B-ADB9-CC5384B2540D}"/>
          </ac:spMkLst>
        </pc:spChg>
        <pc:spChg chg="add mod">
          <ac:chgData name="연우 오" userId="c3558644dac54ca4" providerId="LiveId" clId="{9333FDCA-79D6-4088-A778-579BE454CE38}" dt="2026-08-26T00:11:00.320" v="7015" actId="1076"/>
          <ac:spMkLst>
            <pc:docMk/>
            <pc:sldMk cId="1858044975" sldId="284"/>
            <ac:spMk id="74" creationId="{540CEF84-0614-CB93-F71F-43C9E309F9DA}"/>
          </ac:spMkLst>
        </pc:spChg>
        <pc:spChg chg="add del mod">
          <ac:chgData name="연우 오" userId="c3558644dac54ca4" providerId="LiveId" clId="{9333FDCA-79D6-4088-A778-579BE454CE38}" dt="2026-08-25T16:12:46.387" v="6812" actId="478"/>
          <ac:spMkLst>
            <pc:docMk/>
            <pc:sldMk cId="1858044975" sldId="284"/>
            <ac:spMk id="75" creationId="{C1C2C731-743B-D465-CB26-0E6114A6A805}"/>
          </ac:spMkLst>
        </pc:spChg>
        <pc:spChg chg="del">
          <ac:chgData name="연우 오" userId="c3558644dac54ca4" providerId="LiveId" clId="{9333FDCA-79D6-4088-A778-579BE454CE38}" dt="2026-08-25T16:12:44.465" v="6811" actId="478"/>
          <ac:spMkLst>
            <pc:docMk/>
            <pc:sldMk cId="1858044975" sldId="284"/>
            <ac:spMk id="76" creationId="{739B5B7D-50CA-3DE3-9168-EE2675E5F396}"/>
          </ac:spMkLst>
        </pc:spChg>
        <pc:graphicFrameChg chg="add del mod ord modGraphic">
          <ac:chgData name="연우 오" userId="c3558644dac54ca4" providerId="LiveId" clId="{9333FDCA-79D6-4088-A778-579BE454CE38}" dt="2026-08-25T16:12:38.927" v="6809" actId="478"/>
          <ac:graphicFrameMkLst>
            <pc:docMk/>
            <pc:sldMk cId="1858044975" sldId="284"/>
            <ac:graphicFrameMk id="7" creationId="{1CD1D566-DC09-7FEF-6E65-7D479C8B4171}"/>
          </ac:graphicFrameMkLst>
        </pc:graphicFrameChg>
        <pc:graphicFrameChg chg="del mod modGraphic">
          <ac:chgData name="연우 오" userId="c3558644dac54ca4" providerId="LiveId" clId="{9333FDCA-79D6-4088-A778-579BE454CE38}" dt="2026-08-25T15:20:16.642" v="6609" actId="478"/>
          <ac:graphicFrameMkLst>
            <pc:docMk/>
            <pc:sldMk cId="1858044975" sldId="284"/>
            <ac:graphicFrameMk id="28" creationId="{E803C567-0932-76CC-33B7-924B63BD9EBF}"/>
          </ac:graphicFrameMkLst>
        </pc:graphicFrameChg>
        <pc:graphicFrameChg chg="ord">
          <ac:chgData name="연우 오" userId="c3558644dac54ca4" providerId="LiveId" clId="{9333FDCA-79D6-4088-A778-579BE454CE38}" dt="2026-08-25T16:13:32.923" v="6816" actId="167"/>
          <ac:graphicFrameMkLst>
            <pc:docMk/>
            <pc:sldMk cId="1858044975" sldId="284"/>
            <ac:graphicFrameMk id="53" creationId="{C51CD332-6A5B-117C-ECED-B8E971D36324}"/>
          </ac:graphicFrameMkLst>
        </pc:graphicFrameChg>
        <pc:picChg chg="mod">
          <ac:chgData name="연우 오" userId="c3558644dac54ca4" providerId="LiveId" clId="{9333FDCA-79D6-4088-A778-579BE454CE38}" dt="2026-08-25T15:05:49.708" v="6475" actId="1076"/>
          <ac:picMkLst>
            <pc:docMk/>
            <pc:sldMk cId="1858044975" sldId="284"/>
            <ac:picMk id="22" creationId="{23473E1F-0B5E-F7ED-471A-345A9643BA6C}"/>
          </ac:picMkLst>
        </pc:picChg>
      </pc:sldChg>
      <pc:sldChg chg="add del">
        <pc:chgData name="연우 오" userId="c3558644dac54ca4" providerId="LiveId" clId="{9333FDCA-79D6-4088-A778-579BE454CE38}" dt="2026-08-25T16:04:46.236" v="6747" actId="2890"/>
        <pc:sldMkLst>
          <pc:docMk/>
          <pc:sldMk cId="428029875" sldId="285"/>
        </pc:sldMkLst>
      </pc:sldChg>
      <pc:sldChg chg="addSp delSp modSp add mod modTransition addAnim delAnim modAnim">
        <pc:chgData name="연우 오" userId="c3558644dac54ca4" providerId="LiveId" clId="{9333FDCA-79D6-4088-A778-579BE454CE38}" dt="2026-08-26T06:17:25.607" v="7386"/>
        <pc:sldMkLst>
          <pc:docMk/>
          <pc:sldMk cId="1159217278" sldId="285"/>
        </pc:sldMkLst>
        <pc:spChg chg="del">
          <ac:chgData name="연우 오" userId="c3558644dac54ca4" providerId="LiveId" clId="{9333FDCA-79D6-4088-A778-579BE454CE38}" dt="2026-08-25T16:11:39.252" v="6803" actId="478"/>
          <ac:spMkLst>
            <pc:docMk/>
            <pc:sldMk cId="1159217278" sldId="285"/>
            <ac:spMk id="4" creationId="{E6291E68-F693-0081-A896-265FD149BD34}"/>
          </ac:spMkLst>
        </pc:spChg>
        <pc:spChg chg="mod">
          <ac:chgData name="연우 오" userId="c3558644dac54ca4" providerId="LiveId" clId="{9333FDCA-79D6-4088-A778-579BE454CE38}" dt="2026-08-26T00:10:55.417" v="7014" actId="1076"/>
          <ac:spMkLst>
            <pc:docMk/>
            <pc:sldMk cId="1159217278" sldId="285"/>
            <ac:spMk id="5" creationId="{B41AFAE3-F87E-1D9F-E1F7-8053E8200720}"/>
          </ac:spMkLst>
        </pc:spChg>
        <pc:spChg chg="add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8" creationId="{F8FEDFE5-2DD7-19F1-186E-0CAD41E46CAE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9" creationId="{4141EF49-A00C-A19D-9D24-5FB255116F17}"/>
          </ac:spMkLst>
        </pc:spChg>
        <pc:spChg chg="del mod">
          <ac:chgData name="연우 오" userId="c3558644dac54ca4" providerId="LiveId" clId="{9333FDCA-79D6-4088-A778-579BE454CE38}" dt="2026-08-25T16:08:42.729" v="6789" actId="478"/>
          <ac:spMkLst>
            <pc:docMk/>
            <pc:sldMk cId="1159217278" sldId="285"/>
            <ac:spMk id="10" creationId="{9066ACE3-15DA-23C1-EBC0-FFA965E330C8}"/>
          </ac:spMkLst>
        </pc:spChg>
        <pc:spChg chg="add del">
          <ac:chgData name="연우 오" userId="c3558644dac54ca4" providerId="LiveId" clId="{9333FDCA-79D6-4088-A778-579BE454CE38}" dt="2026-08-25T16:08:17.194" v="6787" actId="478"/>
          <ac:spMkLst>
            <pc:docMk/>
            <pc:sldMk cId="1159217278" sldId="285"/>
            <ac:spMk id="11" creationId="{C192D81D-7A63-256E-91A8-534999E4CD16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12" creationId="{5E0EBDC7-2A6E-4BC0-6791-382114264D6C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13" creationId="{8DDC6131-B81D-EC1A-A1E4-5C2CC58E9395}"/>
          </ac:spMkLst>
        </pc:spChg>
        <pc:spChg chg="add del">
          <ac:chgData name="연우 오" userId="c3558644dac54ca4" providerId="LiveId" clId="{9333FDCA-79D6-4088-A778-579BE454CE38}" dt="2026-08-25T16:08:17.194" v="6787" actId="478"/>
          <ac:spMkLst>
            <pc:docMk/>
            <pc:sldMk cId="1159217278" sldId="285"/>
            <ac:spMk id="14" creationId="{509FDC98-AFB9-6438-2ECF-21A37DB4E609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15" creationId="{BB8B0416-33F8-C6B6-4604-0981D966551C}"/>
          </ac:spMkLst>
        </pc:spChg>
        <pc:spChg chg="add">
          <ac:chgData name="연우 오" userId="c3558644dac54ca4" providerId="LiveId" clId="{9333FDCA-79D6-4088-A778-579BE454CE38}" dt="2026-08-25T16:08:32.353" v="6788" actId="22"/>
          <ac:spMkLst>
            <pc:docMk/>
            <pc:sldMk cId="1159217278" sldId="285"/>
            <ac:spMk id="17" creationId="{F310E753-1541-940F-D926-2B716CECA1D1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18" creationId="{BE458E02-AEC6-7CAC-D0EE-996A309AB50D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19" creationId="{3C5A23C7-0163-39C0-148D-98777C79F7A7}"/>
          </ac:spMkLst>
        </pc:spChg>
        <pc:spChg chg="add del">
          <ac:chgData name="연우 오" userId="c3558644dac54ca4" providerId="LiveId" clId="{9333FDCA-79D6-4088-A778-579BE454CE38}" dt="2026-08-25T16:08:17.194" v="6787" actId="478"/>
          <ac:spMkLst>
            <pc:docMk/>
            <pc:sldMk cId="1159217278" sldId="285"/>
            <ac:spMk id="20" creationId="{7D8DAC0C-CABD-16AB-8101-82E4A838061A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21" creationId="{919D11DC-C639-6F0F-1059-AFDBC3AD9DB7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23" creationId="{309CAAF9-E525-0089-BE5A-F63DE81BB04D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24" creationId="{E4515D30-8099-F516-DB81-97E995D85576}"/>
          </ac:spMkLst>
        </pc:spChg>
        <pc:spChg chg="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25" creationId="{FB185BAC-D7B2-2610-F31D-D0680FFD68B5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27" creationId="{41667FFD-6341-020F-BDE3-A3373C4D70E6}"/>
          </ac:spMkLst>
        </pc:spChg>
        <pc:spChg chg="add">
          <ac:chgData name="연우 오" userId="c3558644dac54ca4" providerId="LiveId" clId="{9333FDCA-79D6-4088-A778-579BE454CE38}" dt="2026-08-25T16:11:39.651" v="6804" actId="22"/>
          <ac:spMkLst>
            <pc:docMk/>
            <pc:sldMk cId="1159217278" sldId="285"/>
            <ac:spMk id="28" creationId="{3B4D26DE-401F-573F-20E7-379C2E32E455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29" creationId="{6F096C47-DE62-856E-1E4D-359FED66174A}"/>
          </ac:spMkLst>
        </pc:spChg>
        <pc:spChg chg="del mod">
          <ac:chgData name="연우 오" userId="c3558644dac54ca4" providerId="LiveId" clId="{9333FDCA-79D6-4088-A778-579BE454CE38}" dt="2026-08-25T16:08:42.729" v="6789" actId="478"/>
          <ac:spMkLst>
            <pc:docMk/>
            <pc:sldMk cId="1159217278" sldId="285"/>
            <ac:spMk id="30" creationId="{56C1B799-F71D-6E82-CCAF-EB6FF8847A4C}"/>
          </ac:spMkLst>
        </pc:spChg>
        <pc:spChg chg="add mod">
          <ac:chgData name="연우 오" userId="c3558644dac54ca4" providerId="LiveId" clId="{9333FDCA-79D6-4088-A778-579BE454CE38}" dt="2026-08-26T00:15:44.225" v="7110" actId="1076"/>
          <ac:spMkLst>
            <pc:docMk/>
            <pc:sldMk cId="1159217278" sldId="285"/>
            <ac:spMk id="33" creationId="{E249FEB7-0212-BACC-8859-061C5418EF75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48" creationId="{E03D0C90-64FE-25AE-6F8E-FD81101BF26D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49" creationId="{2C812BF8-BF18-7407-1579-DCD644BEFEF0}"/>
          </ac:spMkLst>
        </pc:spChg>
        <pc:spChg chg="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50" creationId="{435A2F90-2459-FC3A-08F0-3FBAA9A7140D}"/>
          </ac:spMkLst>
        </pc:spChg>
        <pc:spChg chg="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51" creationId="{DC346638-7CC6-8A18-A4EF-112156D92B0C}"/>
          </ac:spMkLst>
        </pc:spChg>
        <pc:picChg chg="add del">
          <ac:chgData name="연우 오" userId="c3558644dac54ca4" providerId="LiveId" clId="{9333FDCA-79D6-4088-A778-579BE454CE38}" dt="2026-08-26T00:13:10.281" v="7069" actId="478"/>
          <ac:picMkLst>
            <pc:docMk/>
            <pc:sldMk cId="1159217278" sldId="285"/>
            <ac:picMk id="31" creationId="{66202561-5702-CBD0-2234-A81DD27E5785}"/>
          </ac:picMkLst>
        </pc:picChg>
        <pc:picChg chg="add mod">
          <ac:chgData name="연우 오" userId="c3558644dac54ca4" providerId="LiveId" clId="{9333FDCA-79D6-4088-A778-579BE454CE38}" dt="2026-08-26T00:15:46.171" v="7111" actId="1076"/>
          <ac:picMkLst>
            <pc:docMk/>
            <pc:sldMk cId="1159217278" sldId="285"/>
            <ac:picMk id="32" creationId="{26702DC7-F47C-E712-D307-ECE4BCFCBB67}"/>
          </ac:picMkLst>
        </pc:picChg>
      </pc:sldChg>
      <pc:sldChg chg="addSp delSp modSp add mod addAnim delAnim modAnim">
        <pc:chgData name="연우 오" userId="c3558644dac54ca4" providerId="LiveId" clId="{9333FDCA-79D6-4088-A778-579BE454CE38}" dt="2026-08-26T06:32:12.145" v="7429" actId="167"/>
        <pc:sldMkLst>
          <pc:docMk/>
          <pc:sldMk cId="1462384119" sldId="286"/>
        </pc:sldMkLst>
        <pc:spChg chg="add mod ord">
          <ac:chgData name="연우 오" userId="c3558644dac54ca4" providerId="LiveId" clId="{9333FDCA-79D6-4088-A778-579BE454CE38}" dt="2026-08-26T06:31:33.625" v="7419" actId="167"/>
          <ac:spMkLst>
            <pc:docMk/>
            <pc:sldMk cId="1462384119" sldId="286"/>
            <ac:spMk id="2" creationId="{7F47B643-2F6E-463E-0530-BE10586F09B3}"/>
          </ac:spMkLst>
        </pc:spChg>
        <pc:spChg chg="mod">
          <ac:chgData name="연우 오" userId="c3558644dac54ca4" providerId="LiveId" clId="{9333FDCA-79D6-4088-A778-579BE454CE38}" dt="2026-08-26T00:17:53.545" v="7269"/>
          <ac:spMkLst>
            <pc:docMk/>
            <pc:sldMk cId="1462384119" sldId="286"/>
            <ac:spMk id="5" creationId="{7A24DC0F-D1E2-889F-11DC-164CB5986CA7}"/>
          </ac:spMkLst>
        </pc:spChg>
        <pc:spChg chg="mod">
          <ac:chgData name="연우 오" userId="c3558644dac54ca4" providerId="LiveId" clId="{9333FDCA-79D6-4088-A778-579BE454CE38}" dt="2026-08-26T00:09:45.938" v="7005" actId="14100"/>
          <ac:spMkLst>
            <pc:docMk/>
            <pc:sldMk cId="1462384119" sldId="286"/>
            <ac:spMk id="8" creationId="{6E638B75-0D97-F2C6-1A98-01D8F34B49D6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9" creationId="{CE9DE41F-E2F0-30EC-8668-7EA59E9B8A37}"/>
          </ac:spMkLst>
        </pc:spChg>
        <pc:spChg chg="add mod ord">
          <ac:chgData name="연우 오" userId="c3558644dac54ca4" providerId="LiveId" clId="{9333FDCA-79D6-4088-A778-579BE454CE38}" dt="2026-08-26T06:32:12.145" v="7429" actId="167"/>
          <ac:spMkLst>
            <pc:docMk/>
            <pc:sldMk cId="1462384119" sldId="286"/>
            <ac:spMk id="10" creationId="{F77E237C-7FAB-65DC-A259-5029D904F5A1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1" creationId="{89BE70E8-24F8-0434-B678-0F20C1FD15A4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2" creationId="{86B325CE-ACD0-029F-B7C3-AE1518EEFCAD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3" creationId="{0A701F42-8784-0450-416C-847F363C90BA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4" creationId="{37984115-D195-FC00-A5C9-5966831C2F67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5" creationId="{7C227243-2333-FE2F-F3D9-111877C0DCF2}"/>
          </ac:spMkLst>
        </pc:spChg>
        <pc:spChg chg="mod">
          <ac:chgData name="연우 오" userId="c3558644dac54ca4" providerId="LiveId" clId="{9333FDCA-79D6-4088-A778-579BE454CE38}" dt="2026-08-26T00:10:12.970" v="7012" actId="1076"/>
          <ac:spMkLst>
            <pc:docMk/>
            <pc:sldMk cId="1462384119" sldId="286"/>
            <ac:spMk id="17" creationId="{F7F5BD22-4EE7-88C8-FFE8-7C38F9F9119B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8" creationId="{7CBB2657-2E84-09C7-AA8D-6D2110A4BE24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9" creationId="{B91D6B93-C4B9-0D88-1B82-8294184DF705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20" creationId="{0C4AC75A-473F-7095-5385-865675663ABA}"/>
          </ac:spMkLst>
        </pc:spChg>
        <pc:spChg chg="mod">
          <ac:chgData name="연우 오" userId="c3558644dac54ca4" providerId="LiveId" clId="{9333FDCA-79D6-4088-A778-579BE454CE38}" dt="2026-08-26T00:09:48.552" v="7007" actId="1076"/>
          <ac:spMkLst>
            <pc:docMk/>
            <pc:sldMk cId="1462384119" sldId="286"/>
            <ac:spMk id="27" creationId="{E8AD4925-6A9C-B5AB-4E01-E0FDAFE13FE9}"/>
          </ac:spMkLst>
        </pc:spChg>
        <pc:spChg chg="mod">
          <ac:chgData name="연우 오" userId="c3558644dac54ca4" providerId="LiveId" clId="{9333FDCA-79D6-4088-A778-579BE454CE38}" dt="2026-08-26T00:10:05.197" v="7011" actId="1076"/>
          <ac:spMkLst>
            <pc:docMk/>
            <pc:sldMk cId="1462384119" sldId="286"/>
            <ac:spMk id="51" creationId="{0CD5F273-7142-CE6A-70A3-52C75A10C8D4}"/>
          </ac:spMkLst>
        </pc:spChg>
        <pc:spChg chg="mod">
          <ac:chgData name="연우 오" userId="c3558644dac54ca4" providerId="LiveId" clId="{9333FDCA-79D6-4088-A778-579BE454CE38}" dt="2026-08-26T06:31:59.654" v="7426" actId="1076"/>
          <ac:spMkLst>
            <pc:docMk/>
            <pc:sldMk cId="1462384119" sldId="286"/>
            <ac:spMk id="52" creationId="{14B3BFA2-1FAB-7844-16BA-74A3AEEBD1C9}"/>
          </ac:spMkLst>
        </pc:spChg>
      </pc:sldChg>
      <pc:sldChg chg="delSp add del mod delAnim">
        <pc:chgData name="연우 오" userId="c3558644dac54ca4" providerId="LiveId" clId="{9333FDCA-79D6-4088-A778-579BE454CE38}" dt="2026-08-26T06:32:43.083" v="7435" actId="47"/>
        <pc:sldMkLst>
          <pc:docMk/>
          <pc:sldMk cId="739552566" sldId="287"/>
        </pc:sldMkLst>
        <pc:spChg chg="del">
          <ac:chgData name="연우 오" userId="c3558644dac54ca4" providerId="LiveId" clId="{9333FDCA-79D6-4088-A778-579BE454CE38}" dt="2026-08-26T06:32:41.453" v="7434" actId="21"/>
          <ac:spMkLst>
            <pc:docMk/>
            <pc:sldMk cId="739552566" sldId="287"/>
            <ac:spMk id="2" creationId="{FB4F9D09-0EAF-660C-98A5-2A78F5F44EF7}"/>
          </ac:spMkLst>
        </pc:spChg>
        <pc:spChg chg="del">
          <ac:chgData name="연우 오" userId="c3558644dac54ca4" providerId="LiveId" clId="{9333FDCA-79D6-4088-A778-579BE454CE38}" dt="2026-08-26T06:32:41.453" v="7434" actId="21"/>
          <ac:spMkLst>
            <pc:docMk/>
            <pc:sldMk cId="739552566" sldId="287"/>
            <ac:spMk id="10" creationId="{BDEB8AFF-AA69-08D2-93A6-6D8E90CC1A58}"/>
          </ac:spMkLst>
        </pc:spChg>
        <pc:spChg chg="del">
          <ac:chgData name="연우 오" userId="c3558644dac54ca4" providerId="LiveId" clId="{9333FDCA-79D6-4088-A778-579BE454CE38}" dt="2026-08-26T06:32:34.892" v="7433" actId="478"/>
          <ac:spMkLst>
            <pc:docMk/>
            <pc:sldMk cId="739552566" sldId="287"/>
            <ac:spMk id="21" creationId="{A06E8750-5CF4-9C3C-3232-0DEEA64C5E9D}"/>
          </ac:spMkLst>
        </pc:spChg>
        <pc:graphicFrameChg chg="del">
          <ac:chgData name="연우 오" userId="c3558644dac54ca4" providerId="LiveId" clId="{9333FDCA-79D6-4088-A778-579BE454CE38}" dt="2026-08-26T06:32:33.314" v="7432" actId="478"/>
          <ac:graphicFrameMkLst>
            <pc:docMk/>
            <pc:sldMk cId="739552566" sldId="287"/>
            <ac:graphicFrameMk id="7" creationId="{932447E3-C2F9-305A-61C2-845B2C4DF866}"/>
          </ac:graphicFrameMkLst>
        </pc:graphicFrameChg>
        <pc:picChg chg="del">
          <ac:chgData name="연우 오" userId="c3558644dac54ca4" providerId="LiveId" clId="{9333FDCA-79D6-4088-A778-579BE454CE38}" dt="2026-08-26T06:32:28.624" v="7431" actId="478"/>
          <ac:picMkLst>
            <pc:docMk/>
            <pc:sldMk cId="739552566" sldId="287"/>
            <ac:picMk id="22" creationId="{50BCC76E-862C-74B6-CF1B-B863F87818E7}"/>
          </ac:picMkLst>
        </pc:picChg>
      </pc:sldChg>
      <pc:sldChg chg="addSp delSp add mod modTransition delAnim">
        <pc:chgData name="연우 오" userId="c3558644dac54ca4" providerId="LiveId" clId="{9333FDCA-79D6-4088-A778-579BE454CE38}" dt="2026-08-26T06:39:54.205" v="7551"/>
        <pc:sldMkLst>
          <pc:docMk/>
          <pc:sldMk cId="2510737494" sldId="287"/>
        </pc:sldMkLst>
        <pc:spChg chg="del">
          <ac:chgData name="연우 오" userId="c3558644dac54ca4" providerId="LiveId" clId="{9333FDCA-79D6-4088-A778-579BE454CE38}" dt="2026-08-26T06:39:01.837" v="7532" actId="478"/>
          <ac:spMkLst>
            <pc:docMk/>
            <pc:sldMk cId="2510737494" sldId="287"/>
            <ac:spMk id="21" creationId="{7BA5A21E-01DF-2885-873D-2DD968BEE276}"/>
          </ac:spMkLst>
        </pc:spChg>
        <pc:spChg chg="del">
          <ac:chgData name="연우 오" userId="c3558644dac54ca4" providerId="LiveId" clId="{9333FDCA-79D6-4088-A778-579BE454CE38}" dt="2026-08-26T06:39:08.074" v="7542" actId="478"/>
          <ac:spMkLst>
            <pc:docMk/>
            <pc:sldMk cId="2510737494" sldId="287"/>
            <ac:spMk id="23" creationId="{BB7BBCE8-C1B0-E81A-DEE0-9F2870DBE273}"/>
          </ac:spMkLst>
        </pc:spChg>
        <pc:spChg chg="del">
          <ac:chgData name="연우 오" userId="c3558644dac54ca4" providerId="LiveId" clId="{9333FDCA-79D6-4088-A778-579BE454CE38}" dt="2026-08-26T06:39:02.447" v="7533" actId="478"/>
          <ac:spMkLst>
            <pc:docMk/>
            <pc:sldMk cId="2510737494" sldId="287"/>
            <ac:spMk id="24" creationId="{CFE69644-BEBE-4C46-A6AE-8E44088DA41A}"/>
          </ac:spMkLst>
        </pc:spChg>
        <pc:spChg chg="del">
          <ac:chgData name="연우 오" userId="c3558644dac54ca4" providerId="LiveId" clId="{9333FDCA-79D6-4088-A778-579BE454CE38}" dt="2026-08-26T06:39:07.306" v="7541" actId="478"/>
          <ac:spMkLst>
            <pc:docMk/>
            <pc:sldMk cId="2510737494" sldId="287"/>
            <ac:spMk id="25" creationId="{EF235C5A-DC44-72AC-D32E-4FA57D3AE750}"/>
          </ac:spMkLst>
        </pc:spChg>
        <pc:spChg chg="del">
          <ac:chgData name="연우 오" userId="c3558644dac54ca4" providerId="LiveId" clId="{9333FDCA-79D6-4088-A778-579BE454CE38}" dt="2026-08-26T06:39:02.944" v="7534" actId="478"/>
          <ac:spMkLst>
            <pc:docMk/>
            <pc:sldMk cId="2510737494" sldId="287"/>
            <ac:spMk id="27" creationId="{0C9DD067-8173-E8C2-8F96-BE7E655FC62F}"/>
          </ac:spMkLst>
        </pc:spChg>
        <pc:spChg chg="del">
          <ac:chgData name="연우 오" userId="c3558644dac54ca4" providerId="LiveId" clId="{9333FDCA-79D6-4088-A778-579BE454CE38}" dt="2026-08-26T06:39:06.731" v="7540" actId="478"/>
          <ac:spMkLst>
            <pc:docMk/>
            <pc:sldMk cId="2510737494" sldId="287"/>
            <ac:spMk id="29" creationId="{EF7B391B-B435-A96F-BFEF-0B4BC0735536}"/>
          </ac:spMkLst>
        </pc:spChg>
        <pc:spChg chg="del">
          <ac:chgData name="연우 오" userId="c3558644dac54ca4" providerId="LiveId" clId="{9333FDCA-79D6-4088-A778-579BE454CE38}" dt="2026-08-26T06:39:03.576" v="7535" actId="478"/>
          <ac:spMkLst>
            <pc:docMk/>
            <pc:sldMk cId="2510737494" sldId="287"/>
            <ac:spMk id="48" creationId="{3E8E74ED-B511-70A2-FEBD-47A19B0BD095}"/>
          </ac:spMkLst>
        </pc:spChg>
        <pc:spChg chg="del">
          <ac:chgData name="연우 오" userId="c3558644dac54ca4" providerId="LiveId" clId="{9333FDCA-79D6-4088-A778-579BE454CE38}" dt="2026-08-26T06:39:05.934" v="7539" actId="478"/>
          <ac:spMkLst>
            <pc:docMk/>
            <pc:sldMk cId="2510737494" sldId="287"/>
            <ac:spMk id="49" creationId="{519A8903-AB53-7099-F005-B2FA2446C263}"/>
          </ac:spMkLst>
        </pc:spChg>
        <pc:spChg chg="del">
          <ac:chgData name="연우 오" userId="c3558644dac54ca4" providerId="LiveId" clId="{9333FDCA-79D6-4088-A778-579BE454CE38}" dt="2026-08-26T06:39:04.186" v="7536" actId="478"/>
          <ac:spMkLst>
            <pc:docMk/>
            <pc:sldMk cId="2510737494" sldId="287"/>
            <ac:spMk id="50" creationId="{5A23F0E4-A5D8-AB2D-8517-0C52719B4CA0}"/>
          </ac:spMkLst>
        </pc:spChg>
        <pc:spChg chg="del">
          <ac:chgData name="연우 오" userId="c3558644dac54ca4" providerId="LiveId" clId="{9333FDCA-79D6-4088-A778-579BE454CE38}" dt="2026-08-26T06:39:05.358" v="7538" actId="478"/>
          <ac:spMkLst>
            <pc:docMk/>
            <pc:sldMk cId="2510737494" sldId="287"/>
            <ac:spMk id="51" creationId="{8CAE0598-0DCF-5352-BE15-4C62ECC5985E}"/>
          </ac:spMkLst>
        </pc:spChg>
        <pc:spChg chg="del">
          <ac:chgData name="연우 오" userId="c3558644dac54ca4" providerId="LiveId" clId="{9333FDCA-79D6-4088-A778-579BE454CE38}" dt="2026-08-26T06:39:04.806" v="7537" actId="478"/>
          <ac:spMkLst>
            <pc:docMk/>
            <pc:sldMk cId="2510737494" sldId="287"/>
            <ac:spMk id="52" creationId="{92AFFD34-BDCB-FF6F-12A7-F11DFA977D03}"/>
          </ac:spMkLst>
        </pc:spChg>
        <pc:graphicFrameChg chg="del">
          <ac:chgData name="연우 오" userId="c3558644dac54ca4" providerId="LiveId" clId="{9333FDCA-79D6-4088-A778-579BE454CE38}" dt="2026-08-26T06:38:59.996" v="7531" actId="478"/>
          <ac:graphicFrameMkLst>
            <pc:docMk/>
            <pc:sldMk cId="2510737494" sldId="287"/>
            <ac:graphicFrameMk id="7" creationId="{7F0EB5BE-85E5-6B66-28C9-E83001BC8F6D}"/>
          </ac:graphicFrameMkLst>
        </pc:graphicFrameChg>
        <pc:picChg chg="add del">
          <ac:chgData name="연우 오" userId="c3558644dac54ca4" providerId="LiveId" clId="{9333FDCA-79D6-4088-A778-579BE454CE38}" dt="2026-08-26T06:39:33.538" v="7548" actId="478"/>
          <ac:picMkLst>
            <pc:docMk/>
            <pc:sldMk cId="2510737494" sldId="287"/>
            <ac:picMk id="22" creationId="{A38393E0-9326-36DD-C1A7-FE14B38AA0B3}"/>
          </ac:picMkLst>
        </pc:picChg>
      </pc:sldChg>
      <pc:sldChg chg="addSp delSp modSp add mod modTransition modAnim">
        <pc:chgData name="연우 오" userId="c3558644dac54ca4" providerId="LiveId" clId="{9333FDCA-79D6-4088-A778-579BE454CE38}" dt="2026-08-26T06:53:41.424" v="7856" actId="20577"/>
        <pc:sldMkLst>
          <pc:docMk/>
          <pc:sldMk cId="1775637395" sldId="288"/>
        </pc:sldMkLst>
        <pc:spChg chg="mod">
          <ac:chgData name="연우 오" userId="c3558644dac54ca4" providerId="LiveId" clId="{9333FDCA-79D6-4088-A778-579BE454CE38}" dt="2026-08-26T06:47:53.998" v="7761" actId="164"/>
          <ac:spMkLst>
            <pc:docMk/>
            <pc:sldMk cId="1775637395" sldId="288"/>
            <ac:spMk id="7" creationId="{A6635097-FECA-2FF9-0B98-B42D1F6AAC2A}"/>
          </ac:spMkLst>
        </pc:spChg>
        <pc:spChg chg="mod">
          <ac:chgData name="연우 오" userId="c3558644dac54ca4" providerId="LiveId" clId="{9333FDCA-79D6-4088-A778-579BE454CE38}" dt="2026-08-26T06:47:53.998" v="7761" actId="164"/>
          <ac:spMkLst>
            <pc:docMk/>
            <pc:sldMk cId="1775637395" sldId="288"/>
            <ac:spMk id="8" creationId="{D755A7A1-F644-793B-7F11-BFE1AB6EE7C2}"/>
          </ac:spMkLst>
        </pc:spChg>
        <pc:spChg chg="mod">
          <ac:chgData name="연우 오" userId="c3558644dac54ca4" providerId="LiveId" clId="{9333FDCA-79D6-4088-A778-579BE454CE38}" dt="2026-08-26T06:47:53.998" v="7761" actId="164"/>
          <ac:spMkLst>
            <pc:docMk/>
            <pc:sldMk cId="1775637395" sldId="288"/>
            <ac:spMk id="10" creationId="{4B2695E9-0B99-0064-8827-838298421EF5}"/>
          </ac:spMkLst>
        </pc:spChg>
        <pc:spChg chg="add mod ord">
          <ac:chgData name="연우 오" userId="c3558644dac54ca4" providerId="LiveId" clId="{9333FDCA-79D6-4088-A778-579BE454CE38}" dt="2026-08-26T06:53:00.457" v="7853" actId="164"/>
          <ac:spMkLst>
            <pc:docMk/>
            <pc:sldMk cId="1775637395" sldId="288"/>
            <ac:spMk id="11" creationId="{DB42A53D-9B10-37D7-5D46-A531DE303374}"/>
          </ac:spMkLst>
        </pc:spChg>
        <pc:spChg chg="mod">
          <ac:chgData name="연우 오" userId="c3558644dac54ca4" providerId="LiveId" clId="{9333FDCA-79D6-4088-A778-579BE454CE38}" dt="2026-08-26T06:47:53.998" v="7761" actId="164"/>
          <ac:spMkLst>
            <pc:docMk/>
            <pc:sldMk cId="1775637395" sldId="288"/>
            <ac:spMk id="12" creationId="{E12A6DC1-BFDB-F0A8-29A1-9A13CBB87C68}"/>
          </ac:spMkLst>
        </pc:spChg>
        <pc:spChg chg="del mod">
          <ac:chgData name="연우 오" userId="c3558644dac54ca4" providerId="LiveId" clId="{9333FDCA-79D6-4088-A778-579BE454CE38}" dt="2026-08-26T06:52:21.458" v="7845" actId="478"/>
          <ac:spMkLst>
            <pc:docMk/>
            <pc:sldMk cId="1775637395" sldId="288"/>
            <ac:spMk id="13" creationId="{908B6F8F-EEF2-385A-EBD9-6AF7F2371160}"/>
          </ac:spMkLst>
        </pc:spChg>
        <pc:spChg chg="mod">
          <ac:chgData name="연우 오" userId="c3558644dac54ca4" providerId="LiveId" clId="{9333FDCA-79D6-4088-A778-579BE454CE38}" dt="2026-08-26T06:53:00.457" v="7853" actId="164"/>
          <ac:spMkLst>
            <pc:docMk/>
            <pc:sldMk cId="1775637395" sldId="288"/>
            <ac:spMk id="14" creationId="{BE65FC76-A2CE-5C82-3E39-FAF870DE5801}"/>
          </ac:spMkLst>
        </pc:spChg>
        <pc:spChg chg="del mod">
          <ac:chgData name="연우 오" userId="c3558644dac54ca4" providerId="LiveId" clId="{9333FDCA-79D6-4088-A778-579BE454CE38}" dt="2026-08-26T06:51:40.860" v="7822" actId="478"/>
          <ac:spMkLst>
            <pc:docMk/>
            <pc:sldMk cId="1775637395" sldId="288"/>
            <ac:spMk id="15" creationId="{F79BFEC5-EB8E-3D3A-75D6-985CDB635AB4}"/>
          </ac:spMkLst>
        </pc:spChg>
        <pc:spChg chg="mod">
          <ac:chgData name="연우 오" userId="c3558644dac54ca4" providerId="LiveId" clId="{9333FDCA-79D6-4088-A778-579BE454CE38}" dt="2026-08-26T06:53:00.457" v="7853" actId="164"/>
          <ac:spMkLst>
            <pc:docMk/>
            <pc:sldMk cId="1775637395" sldId="288"/>
            <ac:spMk id="16" creationId="{AC877625-3208-90F2-C64F-5E228B00CF8A}"/>
          </ac:spMkLst>
        </pc:spChg>
        <pc:spChg chg="mod">
          <ac:chgData name="연우 오" userId="c3558644dac54ca4" providerId="LiveId" clId="{9333FDCA-79D6-4088-A778-579BE454CE38}" dt="2026-08-26T06:49:41.721" v="7783" actId="1076"/>
          <ac:spMkLst>
            <pc:docMk/>
            <pc:sldMk cId="1775637395" sldId="288"/>
            <ac:spMk id="17" creationId="{2F432E39-22A9-E026-A7AB-09A5CBF740EB}"/>
          </ac:spMkLst>
        </pc:spChg>
        <pc:spChg chg="mod">
          <ac:chgData name="연우 오" userId="c3558644dac54ca4" providerId="LiveId" clId="{9333FDCA-79D6-4088-A778-579BE454CE38}" dt="2026-08-26T06:47:53.998" v="7761" actId="164"/>
          <ac:spMkLst>
            <pc:docMk/>
            <pc:sldMk cId="1775637395" sldId="288"/>
            <ac:spMk id="23" creationId="{07B76F96-6948-DCBC-D5AF-622D5D850011}"/>
          </ac:spMkLst>
        </pc:spChg>
        <pc:spChg chg="mod">
          <ac:chgData name="연우 오" userId="c3558644dac54ca4" providerId="LiveId" clId="{9333FDCA-79D6-4088-A778-579BE454CE38}" dt="2026-08-26T06:53:41.424" v="7856" actId="20577"/>
          <ac:spMkLst>
            <pc:docMk/>
            <pc:sldMk cId="1775637395" sldId="288"/>
            <ac:spMk id="24" creationId="{9D0AC1E3-8D78-2198-269F-58D8577DE17D}"/>
          </ac:spMkLst>
        </pc:spChg>
        <pc:grpChg chg="add mod">
          <ac:chgData name="연우 오" userId="c3558644dac54ca4" providerId="LiveId" clId="{9333FDCA-79D6-4088-A778-579BE454CE38}" dt="2026-08-26T06:47:53.998" v="7761" actId="164"/>
          <ac:grpSpMkLst>
            <pc:docMk/>
            <pc:sldMk cId="1775637395" sldId="288"/>
            <ac:grpSpMk id="2" creationId="{8BAE2D20-5A94-4A44-C7C8-2137168955D9}"/>
          </ac:grpSpMkLst>
        </pc:grpChg>
        <pc:grpChg chg="add mod">
          <ac:chgData name="연우 오" userId="c3558644dac54ca4" providerId="LiveId" clId="{9333FDCA-79D6-4088-A778-579BE454CE38}" dt="2026-08-26T06:53:24.908" v="7855" actId="1076"/>
          <ac:grpSpMkLst>
            <pc:docMk/>
            <pc:sldMk cId="1775637395" sldId="288"/>
            <ac:grpSpMk id="5" creationId="{0938DD6B-CB09-B8E5-9BED-3F1CA4538B40}"/>
          </ac:grpSpMkLst>
        </pc:grpChg>
        <pc:grpChg chg="add mod">
          <ac:chgData name="연우 오" userId="c3558644dac54ca4" providerId="LiveId" clId="{9333FDCA-79D6-4088-A778-579BE454CE38}" dt="2026-08-26T06:53:00.457" v="7853" actId="164"/>
          <ac:grpSpMkLst>
            <pc:docMk/>
            <pc:sldMk cId="1775637395" sldId="288"/>
            <ac:grpSpMk id="18" creationId="{F0942931-24C7-8BE9-09A1-1F67B58DFF0D}"/>
          </ac:grpSpMkLst>
        </pc:gr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A1A748-A28B-4E9A-8F1A-A6552D6792A7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F82AAB-57C6-40A4-96F9-59724BFB56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37786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F82AAB-57C6-40A4-96F9-59724BFB56C6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82255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DFAED-78DB-7A53-DC58-5231DAE89D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982A550-7510-7CF9-3F16-41D998FAF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840F632-6277-9C8C-930D-A9F7EF129E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CDD2AAE-BA69-E5DF-114E-846AD2DF5C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AC31D54-281C-847D-4FF3-4D57282AB4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87201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6D1648-93FE-4E3F-CA73-D697222D3C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9E3A2A4-927A-3BF3-4099-1B1AA4FE03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3A6126F-4A20-38F2-390B-4BED84D704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92494BE-C948-935D-BE60-3E8994D522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4E531F0-92FF-D605-B7BB-4923088228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67891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948675-0E4A-EC8E-D90C-B354A294D6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C0E2FF4-D5BD-0CCA-72D0-A4601C4575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BC32F46-F519-9E74-3ECF-C058B391C4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8831E87-ADD7-41B4-9006-D5A786FC2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30159D4-18A4-CF1E-EA6C-72BCCBD6C8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18693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66CE31-E1A1-9951-1933-0BA594CD2E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59285FD-A04A-9E93-6917-A628AF470C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8B6EDAB-F470-8EBC-E265-901F72C900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6DDB021-EA90-9021-837F-845B321CD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F6E3D86-2A73-CD04-681A-1B8CAD526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B51D86-F7CB-DC90-0456-300289F79C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69564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DDE434-7F6D-A6DF-1B09-6D70D54C93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EBFF15C-45F2-4E26-9AA8-5A68F8F528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CA76A08-AC83-B0BC-1153-CB379DE044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DD73A56-6A28-9216-B3DD-D0F1892B8F2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19BBCB2-52C1-C34B-A7B9-F73F02AFD0C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A185F538-E0BA-70D0-AEF6-C4E38C351E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4050097-6EB7-DDB8-B68E-3DB6909C9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ADFF73F-7DA4-712B-B8D3-909F251FC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955008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0DD217-128C-D8F6-3F67-4D975D1694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87391A6-0374-265B-2D5F-575A36AF92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BC87DA4-D562-0AA1-2494-32B474E9EB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A8B5413-AD7E-2B06-42AC-B93ECA6C0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45708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F32F827-602A-AD8C-9044-3F04844792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818C612-95D9-5937-7B28-1BCB3E188D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47F73F-AE47-4B58-24EE-89DC168B3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35554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B54181-E7CE-A5A8-282B-31572E355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659146-FFF0-DCC1-E403-1F7DB80B45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AC0180A-9408-D8D1-D9D3-A661DA5522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C934E79-D52F-F6AB-E789-3D9C11FCFC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289F4E6-F10E-E39A-18B7-C5504FDB96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FDA4949-62A9-B2F4-E622-A54EBAB2D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72282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78DA8E-B844-B087-FD08-132687BCD9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6DCFE988-3733-8C67-22C2-F86AC60366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7CC674E-A432-D81F-A1E1-4E4F226BF1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2CC9307-ABB2-7106-3127-C823B0DC36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4DAABFE-AED4-A367-13F0-40205DEA5F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A998063-A737-9AE8-DB35-76CF3E283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74028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BA7867-AB4F-702A-BF48-2139ED85A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D0F14AD-FD55-8156-E6B7-F1C221ED9C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4AD561F-3D68-B3E3-657C-775917C7B7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33D4F2C-239B-90D2-716C-542C13C593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BA941E4-E877-5DE5-E99A-CDD95EBD64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66410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68C3269-BF99-5952-AC06-50540CF152C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B078EBF-0B5C-EBAF-A486-C751C11118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077C308-F987-C258-C2E8-14B9DDEF9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AC96E41-0EE0-F805-E45F-3F9BD366AE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44BBDDA-3BE0-4386-BA00-A54C466F6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991871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516990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227765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831237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54540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97717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54919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759801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751435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1359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32798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8268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C1ABB58-01C8-BD01-EEBC-AD5767CDD2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8E3B255-7A1D-709F-B799-BCF248DCEF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19EBFF3-2DB7-8306-5017-9AA77EFBE6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2084FD7-7AF8-460D-9715-A4E08247DCDC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E2EB9AE-2B32-BE6C-E243-DEC7BF0630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EF88876-55BE-EDD1-35B8-D60E8D0007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16693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9305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2.xml"/><Relationship Id="rId5" Type="http://schemas.openxmlformats.org/officeDocument/2006/relationships/image" Target="../media/image8.png"/><Relationship Id="rId4" Type="http://schemas.openxmlformats.org/officeDocument/2006/relationships/image" Target="../media/image5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4.xml"/><Relationship Id="rId5" Type="http://schemas.openxmlformats.org/officeDocument/2006/relationships/image" Target="../media/image11.png"/><Relationship Id="rId4" Type="http://schemas.microsoft.com/office/2007/relationships/hdphoto" Target="../media/hdphoto2.wdp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5.xml"/><Relationship Id="rId5" Type="http://schemas.openxmlformats.org/officeDocument/2006/relationships/image" Target="../media/image11.png"/><Relationship Id="rId4" Type="http://schemas.microsoft.com/office/2007/relationships/hdphoto" Target="../media/hdphoto2.wdp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6.xml"/><Relationship Id="rId5" Type="http://schemas.openxmlformats.org/officeDocument/2006/relationships/image" Target="../media/image15.png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8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8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9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microsoft.com/office/2017/06/relationships/model3d" Target="../media/model3d1.glb"/><Relationship Id="rId1" Type="http://schemas.openxmlformats.org/officeDocument/2006/relationships/slideLayout" Target="../slideLayouts/slideLayout18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microsoft.com/office/2017/06/relationships/model3d" Target="../media/model3d2.glb"/><Relationship Id="rId1" Type="http://schemas.openxmlformats.org/officeDocument/2006/relationships/slideLayout" Target="../slideLayouts/slideLayout18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18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microsoft.com/office/2017/06/relationships/model3d" Target="../media/model3d2.glb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microsoft.com/office/2017/06/relationships/model3d" Target="../media/model3d2.glb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microsoft.com/office/2017/06/relationships/model3d" Target="../media/model3d3.glb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1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microsoft.com/office/2017/06/relationships/model3d" Target="../media/model3d4.glb"/><Relationship Id="rId7" Type="http://schemas.openxmlformats.org/officeDocument/2006/relationships/image" Target="../media/image30.png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10.xml"/><Relationship Id="rId6" Type="http://schemas.microsoft.com/office/2017/06/relationships/model3d" Target="../media/model3d3.glb"/><Relationship Id="rId5" Type="http://schemas.openxmlformats.org/officeDocument/2006/relationships/image" Target="../media/image29.png"/><Relationship Id="rId4" Type="http://schemas.openxmlformats.org/officeDocument/2006/relationships/image" Target="../media/image2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microsoft.com/office/2017/06/relationships/model3d" Target="../media/model3d4.glb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21.png"/><Relationship Id="rId4" Type="http://schemas.openxmlformats.org/officeDocument/2006/relationships/image" Target="../media/image29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11.xml"/><Relationship Id="rId5" Type="http://schemas.openxmlformats.org/officeDocument/2006/relationships/image" Target="../media/image34.png"/><Relationship Id="rId4" Type="http://schemas.openxmlformats.org/officeDocument/2006/relationships/image" Target="../media/image29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0.png"/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18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7" Type="http://schemas.openxmlformats.org/officeDocument/2006/relationships/image" Target="../media/image36.png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12.xml"/><Relationship Id="rId6" Type="http://schemas.openxmlformats.org/officeDocument/2006/relationships/image" Target="../media/image33.png"/><Relationship Id="rId5" Type="http://schemas.microsoft.com/office/2017/06/relationships/model3d" Target="../media/model3d5.glb"/><Relationship Id="rId4" Type="http://schemas.openxmlformats.org/officeDocument/2006/relationships/image" Target="../media/image29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37.png"/><Relationship Id="rId4" Type="http://schemas.microsoft.com/office/2017/06/relationships/model3d" Target="../media/model3d5.glb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13.xml"/><Relationship Id="rId6" Type="http://schemas.openxmlformats.org/officeDocument/2006/relationships/image" Target="../media/image39.png"/><Relationship Id="rId5" Type="http://schemas.microsoft.com/office/2017/06/relationships/model3d" Target="../media/model3d3.glb"/><Relationship Id="rId4" Type="http://schemas.microsoft.com/office/2007/relationships/hdphoto" Target="../media/hdphoto5.wdp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37.png"/><Relationship Id="rId4" Type="http://schemas.microsoft.com/office/2017/06/relationships/model3d" Target="../media/model3d5.glb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7" Type="http://schemas.openxmlformats.org/officeDocument/2006/relationships/image" Target="../media/image36.png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14.xml"/><Relationship Id="rId6" Type="http://schemas.openxmlformats.org/officeDocument/2006/relationships/image" Target="../media/image37.png"/><Relationship Id="rId5" Type="http://schemas.microsoft.com/office/2017/06/relationships/model3d" Target="../media/model3d5.glb"/><Relationship Id="rId4" Type="http://schemas.openxmlformats.org/officeDocument/2006/relationships/image" Target="../media/image29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15.xml"/><Relationship Id="rId4" Type="http://schemas.openxmlformats.org/officeDocument/2006/relationships/image" Target="../media/image340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16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4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17.xml"/><Relationship Id="rId6" Type="http://schemas.openxmlformats.org/officeDocument/2006/relationships/image" Target="../media/image440.png"/><Relationship Id="rId5" Type="http://schemas.openxmlformats.org/officeDocument/2006/relationships/image" Target="../media/image370.png"/><Relationship Id="rId4" Type="http://schemas.openxmlformats.org/officeDocument/2006/relationships/image" Target="../media/image44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8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48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8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8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18.xml"/><Relationship Id="rId6" Type="http://schemas.openxmlformats.org/officeDocument/2006/relationships/image" Target="../media/image57.svg"/><Relationship Id="rId5" Type="http://schemas.openxmlformats.org/officeDocument/2006/relationships/image" Target="../media/image170.png"/><Relationship Id="rId4" Type="http://schemas.openxmlformats.org/officeDocument/2006/relationships/image" Target="../media/image56.jp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jpg"/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18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jpg"/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210.png"/><Relationship Id="rId4" Type="http://schemas.openxmlformats.org/officeDocument/2006/relationships/image" Target="../media/image58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0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56.jpg"/><Relationship Id="rId4" Type="http://schemas.openxmlformats.org/officeDocument/2006/relationships/image" Target="../media/image190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0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56.jp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3" name="그림 182" descr="GitHub - tomduck/electrostatics: Electrostatic field line and equipotential  contour diagrams · GitHub">
            <a:extLst>
              <a:ext uri="{FF2B5EF4-FFF2-40B4-BE49-F238E27FC236}">
                <a16:creationId xmlns:a16="http://schemas.microsoft.com/office/drawing/2014/main" id="{B8B6668B-4134-8726-B607-F9BB4BD6D7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545771" y="-64886"/>
            <a:ext cx="9775371" cy="7331528"/>
          </a:xfrm>
          <a:prstGeom prst="rect">
            <a:avLst/>
          </a:prstGeom>
          <a:noFill/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1988447A-651A-7674-B384-7B128617E260}"/>
              </a:ext>
            </a:extLst>
          </p:cNvPr>
          <p:cNvSpPr/>
          <p:nvPr/>
        </p:nvSpPr>
        <p:spPr>
          <a:xfrm>
            <a:off x="-1" y="0"/>
            <a:ext cx="11584641" cy="6858000"/>
          </a:xfrm>
          <a:prstGeom prst="rect">
            <a:avLst/>
          </a:prstGeom>
          <a:gradFill>
            <a:gsLst>
              <a:gs pos="0">
                <a:schemeClr val="bg1">
                  <a:alpha val="88000"/>
                </a:schemeClr>
              </a:gs>
              <a:gs pos="8000">
                <a:schemeClr val="bg1">
                  <a:alpha val="70000"/>
                </a:schemeClr>
              </a:gs>
              <a:gs pos="19000">
                <a:schemeClr val="bg1">
                  <a:alpha val="60000"/>
                </a:schemeClr>
              </a:gs>
              <a:gs pos="40000">
                <a:schemeClr val="bg1"/>
              </a:gs>
            </a:gsLst>
            <a:lin ang="18900000" scaled="0"/>
          </a:gra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087F190-AF04-3CAF-D892-F9146164ED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9012" y="406400"/>
            <a:ext cx="6992471" cy="2387600"/>
          </a:xfrm>
        </p:spPr>
        <p:txBody>
          <a:bodyPr>
            <a:normAutofit/>
          </a:bodyPr>
          <a:lstStyle/>
          <a:p>
            <a:pPr algn="l"/>
            <a:r>
              <a:rPr lang="en-US" altLang="ko-KR" sz="5200" dirty="0"/>
              <a:t>AI</a:t>
            </a:r>
            <a:r>
              <a:rPr lang="ko-KR" altLang="en-US" sz="5200" dirty="0"/>
              <a:t>를 활용한 전하 분포 </a:t>
            </a:r>
            <a:r>
              <a:rPr lang="ko-KR" altLang="en-US" sz="5200" dirty="0" err="1"/>
              <a:t>역추정</a:t>
            </a:r>
            <a:endParaRPr lang="ko-KR" altLang="en-US" sz="52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6452ABD-CDF8-B89F-0707-5D1691B6D2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12424" y="3659982"/>
            <a:ext cx="3287058" cy="1655762"/>
          </a:xfrm>
        </p:spPr>
        <p:txBody>
          <a:bodyPr>
            <a:normAutofit/>
          </a:bodyPr>
          <a:lstStyle/>
          <a:p>
            <a:pPr algn="r"/>
            <a:r>
              <a:rPr lang="ko-KR" altLang="en-US" sz="1500" dirty="0" err="1"/>
              <a:t>단국대학교부속소프트웨어고등학교</a:t>
            </a:r>
            <a:endParaRPr lang="en-US" altLang="ko-KR" sz="1500" dirty="0"/>
          </a:p>
          <a:p>
            <a:pPr algn="r"/>
            <a:r>
              <a:rPr lang="ko-KR" altLang="en-US" sz="1500" dirty="0"/>
              <a:t>인공지능 소프트웨어학과</a:t>
            </a:r>
            <a:endParaRPr lang="en-US" altLang="ko-KR" sz="1500" dirty="0"/>
          </a:p>
          <a:p>
            <a:pPr algn="r"/>
            <a:r>
              <a:rPr lang="en-US" altLang="ko-KR" sz="1500" dirty="0"/>
              <a:t>2</a:t>
            </a:r>
            <a:r>
              <a:rPr lang="ko-KR" altLang="en-US" sz="1500" dirty="0"/>
              <a:t>학년 </a:t>
            </a:r>
            <a:r>
              <a:rPr lang="en-US" altLang="ko-KR" sz="1500" dirty="0"/>
              <a:t>2</a:t>
            </a:r>
            <a:r>
              <a:rPr lang="ko-KR" altLang="en-US" sz="1500" dirty="0"/>
              <a:t>반 </a:t>
            </a:r>
            <a:r>
              <a:rPr lang="en-US" altLang="ko-KR" sz="1500" dirty="0"/>
              <a:t>12</a:t>
            </a:r>
            <a:r>
              <a:rPr lang="ko-KR" altLang="en-US" sz="1500" dirty="0"/>
              <a:t>번 </a:t>
            </a:r>
            <a:endParaRPr lang="en-US" altLang="ko-KR" sz="1500" dirty="0"/>
          </a:p>
          <a:p>
            <a:pPr algn="r"/>
            <a:r>
              <a:rPr lang="ko-KR" altLang="en-US" sz="1500" dirty="0"/>
              <a:t>오연우</a:t>
            </a:r>
            <a:endParaRPr lang="en-US" altLang="ko-KR" sz="1500" dirty="0"/>
          </a:p>
          <a:p>
            <a:pPr algn="r"/>
            <a:r>
              <a:rPr lang="en-US" altLang="ko-KR" sz="1500" dirty="0"/>
              <a:t>010-3740-4325</a:t>
            </a:r>
            <a:endParaRPr lang="ko-KR" altLang="en-US" sz="15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F1D0AE-0809-55A2-50D5-E07C23A03EBA}"/>
              </a:ext>
            </a:extLst>
          </p:cNvPr>
          <p:cNvSpPr txBox="1"/>
          <p:nvPr/>
        </p:nvSpPr>
        <p:spPr>
          <a:xfrm>
            <a:off x="759012" y="914399"/>
            <a:ext cx="16353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2"/>
                </a:solidFill>
              </a:rPr>
              <a:t>[AI &amp; Physics]</a:t>
            </a:r>
            <a:endParaRPr lang="ko-KR" altLang="en-US" dirty="0">
              <a:solidFill>
                <a:schemeClr val="accent2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F36D4F-DDBA-7F6D-D1CB-92EF3AA6C5F7}"/>
              </a:ext>
            </a:extLst>
          </p:cNvPr>
          <p:cNvSpPr txBox="1"/>
          <p:nvPr/>
        </p:nvSpPr>
        <p:spPr>
          <a:xfrm>
            <a:off x="950259" y="2828687"/>
            <a:ext cx="58433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Electric Charge Distribution Inverse Estimating with AI</a:t>
            </a:r>
            <a:endParaRPr lang="ko-KR" altLang="en-US" dirty="0"/>
          </a:p>
        </p:txBody>
      </p:sp>
      <p:sp>
        <p:nvSpPr>
          <p:cNvPr id="6" name="부제목 2">
            <a:extLst>
              <a:ext uri="{FF2B5EF4-FFF2-40B4-BE49-F238E27FC236}">
                <a16:creationId xmlns:a16="http://schemas.microsoft.com/office/drawing/2014/main" id="{6081D9EA-CF99-AFD1-53CC-472B830753FD}"/>
              </a:ext>
            </a:extLst>
          </p:cNvPr>
          <p:cNvSpPr txBox="1">
            <a:spLocks/>
          </p:cNvSpPr>
          <p:nvPr/>
        </p:nvSpPr>
        <p:spPr>
          <a:xfrm>
            <a:off x="6793654" y="3659982"/>
            <a:ext cx="3287058" cy="1655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altLang="ko-KR" sz="1500" dirty="0"/>
              <a:t>School:</a:t>
            </a:r>
          </a:p>
          <a:p>
            <a:pPr algn="l"/>
            <a:r>
              <a:rPr lang="en-US" altLang="ko-KR" sz="1500" dirty="0"/>
              <a:t>Department:</a:t>
            </a:r>
          </a:p>
          <a:p>
            <a:pPr algn="l"/>
            <a:r>
              <a:rPr lang="en-US" altLang="ko-KR" sz="1500" dirty="0"/>
              <a:t>Class and</a:t>
            </a:r>
            <a:r>
              <a:rPr lang="ko-KR" altLang="en-US" sz="1500" dirty="0"/>
              <a:t> </a:t>
            </a:r>
            <a:r>
              <a:rPr lang="en-US" altLang="ko-KR" sz="1500" dirty="0"/>
              <a:t>Number:</a:t>
            </a:r>
          </a:p>
          <a:p>
            <a:pPr algn="l"/>
            <a:r>
              <a:rPr lang="en-US" altLang="ko-KR" sz="1500" dirty="0"/>
              <a:t>Name:</a:t>
            </a:r>
          </a:p>
          <a:p>
            <a:pPr algn="l"/>
            <a:r>
              <a:rPr lang="en-US" altLang="ko-KR" sz="1500" dirty="0"/>
              <a:t>H.P: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F97C5964-986F-8C71-0828-7D64E45C19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73308" y="676256"/>
            <a:ext cx="2047890" cy="2647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45229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6ED5B7-F4FF-5D58-1496-805765AC91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BCAA9C7-8BC1-5B83-AD83-74E2D21CD8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ko-KR" altLang="en-US" dirty="0"/>
              <a:t>탐구 정체성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탐구 동기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탐구 과정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탐구 결과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결과 해석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한계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느낀 점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en-US" altLang="ko-KR" i="1" dirty="0">
                <a:latin typeface="Cambria Math" panose="02040503050406030204" pitchFamily="18" charset="0"/>
                <a:ea typeface="Cambria Math" panose="02040503050406030204" pitchFamily="18" charset="0"/>
              </a:rPr>
              <a:t>Details</a:t>
            </a:r>
            <a:endParaRPr lang="ko-KR" altLang="en-US" i="1" dirty="0">
              <a:latin typeface="Cambria Math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15710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93BF9A-1DA7-2A01-6C49-692FCF396C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탐구 정체성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7627361-C53E-F7A6-D55E-C4BBC40CF8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ko-KR" altLang="en-US" dirty="0">
                <a:latin typeface="+mn-ea"/>
              </a:rPr>
              <a:t>전하로부터 전위를 구하는 교과 과정에서 역으로 확장해</a:t>
            </a:r>
            <a:endParaRPr lang="en-US" altLang="ko-KR" dirty="0">
              <a:latin typeface="+mn-ea"/>
            </a:endParaRPr>
          </a:p>
          <a:p>
            <a:pPr marL="0" indent="0">
              <a:buNone/>
            </a:pPr>
            <a:endParaRPr lang="en-US" altLang="ko-KR" dirty="0">
              <a:latin typeface="+mn-ea"/>
            </a:endParaRPr>
          </a:p>
          <a:p>
            <a:pPr marL="0" indent="0">
              <a:buNone/>
            </a:pPr>
            <a:endParaRPr lang="en-US" altLang="ko-KR" sz="3000" b="1" dirty="0">
              <a:latin typeface="+mn-ea"/>
            </a:endParaRPr>
          </a:p>
          <a:p>
            <a:pPr marL="0" indent="0">
              <a:buNone/>
            </a:pPr>
            <a:endParaRPr lang="en-US" altLang="ko-KR" sz="3000" b="1" dirty="0">
              <a:latin typeface="+mn-ea"/>
            </a:endParaRPr>
          </a:p>
          <a:p>
            <a:pPr marL="0" indent="0">
              <a:buNone/>
            </a:pPr>
            <a:endParaRPr lang="en-US" altLang="ko-KR" sz="3000" b="1" dirty="0">
              <a:latin typeface="+mn-ea"/>
            </a:endParaRPr>
          </a:p>
          <a:p>
            <a:pPr marL="0" indent="0">
              <a:buNone/>
            </a:pPr>
            <a:endParaRPr lang="en-US" altLang="ko-KR" sz="3000" b="1" dirty="0">
              <a:latin typeface="+mn-ea"/>
            </a:endParaRPr>
          </a:p>
          <a:p>
            <a:pPr marL="0" indent="0">
              <a:buNone/>
            </a:pPr>
            <a:endParaRPr lang="en-US" altLang="ko-KR" sz="3000" b="1" dirty="0">
              <a:latin typeface="+mn-ea"/>
            </a:endParaRPr>
          </a:p>
          <a:p>
            <a:pPr marL="0" indent="0">
              <a:buNone/>
            </a:pPr>
            <a:r>
              <a:rPr lang="ko-KR" altLang="en-US" sz="3200" b="1" dirty="0">
                <a:solidFill>
                  <a:schemeClr val="accent2">
                    <a:lumMod val="60000"/>
                    <a:lumOff val="40000"/>
                  </a:schemeClr>
                </a:solidFill>
                <a:latin typeface="+mn-ea"/>
              </a:rPr>
              <a:t>전위</a:t>
            </a:r>
            <a:r>
              <a:rPr lang="ko-KR" altLang="en-US" dirty="0">
                <a:latin typeface="+mn-ea"/>
              </a:rPr>
              <a:t>로부터 </a:t>
            </a:r>
            <a:r>
              <a:rPr lang="ko-KR" altLang="en-US" sz="3200" b="1" dirty="0">
                <a:solidFill>
                  <a:srgbClr val="00B0F0"/>
                </a:solidFill>
                <a:latin typeface="+mn-ea"/>
              </a:rPr>
              <a:t>전하의 </a:t>
            </a:r>
            <a:r>
              <a:rPr lang="en-US" altLang="ko-KR" sz="3200" b="1" dirty="0">
                <a:solidFill>
                  <a:srgbClr val="00B0F0"/>
                </a:solidFill>
                <a:latin typeface="+mn-ea"/>
              </a:rPr>
              <a:t>3</a:t>
            </a:r>
            <a:r>
              <a:rPr lang="ko-KR" altLang="en-US" sz="3200" b="1" dirty="0">
                <a:solidFill>
                  <a:srgbClr val="00B0F0"/>
                </a:solidFill>
                <a:latin typeface="+mn-ea"/>
              </a:rPr>
              <a:t>차원 분포</a:t>
            </a:r>
            <a:r>
              <a:rPr lang="ko-KR" altLang="en-US" dirty="0">
                <a:latin typeface="+mn-ea"/>
              </a:rPr>
              <a:t>를 </a:t>
            </a:r>
            <a:r>
              <a:rPr lang="en-US" altLang="ko-KR" sz="3200" b="1" dirty="0">
                <a:solidFill>
                  <a:schemeClr val="accent2">
                    <a:lumMod val="60000"/>
                    <a:lumOff val="40000"/>
                  </a:schemeClr>
                </a:solidFill>
                <a:latin typeface="+mn-ea"/>
              </a:rPr>
              <a:t>AI</a:t>
            </a:r>
            <a:r>
              <a:rPr lang="ko-KR" altLang="en-US" sz="3200" b="1" dirty="0">
                <a:solidFill>
                  <a:schemeClr val="accent2">
                    <a:lumMod val="60000"/>
                    <a:lumOff val="40000"/>
                  </a:schemeClr>
                </a:solidFill>
                <a:latin typeface="+mn-ea"/>
              </a:rPr>
              <a:t>로</a:t>
            </a:r>
            <a:r>
              <a:rPr lang="ko-KR" altLang="en-US" dirty="0">
                <a:latin typeface="+mn-ea"/>
              </a:rPr>
              <a:t> 추정한다</a:t>
            </a:r>
            <a:r>
              <a:rPr lang="en-US" altLang="ko-KR" dirty="0">
                <a:latin typeface="+mn-ea"/>
              </a:rPr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8118451-CD8D-2A13-ED1A-F133DF1BF4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903" y="2380558"/>
            <a:ext cx="3366628" cy="232412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62D570C-6B9B-9B81-301A-B7B34BD0E8FF}"/>
              </a:ext>
            </a:extLst>
          </p:cNvPr>
          <p:cNvSpPr txBox="1"/>
          <p:nvPr/>
        </p:nvSpPr>
        <p:spPr>
          <a:xfrm>
            <a:off x="4034396" y="4800294"/>
            <a:ext cx="47373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출처</a:t>
            </a:r>
            <a:r>
              <a:rPr lang="en-US" altLang="ko-KR" dirty="0"/>
              <a:t>: </a:t>
            </a:r>
            <a:r>
              <a:rPr lang="ko-KR" altLang="en-US" dirty="0"/>
              <a:t>천재교과서 물리학</a:t>
            </a:r>
            <a:r>
              <a:rPr lang="en-US" altLang="ko-KR" dirty="0"/>
              <a:t>(</a:t>
            </a:r>
            <a:r>
              <a:rPr lang="ko-KR" altLang="en-US" dirty="0" err="1"/>
              <a:t>최혁준</a:t>
            </a:r>
            <a:r>
              <a:rPr lang="en-US" altLang="ko-KR" dirty="0"/>
              <a:t>)</a:t>
            </a:r>
            <a:endParaRPr lang="ko-KR" alt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08E783A-BCCF-66D9-A9C3-147BA19121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27923" y="2477449"/>
            <a:ext cx="2028840" cy="82868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CE644F7D-4FD8-DFCC-5C5A-F7C7DCDD43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1790" y="3638410"/>
            <a:ext cx="2114565" cy="523879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E9CA3767-BB74-E180-32AF-DEB9D362A6E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28471" y="2380558"/>
            <a:ext cx="3875875" cy="2324121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495466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4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4384F6-5742-5792-DC34-A2919F08A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7878F7C8-B08E-BC56-7800-34711E415A7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705" t="25333" r="66892" b="4359"/>
          <a:stretch>
            <a:fillRect/>
          </a:stretch>
        </p:blipFill>
        <p:spPr>
          <a:xfrm>
            <a:off x="4029716" y="446953"/>
            <a:ext cx="4132567" cy="5964094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6406849-1407-19D2-8AD8-5E37AB79A4A1}"/>
              </a:ext>
            </a:extLst>
          </p:cNvPr>
          <p:cNvSpPr txBox="1"/>
          <p:nvPr/>
        </p:nvSpPr>
        <p:spPr>
          <a:xfrm>
            <a:off x="658368" y="384048"/>
            <a:ext cx="108813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33A"/>
                </a:solidFill>
              </a:defRPr>
            </a:pPr>
            <a:r>
              <a:rPr dirty="0"/>
              <a:t>1. </a:t>
            </a:r>
            <a:r>
              <a:rPr dirty="0" err="1"/>
              <a:t>탐구</a:t>
            </a:r>
            <a:r>
              <a:rPr dirty="0"/>
              <a:t> </a:t>
            </a:r>
            <a:r>
              <a:rPr dirty="0" err="1"/>
              <a:t>동기</a:t>
            </a:r>
            <a:endParaRPr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07AC7A4-0456-10D0-4E2B-77714D89D768}"/>
              </a:ext>
            </a:extLst>
          </p:cNvPr>
          <p:cNvSpPr/>
          <p:nvPr/>
        </p:nvSpPr>
        <p:spPr>
          <a:xfrm>
            <a:off x="4478906" y="3276600"/>
            <a:ext cx="3581400" cy="15335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04568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ounded Rectangle 6">
            <a:extLst>
              <a:ext uri="{FF2B5EF4-FFF2-40B4-BE49-F238E27FC236}">
                <a16:creationId xmlns:a16="http://schemas.microsoft.com/office/drawing/2014/main" id="{1BC14763-48D4-D601-7D32-42FF5D51D465}"/>
              </a:ext>
            </a:extLst>
          </p:cNvPr>
          <p:cNvSpPr/>
          <p:nvPr/>
        </p:nvSpPr>
        <p:spPr>
          <a:xfrm>
            <a:off x="1049230" y="2721584"/>
            <a:ext cx="10093234" cy="1199876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049383" y="2721584"/>
            <a:ext cx="10093234" cy="1199876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CB9916F-80A4-BD15-26B8-E072BDD4BC6D}"/>
                  </a:ext>
                </a:extLst>
              </p:cNvPr>
              <p:cNvSpPr txBox="1"/>
              <p:nvPr/>
            </p:nvSpPr>
            <p:spPr>
              <a:xfrm>
                <a:off x="4791849" y="2874676"/>
                <a:ext cx="2340078" cy="88658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1F8987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𝑽</m:t>
                      </m:r>
                      <m:r>
                        <a:rPr kumimoji="0" lang="en-US" sz="30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kumimoji="0" lang="en-US" sz="30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𝒌</m:t>
                      </m:r>
                      <m:f>
                        <m:fPr>
                          <m:ctrlPr>
                            <a:rPr kumimoji="0" lang="en-US" altLang="ko-KR" sz="30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p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sz="30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CB9916F-80A4-BD15-26B8-E072BDD4BC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1849" y="2874676"/>
                <a:ext cx="2340078" cy="88658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3177478" y="2851298"/>
                <a:ext cx="5605701" cy="91364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1F8987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r>
                        <a:rPr lang="ko-KR" altLang="ar-AE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𝑽</m:t>
                      </m:r>
                      <m:r>
                        <a:rPr lang="ar-AE" altLang="ko-KR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ko-KR" altLang="ar-AE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ar-AE" altLang="ko-KR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ko-KR" altLang="ar-AE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ar-AE" altLang="ko-KR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)   =</m:t>
                      </m:r>
                      <m:f>
                        <m:fPr>
                          <m:ctrlP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𝟒</m:t>
                          </m:r>
                          <m: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𝝅</m:t>
                          </m:r>
                          <m:sSub>
                            <m:sSubPr>
                              <m:ctrlP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  <m:sub>
                              <m: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  <m:r>
                                <a:rPr lang="en-US" altLang="ko-KR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ᵢ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ar-AE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ar-AE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ko-KR" altLang="ar-AE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ko-KR" altLang="ar-AE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ko-KR" altLang="ar-AE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ᵢ)² + (</m:t>
                                  </m:r>
                                  <m:r>
                                    <a:rPr lang="ko-KR" altLang="en-US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ko-KR" altLang="en-US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ko-KR" altLang="en-US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ᵢ)²</m:t>
                                  </m:r>
                                </m:e>
                              </m:rad>
                            </m:den>
                          </m:f>
                        </m:e>
                      </m:nary>
                    </m:oMath>
                  </m:oMathPara>
                </a14:m>
                <a:endParaRPr lang="ar-AE" altLang="ko-KR" dirty="0"/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7478" y="2851298"/>
                <a:ext cx="5605701" cy="91364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/>
          <p:cNvSpPr txBox="1"/>
          <p:nvPr/>
        </p:nvSpPr>
        <p:spPr>
          <a:xfrm>
            <a:off x="658368" y="4028855"/>
            <a:ext cx="106070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  <a:buClrTx/>
              <a:buSzTx/>
              <a:buFontTx/>
              <a:buNone/>
              <a:tabLst/>
              <a:defRPr sz="1800">
                <a:solidFill>
                  <a:srgbClr val="18233A"/>
                </a:solidFill>
              </a:defRPr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물리학 교과서는 </a:t>
            </a:r>
            <a:r>
              <a:rPr lang="en-US" altLang="ko-KR" sz="2000" dirty="0">
                <a:solidFill>
                  <a:srgbClr val="18233A"/>
                </a:solidFill>
                <a:latin typeface="Calibri"/>
              </a:rPr>
              <a:t>1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차원 수직</a:t>
            </a:r>
            <a:r>
              <a:rPr lang="ko-KR" altLang="en-US" sz="2000" dirty="0">
                <a:solidFill>
                  <a:srgbClr val="18233A"/>
                </a:solidFill>
                <a:latin typeface="Calibri"/>
              </a:rPr>
              <a:t>선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에서의 전하만을 설명한다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549220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1-1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kumimoji="0" lang="ko-KR" altLang="en-US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정방향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문제</a:t>
            </a:r>
            <a:r>
              <a:rPr kumimoji="0" lang="en-US" altLang="ko-KR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: </a:t>
            </a:r>
            <a:r>
              <a:rPr lang="ko-KR" altLang="en-US" sz="2800" b="1" dirty="0">
                <a:solidFill>
                  <a:srgbClr val="18233A"/>
                </a:solidFill>
                <a:latin typeface="Calibri"/>
              </a:rPr>
              <a:t>교과 물리로부터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점전하가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만드는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3차원에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배치하고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z=0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평면에서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관측한다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754801" y="3937643"/>
            <a:ext cx="4652236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lang="ko-KR" altLang="en-US" sz="1250" dirty="0">
                <a:solidFill>
                  <a:srgbClr val="5C6574"/>
                </a:solidFill>
                <a:latin typeface="Calibri"/>
              </a:rPr>
              <a:t>전하량이 </a:t>
            </a:r>
            <a:r>
              <a:rPr lang="en-US" altLang="ko-KR" sz="1250" dirty="0">
                <a:solidFill>
                  <a:srgbClr val="5C6574"/>
                </a:solidFill>
                <a:latin typeface="Calibri"/>
              </a:rPr>
              <a:t>+1</a:t>
            </a:r>
            <a:r>
              <a:rPr lang="ko-KR" altLang="en-US" sz="1250" dirty="0">
                <a:solidFill>
                  <a:srgbClr val="5C6574"/>
                </a:solidFill>
                <a:latin typeface="Calibri"/>
              </a:rPr>
              <a:t>인 시험전하를 이용해 특정 지점의 전위를 구한다</a:t>
            </a:r>
            <a:r>
              <a:rPr lang="en-US" altLang="ko-KR" sz="1250" dirty="0">
                <a:solidFill>
                  <a:srgbClr val="5C6574"/>
                </a:solidFill>
                <a:latin typeface="Calibri"/>
              </a:rPr>
              <a:t>.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12" name="그림 11" descr="전위, 전기 퍼텐셜 (Electric Potential)">
            <a:extLst>
              <a:ext uri="{FF2B5EF4-FFF2-40B4-BE49-F238E27FC236}">
                <a16:creationId xmlns:a16="http://schemas.microsoft.com/office/drawing/2014/main" id="{6F836141-F320-57A3-36AA-AD246B1F62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7595" y="3304592"/>
            <a:ext cx="3496503" cy="3553408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D5F9F98-C5DA-F712-AA00-ECD121EC3ED4}"/>
              </a:ext>
            </a:extLst>
          </p:cNvPr>
          <p:cNvSpPr txBox="1"/>
          <p:nvPr/>
        </p:nvSpPr>
        <p:spPr>
          <a:xfrm>
            <a:off x="658368" y="4139622"/>
            <a:ext cx="100058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solidFill>
                  <a:srgbClr val="18233A"/>
                </a:solidFill>
              </a:rPr>
              <a:t>조금만 확장해 </a:t>
            </a:r>
            <a:r>
              <a:rPr lang="en-US" altLang="ko-KR" sz="2000" dirty="0">
                <a:solidFill>
                  <a:srgbClr val="18233A"/>
                </a:solidFill>
              </a:rPr>
              <a:t>y</a:t>
            </a:r>
            <a:r>
              <a:rPr lang="ko-KR" altLang="en-US" sz="2000" dirty="0">
                <a:solidFill>
                  <a:srgbClr val="18233A"/>
                </a:solidFill>
              </a:rPr>
              <a:t>축을 추가하면 </a:t>
            </a:r>
            <a:r>
              <a:rPr lang="en-US" altLang="ko-KR" sz="2000" dirty="0">
                <a:solidFill>
                  <a:srgbClr val="18233A"/>
                </a:solidFill>
              </a:rPr>
              <a:t>2</a:t>
            </a:r>
            <a:r>
              <a:rPr lang="ko-KR" altLang="en-US" sz="2000" dirty="0">
                <a:solidFill>
                  <a:srgbClr val="18233A"/>
                </a:solidFill>
              </a:rPr>
              <a:t>차원 공간에서</a:t>
            </a:r>
            <a:r>
              <a:rPr lang="en-US" altLang="ko-KR" sz="2000" dirty="0">
                <a:solidFill>
                  <a:srgbClr val="18233A"/>
                </a:solidFill>
              </a:rPr>
              <a:t>, </a:t>
            </a:r>
            <a:r>
              <a:rPr lang="ko-KR" altLang="en-US" sz="2000" dirty="0">
                <a:solidFill>
                  <a:srgbClr val="18233A"/>
                </a:solidFill>
              </a:rPr>
              <a:t>여러 전하들에 의한 전위를 구할 수 있다</a:t>
            </a:r>
            <a:r>
              <a:rPr lang="en-US" altLang="ko-KR" sz="2000" dirty="0">
                <a:solidFill>
                  <a:srgbClr val="18233A"/>
                </a:solidFill>
              </a:rPr>
              <a:t>.</a:t>
            </a:r>
            <a:endParaRPr lang="ko-KR" altLang="en-US" sz="2000" dirty="0"/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4.81481E-6 L -0.00352 -0.72223 " pathEditMode="relative" rAng="0" ptsTypes="AA">
                                      <p:cBhvr>
                                        <p:cTn id="14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82" y="-36111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7.40741E-7 L 0 -0.59583 " pathEditMode="relative" rAng="0" ptsTypes="AA">
                                      <p:cBhvr>
                                        <p:cTn id="16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29792"/>
                                    </p:animMotion>
                                  </p:childTnLst>
                                </p:cTn>
                              </p:par>
                              <p:par>
                                <p:cTn id="17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29167E-6 3.7037E-6 L -0.00078 -0.58635 " pathEditMode="relative" rAng="0" ptsTypes="AA">
                                      <p:cBhvr>
                                        <p:cTn id="18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9" y="-29329"/>
                                    </p:animMotion>
                                  </p:childTnLst>
                                </p:cTn>
                              </p:par>
                              <p:par>
                                <p:cTn id="19" presetID="5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0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2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5" dur="1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0" dur="1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2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7.40741E-7 L 0 -0.175 " pathEditMode="relative" rAng="0" ptsTypes="AA">
                                      <p:cBhvr>
                                        <p:cTn id="46" dur="3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8750"/>
                                    </p:animMotion>
                                  </p:childTnLst>
                                </p:cTn>
                              </p:par>
                              <p:par>
                                <p:cTn id="47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91667E-6 -3.7037E-7 L -0.00052 -0.18333 " pathEditMode="relative" rAng="0" ptsTypes="AA">
                                      <p:cBhvr>
                                        <p:cTn id="48" dur="3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6" y="-9167"/>
                                    </p:animMotion>
                                  </p:childTnLst>
                                </p:cTn>
                              </p:par>
                              <p:par>
                                <p:cTn id="49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6 2.59259E-6 L 0.0013 -0.17616 " pathEditMode="relative" rAng="0" ptsTypes="AA">
                                      <p:cBhvr>
                                        <p:cTn id="50" dur="3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5" y="-8819"/>
                                    </p:animMotion>
                                  </p:childTnLst>
                                </p:cTn>
                              </p:par>
                              <p:par>
                                <p:cTn id="51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79167E-6 2.59259E-6 L -0.00234 -0.175 " pathEditMode="relative" rAng="0" ptsTypes="AA">
                                      <p:cBhvr>
                                        <p:cTn id="52" dur="3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7" y="-875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300"/>
                            </p:stCondLst>
                            <p:childTnLst>
                              <p:par>
                                <p:cTn id="5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4" grpId="1" animBg="1"/>
      <p:bldP spid="14" grpId="2" animBg="1"/>
      <p:bldP spid="7" grpId="0" animBg="1"/>
      <p:bldP spid="7" grpId="1" animBg="1"/>
      <p:bldP spid="16" grpId="0"/>
      <p:bldP spid="16" grpId="1"/>
      <p:bldP spid="16" grpId="2"/>
      <p:bldP spid="8" grpId="0"/>
      <p:bldP spid="8" grpId="1"/>
      <p:bldP spid="10" grpId="0" build="allAtOnce"/>
      <p:bldP spid="10" grpId="1" build="allAtOnce"/>
      <p:bldP spid="9" grpId="0"/>
      <p:bldP spid="9" grpId="1"/>
      <p:bldP spid="17" grpId="0"/>
      <p:bldP spid="17" grpId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5922875-CA3A-5BE3-BE6F-FD9EC46E8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0444EEE-8B56-4FBA-F6FE-E1F3C850E702}"/>
              </a:ext>
            </a:extLst>
          </p:cNvPr>
          <p:cNvSpPr txBox="1"/>
          <p:nvPr/>
        </p:nvSpPr>
        <p:spPr>
          <a:xfrm>
            <a:off x="658368" y="384048"/>
            <a:ext cx="549220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 defTabSz="457200" latinLnBrk="0">
              <a:defRPr sz="2800" b="1">
                <a:solidFill>
                  <a:srgbClr val="18233A"/>
                </a:solidFill>
              </a:defRPr>
            </a:pPr>
            <a:r>
              <a:rPr lang="en-US" altLang="ko-KR" sz="2800" b="1" dirty="0">
                <a:solidFill>
                  <a:srgbClr val="18233A"/>
                </a:solidFill>
              </a:rPr>
              <a:t>1-1. </a:t>
            </a:r>
            <a:r>
              <a:rPr lang="ko-KR" altLang="en-US" sz="2800" b="1" dirty="0" err="1">
                <a:solidFill>
                  <a:srgbClr val="18233A"/>
                </a:solidFill>
              </a:rPr>
              <a:t>정방향</a:t>
            </a:r>
            <a:r>
              <a:rPr lang="ko-KR" altLang="en-US" sz="2800" b="1" dirty="0">
                <a:solidFill>
                  <a:srgbClr val="18233A"/>
                </a:solidFill>
              </a:rPr>
              <a:t> 문제</a:t>
            </a:r>
            <a:r>
              <a:rPr lang="en-US" altLang="ko-KR" sz="2800" b="1" dirty="0">
                <a:solidFill>
                  <a:srgbClr val="18233A"/>
                </a:solidFill>
              </a:rPr>
              <a:t>: </a:t>
            </a:r>
            <a:r>
              <a:rPr lang="ko-KR" altLang="en-US" sz="2800" b="1" dirty="0">
                <a:solidFill>
                  <a:srgbClr val="18233A"/>
                </a:solidFill>
              </a:rPr>
              <a:t>교과 물리로부터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42564D-49D4-D4EC-AE18-1F3CE3B75D2A}"/>
              </a:ext>
            </a:extLst>
          </p:cNvPr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점전하가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만드는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3차원에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배치하고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z=0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평면에서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관측한다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84E3266-7DC3-33FD-B018-723A94D28DF1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BB12F64-12D9-DF0D-F200-05D9460D23E6}"/>
              </a:ext>
            </a:extLst>
          </p:cNvPr>
          <p:cNvSpPr/>
          <p:nvPr/>
        </p:nvSpPr>
        <p:spPr>
          <a:xfrm>
            <a:off x="1049383" y="1498848"/>
            <a:ext cx="10093234" cy="1199876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E2EE4C3-3F08-8ACC-A901-639FFAAAAECE}"/>
                  </a:ext>
                </a:extLst>
              </p:cNvPr>
              <p:cNvSpPr txBox="1"/>
              <p:nvPr/>
            </p:nvSpPr>
            <p:spPr>
              <a:xfrm>
                <a:off x="2334202" y="1628562"/>
                <a:ext cx="7292253" cy="92775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1F8987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r>
                        <a:rPr kumimoji="0" lang="en-US" sz="22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𝑽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(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𝒙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𝒚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en-US" sz="22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𝒛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) </m:t>
                      </m:r>
                      <m:r>
                        <a:rPr kumimoji="0" lang="en-US" sz="22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  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ko-KR" sz="22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ko-KR" sz="22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𝟏</m:t>
                          </m:r>
                        </m:num>
                        <m:den>
                          <m:r>
                            <a:rPr kumimoji="0" lang="en-US" altLang="ko-KR" sz="22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𝟒</m:t>
                          </m:r>
                          <m:r>
                            <a:rPr kumimoji="0" lang="ko-KR" altLang="en-US" sz="22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𝝅</m:t>
                          </m:r>
                          <m:sSub>
                            <m:sSubPr>
                              <m:ctrlPr>
                                <a:rPr lang="ko-KR" altLang="en-US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ko-KR" altLang="en-US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  <m:sub>
                              <m:r>
                                <a:rPr kumimoji="0" lang="en-US" altLang="ko-KR" sz="22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altLang="ko-KR" sz="2200" b="1" i="1" dirty="0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altLang="ko-KR" sz="2200" b="1" i="1" dirty="0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en-US" altLang="ko-KR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  <m:r>
                                <a:rPr lang="en-US" altLang="ko-KR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ᵢ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ᵢ)² + (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ᵢ)² +(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𝒛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𝒛</m:t>
                                  </m:r>
                                  <m:sSup>
                                    <m:sSupPr>
                                      <m:ctrlPr>
                                        <a:rPr lang="en-US" altLang="ko-KR" sz="2200" b="1" i="1" dirty="0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ko-KR" sz="2200" b="1" i="1" dirty="0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ᵢ</m:t>
                                      </m:r>
                                    </m:e>
                                    <m:sup>
                                      <m:r>
                                        <a:rPr lang="en-US" altLang="ko-KR" sz="2200" b="1" i="1" dirty="0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rad>
                            </m:den>
                          </m:f>
                        </m:e>
                      </m:nary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E2EE4C3-3F08-8ACC-A901-639FFAAAAE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34202" y="1628562"/>
                <a:ext cx="7292253" cy="9277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8ABB6EDB-60E2-32F7-B321-7F9BD3D27664}"/>
              </a:ext>
            </a:extLst>
          </p:cNvPr>
          <p:cNvSpPr txBox="1"/>
          <p:nvPr/>
        </p:nvSpPr>
        <p:spPr>
          <a:xfrm>
            <a:off x="3754801" y="2714907"/>
            <a:ext cx="4652236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lang="ko-KR" altLang="en-US" sz="1250" dirty="0">
                <a:solidFill>
                  <a:srgbClr val="5C6574"/>
                </a:solidFill>
                <a:latin typeface="Calibri"/>
              </a:rPr>
              <a:t>전하량이 </a:t>
            </a:r>
            <a:r>
              <a:rPr lang="en-US" altLang="ko-KR" sz="1250" dirty="0">
                <a:solidFill>
                  <a:srgbClr val="5C6574"/>
                </a:solidFill>
                <a:latin typeface="Calibri"/>
              </a:rPr>
              <a:t>+1</a:t>
            </a:r>
            <a:r>
              <a:rPr lang="ko-KR" altLang="en-US" sz="1250" dirty="0">
                <a:solidFill>
                  <a:srgbClr val="5C6574"/>
                </a:solidFill>
                <a:latin typeface="Calibri"/>
              </a:rPr>
              <a:t>인 시험전하를 이용해 특정 지점의 전위를 구한다</a:t>
            </a:r>
            <a:r>
              <a:rPr lang="en-US" altLang="ko-KR" sz="1250" dirty="0">
                <a:solidFill>
                  <a:srgbClr val="5C6574"/>
                </a:solidFill>
                <a:latin typeface="Calibri"/>
              </a:rPr>
              <a:t>.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C92398E-0F84-BBDB-2D03-BE2A1DE19492}"/>
              </a:ext>
            </a:extLst>
          </p:cNvPr>
          <p:cNvSpPr txBox="1"/>
          <p:nvPr/>
        </p:nvSpPr>
        <p:spPr>
          <a:xfrm>
            <a:off x="974809" y="2928069"/>
            <a:ext cx="100058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solidFill>
                  <a:srgbClr val="18233A"/>
                </a:solidFill>
              </a:rPr>
              <a:t>조금만 확장해 </a:t>
            </a:r>
            <a:r>
              <a:rPr lang="en-US" altLang="ko-KR" sz="2000" dirty="0">
                <a:solidFill>
                  <a:srgbClr val="18233A"/>
                </a:solidFill>
              </a:rPr>
              <a:t>z</a:t>
            </a:r>
            <a:r>
              <a:rPr lang="ko-KR" altLang="en-US" sz="2000" dirty="0">
                <a:solidFill>
                  <a:srgbClr val="18233A"/>
                </a:solidFill>
              </a:rPr>
              <a:t>축을 추가하면 </a:t>
            </a:r>
            <a:r>
              <a:rPr lang="en-US" altLang="ko-KR" sz="2000" dirty="0">
                <a:solidFill>
                  <a:srgbClr val="18233A"/>
                </a:solidFill>
              </a:rPr>
              <a:t>3</a:t>
            </a:r>
            <a:r>
              <a:rPr lang="ko-KR" altLang="en-US" sz="2000" dirty="0">
                <a:solidFill>
                  <a:srgbClr val="18233A"/>
                </a:solidFill>
              </a:rPr>
              <a:t>차원 공간에서</a:t>
            </a:r>
            <a:r>
              <a:rPr lang="en-US" altLang="ko-KR" sz="2000" dirty="0">
                <a:solidFill>
                  <a:srgbClr val="18233A"/>
                </a:solidFill>
              </a:rPr>
              <a:t>, </a:t>
            </a:r>
            <a:r>
              <a:rPr lang="ko-KR" altLang="en-US" sz="2000" dirty="0">
                <a:solidFill>
                  <a:srgbClr val="18233A"/>
                </a:solidFill>
              </a:rPr>
              <a:t>여러 전하들에 의한 전위를 구할 수 있다</a:t>
            </a:r>
            <a:r>
              <a:rPr lang="en-US" altLang="ko-KR" sz="2000" dirty="0">
                <a:solidFill>
                  <a:srgbClr val="18233A"/>
                </a:solidFill>
              </a:rPr>
              <a:t>.</a:t>
            </a:r>
            <a:endParaRPr lang="ko-KR" altLang="en-US" sz="2000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A67BCAA6-D0E9-6960-67CA-D0491AF61F9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9419" y="3429000"/>
            <a:ext cx="6176639" cy="3369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35053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30EA4C-01A4-B12C-B0C7-68BB177E0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4FBEFC9E-A064-A8FB-BA78-E82B5BEC1A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360CB4A5-BBD7-B12D-4C75-809179E31229}"/>
              </a:ext>
            </a:extLst>
          </p:cNvPr>
          <p:cNvSpPr txBox="1"/>
          <p:nvPr/>
        </p:nvSpPr>
        <p:spPr>
          <a:xfrm>
            <a:off x="881470" y="2459504"/>
            <a:ext cx="10398898" cy="1938992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altLang="ko-KR" sz="6000" b="1" dirty="0"/>
              <a:t>Q. </a:t>
            </a:r>
            <a:r>
              <a:rPr lang="ko-KR" altLang="en-US" sz="6000" b="1" dirty="0">
                <a:solidFill>
                  <a:srgbClr val="0070C0"/>
                </a:solidFill>
              </a:rPr>
              <a:t>전위</a:t>
            </a:r>
            <a:r>
              <a:rPr lang="ko-KR" altLang="en-US" sz="6000" b="1" dirty="0"/>
              <a:t>를 바탕으로 </a:t>
            </a:r>
            <a:endParaRPr lang="en-US" altLang="ko-KR" sz="6000" b="1" dirty="0"/>
          </a:p>
          <a:p>
            <a:r>
              <a:rPr lang="ko-KR" altLang="en-US" sz="6000" b="1" dirty="0">
                <a:solidFill>
                  <a:srgbClr val="0070C0"/>
                </a:solidFill>
              </a:rPr>
              <a:t>전하의 분포</a:t>
            </a:r>
            <a:r>
              <a:rPr lang="ko-KR" altLang="en-US" sz="6000" b="1" dirty="0"/>
              <a:t>를 구할 수 있을까</a:t>
            </a:r>
            <a:r>
              <a:rPr lang="en-US" altLang="ko-KR" sz="6000" b="1" dirty="0"/>
              <a:t>?</a:t>
            </a:r>
            <a:endParaRPr lang="ko-KR" altLang="en-US" sz="6000" b="1" dirty="0"/>
          </a:p>
        </p:txBody>
      </p:sp>
    </p:spTree>
    <p:extLst>
      <p:ext uri="{BB962C8B-B14F-4D97-AF65-F5344CB8AC3E}">
        <p14:creationId xmlns:p14="http://schemas.microsoft.com/office/powerpoint/2010/main" val="172981818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389F7F-A386-EFE0-833D-B163B6389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1B107074-574A-DC3D-16D3-B7A1327024A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705" t="25333" r="66892" b="4359"/>
          <a:stretch>
            <a:fillRect/>
          </a:stretch>
        </p:blipFill>
        <p:spPr>
          <a:xfrm>
            <a:off x="4029716" y="446953"/>
            <a:ext cx="4132567" cy="5964094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76042A8-65D1-2BB1-25B0-50ED5C3EC9FA}"/>
              </a:ext>
            </a:extLst>
          </p:cNvPr>
          <p:cNvSpPr txBox="1"/>
          <p:nvPr/>
        </p:nvSpPr>
        <p:spPr>
          <a:xfrm>
            <a:off x="658368" y="384048"/>
            <a:ext cx="108813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33A"/>
                </a:solidFill>
              </a:defRPr>
            </a:pPr>
            <a:r>
              <a:rPr dirty="0"/>
              <a:t>1. </a:t>
            </a:r>
            <a:r>
              <a:rPr dirty="0" err="1"/>
              <a:t>탐구</a:t>
            </a:r>
            <a:r>
              <a:rPr dirty="0"/>
              <a:t> </a:t>
            </a:r>
            <a:r>
              <a:rPr dirty="0" err="1"/>
              <a:t>동기</a:t>
            </a:r>
            <a:endParaRPr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5434652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016"/>
    </mc:Choice>
    <mc:Fallback xmlns="">
      <p:transition spd="slow" advTm="4016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626CFD-C11E-EAF4-9ACD-9F472CE2B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5BE667EB-0BF8-7892-23A8-7F4B9853A7C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705" t="25333" r="66892" b="4359"/>
          <a:stretch>
            <a:fillRect/>
          </a:stretch>
        </p:blipFill>
        <p:spPr>
          <a:xfrm>
            <a:off x="695575" y="1737361"/>
            <a:ext cx="3340987" cy="4821691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3C44D21-9DDD-3762-5D65-AACBC31F2800}"/>
              </a:ext>
            </a:extLst>
          </p:cNvPr>
          <p:cNvSpPr txBox="1"/>
          <p:nvPr/>
        </p:nvSpPr>
        <p:spPr>
          <a:xfrm>
            <a:off x="658368" y="384048"/>
            <a:ext cx="108813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33A"/>
                </a:solidFill>
              </a:defRPr>
            </a:pPr>
            <a:r>
              <a:rPr dirty="0"/>
              <a:t>1. </a:t>
            </a:r>
            <a:r>
              <a:rPr dirty="0" err="1"/>
              <a:t>탐구</a:t>
            </a:r>
            <a:r>
              <a:rPr dirty="0"/>
              <a:t> </a:t>
            </a:r>
            <a:r>
              <a:rPr dirty="0" err="1"/>
              <a:t>동기</a:t>
            </a: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A80391-6E47-E5D2-7CDF-2A2AB7687057}"/>
              </a:ext>
            </a:extLst>
          </p:cNvPr>
          <p:cNvSpPr txBox="1"/>
          <p:nvPr/>
        </p:nvSpPr>
        <p:spPr>
          <a:xfrm>
            <a:off x="676656" y="987552"/>
            <a:ext cx="6482865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5C6574"/>
                </a:solidFill>
              </a:defRPr>
            </a:pPr>
            <a:r>
              <a:rPr dirty="0" err="1"/>
              <a:t>정방향</a:t>
            </a:r>
            <a:r>
              <a:rPr dirty="0"/>
              <a:t> </a:t>
            </a:r>
            <a:r>
              <a:rPr dirty="0" err="1"/>
              <a:t>문제는</a:t>
            </a:r>
            <a:r>
              <a:rPr dirty="0"/>
              <a:t> </a:t>
            </a:r>
            <a:r>
              <a:rPr dirty="0" err="1"/>
              <a:t>쉽지만</a:t>
            </a:r>
            <a:r>
              <a:rPr dirty="0"/>
              <a:t>, </a:t>
            </a:r>
            <a:r>
              <a:rPr dirty="0" err="1"/>
              <a:t>역방향</a:t>
            </a:r>
            <a:r>
              <a:rPr dirty="0"/>
              <a:t> </a:t>
            </a:r>
            <a:r>
              <a:rPr dirty="0" err="1"/>
              <a:t>문제는</a:t>
            </a:r>
            <a:r>
              <a:rPr dirty="0"/>
              <a:t> </a:t>
            </a:r>
            <a:r>
              <a:rPr dirty="0" err="1"/>
              <a:t>정보</a:t>
            </a:r>
            <a:r>
              <a:rPr dirty="0"/>
              <a:t> </a:t>
            </a:r>
            <a:r>
              <a:rPr dirty="0" err="1"/>
              <a:t>손실</a:t>
            </a:r>
            <a:r>
              <a:rPr lang="ko-KR" altLang="en-US" dirty="0"/>
              <a:t>로 인해 유일한 해를 구하기</a:t>
            </a:r>
            <a:r>
              <a:rPr dirty="0"/>
              <a:t> </a:t>
            </a:r>
            <a:r>
              <a:rPr dirty="0" err="1"/>
              <a:t>어려워진다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91AE517-3472-23AC-2292-DF8FA57261AD}"/>
              </a:ext>
            </a:extLst>
          </p:cNvPr>
          <p:cNvSpPr/>
          <p:nvPr/>
        </p:nvSpPr>
        <p:spPr>
          <a:xfrm>
            <a:off x="777240" y="1281389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C288CC23-7329-EF10-382C-F097D130BE5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6001" t="25228" r="36596" b="4465"/>
          <a:stretch>
            <a:fillRect/>
          </a:stretch>
        </p:blipFill>
        <p:spPr>
          <a:xfrm>
            <a:off x="5959115" y="-725943"/>
            <a:ext cx="273770" cy="395103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3932170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Tm="503">
        <p159:morph option="byObject"/>
      </p:transition>
    </mc:Choice>
    <mc:Fallback xmlns="">
      <p:transition spd="slow" advTm="503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7DFA16B5-439E-338D-1F2E-2F5AD21B40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528" y="-1"/>
            <a:ext cx="12192528" cy="6858297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92798C73-2C09-0228-B26D-AEB5F7D21A6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6001" t="25228" r="36596" b="4465"/>
          <a:stretch>
            <a:fillRect/>
          </a:stretch>
        </p:blipFill>
        <p:spPr>
          <a:xfrm>
            <a:off x="4029716" y="446953"/>
            <a:ext cx="4132567" cy="5964094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66842325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4EBF7D5-3A16-A278-ABDB-713E57928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8BEBB7A-DE99-DC5B-AEA4-113312EA8474}"/>
              </a:ext>
            </a:extLst>
          </p:cNvPr>
          <p:cNvSpPr txBox="1"/>
          <p:nvPr/>
        </p:nvSpPr>
        <p:spPr>
          <a:xfrm>
            <a:off x="658368" y="384048"/>
            <a:ext cx="2715808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 defTabSz="457200" latinLnBrk="0">
              <a:defRPr sz="2800" b="1">
                <a:solidFill>
                  <a:srgbClr val="18233A"/>
                </a:solidFill>
              </a:defRPr>
            </a:pPr>
            <a:r>
              <a:rPr lang="en-US" altLang="ko-KR" sz="2800" b="1" dirty="0">
                <a:solidFill>
                  <a:srgbClr val="18233A"/>
                </a:solidFill>
              </a:rPr>
              <a:t>1-2. </a:t>
            </a:r>
            <a:r>
              <a:rPr lang="ko-KR" altLang="en-US" sz="2800" b="1" dirty="0">
                <a:solidFill>
                  <a:srgbClr val="18233A"/>
                </a:solidFill>
              </a:rPr>
              <a:t>역방향 문제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38E365-BB01-E4BE-8FA0-DEFDD55486E9}"/>
              </a:ext>
            </a:extLst>
          </p:cNvPr>
          <p:cNvSpPr txBox="1"/>
          <p:nvPr/>
        </p:nvSpPr>
        <p:spPr>
          <a:xfrm>
            <a:off x="676656" y="987552"/>
            <a:ext cx="3615092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전위를 바탕으로 전하의 크기와 분포를 추론한다</a:t>
            </a:r>
            <a:r>
              <a:rPr kumimoji="0" lang="en-US" altLang="ko-KR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F92BFC5-F0FC-510D-4706-478CA4CE8FE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0326" y="0"/>
            <a:ext cx="12171674" cy="6846567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0A32DE42-86B1-3D33-5E48-62E8B1148275}"/>
              </a:ext>
            </a:extLst>
          </p:cNvPr>
          <p:cNvSpPr/>
          <p:nvPr/>
        </p:nvSpPr>
        <p:spPr>
          <a:xfrm>
            <a:off x="0" y="-3176"/>
            <a:ext cx="12192000" cy="6849743"/>
          </a:xfrm>
          <a:prstGeom prst="rect">
            <a:avLst/>
          </a:prstGeom>
          <a:solidFill>
            <a:schemeClr val="bg1">
              <a:alpha val="20000"/>
            </a:schemeClr>
          </a:solidFill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E736930-138A-E42F-B8DF-FF0AF9EEEADA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3BE93B0-0EAA-5C24-4CD9-B367FC72588E}"/>
              </a:ext>
            </a:extLst>
          </p:cNvPr>
          <p:cNvSpPr/>
          <p:nvPr/>
        </p:nvSpPr>
        <p:spPr>
          <a:xfrm>
            <a:off x="2679700" y="3553279"/>
            <a:ext cx="1771650" cy="1250950"/>
          </a:xfrm>
          <a:prstGeom prst="rect">
            <a:avLst/>
          </a:prstGeom>
          <a:solidFill>
            <a:schemeClr val="accent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000" dirty="0">
                <a:latin typeface="+mj-ea"/>
                <a:ea typeface="+mj-ea"/>
              </a:rPr>
              <a:t>전하</a:t>
            </a:r>
            <a:r>
              <a:rPr lang="en-US" altLang="ko-KR" sz="4000" dirty="0">
                <a:latin typeface="+mj-ea"/>
                <a:ea typeface="+mj-ea"/>
              </a:rPr>
              <a:t>(Q)</a:t>
            </a:r>
            <a:endParaRPr lang="ko-KR" altLang="en-US" sz="4000" dirty="0">
              <a:latin typeface="+mj-ea"/>
              <a:ea typeface="+mj-ea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E7A5BE5-156E-C97A-A0F4-DDF6EAD3AA49}"/>
              </a:ext>
            </a:extLst>
          </p:cNvPr>
          <p:cNvSpPr/>
          <p:nvPr/>
        </p:nvSpPr>
        <p:spPr>
          <a:xfrm>
            <a:off x="7849804" y="3553279"/>
            <a:ext cx="1771650" cy="125095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000" dirty="0">
                <a:latin typeface="+mj-ea"/>
                <a:ea typeface="+mj-ea"/>
              </a:rPr>
              <a:t>전위</a:t>
            </a:r>
            <a:r>
              <a:rPr lang="en-US" altLang="ko-KR" sz="4000" dirty="0">
                <a:latin typeface="+mj-ea"/>
                <a:ea typeface="+mj-ea"/>
              </a:rPr>
              <a:t>(V)</a:t>
            </a:r>
            <a:endParaRPr lang="ko-KR" altLang="en-US" sz="4000" dirty="0">
              <a:latin typeface="+mj-ea"/>
              <a:ea typeface="+mj-ea"/>
            </a:endParaRPr>
          </a:p>
        </p:txBody>
      </p:sp>
      <p:sp>
        <p:nvSpPr>
          <p:cNvPr id="13" name="화살표: 오른쪽 12">
            <a:extLst>
              <a:ext uri="{FF2B5EF4-FFF2-40B4-BE49-F238E27FC236}">
                <a16:creationId xmlns:a16="http://schemas.microsoft.com/office/drawing/2014/main" id="{E7E693FA-24B3-6D18-D33E-E370182006D8}"/>
              </a:ext>
            </a:extLst>
          </p:cNvPr>
          <p:cNvSpPr/>
          <p:nvPr/>
        </p:nvSpPr>
        <p:spPr>
          <a:xfrm>
            <a:off x="5400732" y="3810310"/>
            <a:ext cx="1499690" cy="800100"/>
          </a:xfrm>
          <a:prstGeom prst="rightArrow">
            <a:avLst/>
          </a:prstGeom>
          <a:solidFill>
            <a:schemeClr val="accent3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2ADADF7-686A-4F02-60ED-7FF3BFB1021A}"/>
              </a:ext>
            </a:extLst>
          </p:cNvPr>
          <p:cNvSpPr txBox="1"/>
          <p:nvPr/>
        </p:nvSpPr>
        <p:spPr>
          <a:xfrm>
            <a:off x="3316662" y="1683178"/>
            <a:ext cx="5667829" cy="1477328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ko-KR" sz="3000" b="1" dirty="0"/>
              <a:t>3</a:t>
            </a:r>
            <a:r>
              <a:rPr lang="ko-KR" altLang="en-US" sz="3000" b="1" dirty="0"/>
              <a:t>차원 공간 전체의 전위가 주어진다면</a:t>
            </a:r>
            <a:r>
              <a:rPr lang="en-US" altLang="ko-KR" sz="3000" b="1" dirty="0"/>
              <a:t>, </a:t>
            </a:r>
            <a:r>
              <a:rPr lang="ko-KR" altLang="en-US" sz="3000" b="1" dirty="0" err="1"/>
              <a:t>푸아송</a:t>
            </a:r>
            <a:r>
              <a:rPr lang="ko-KR" altLang="en-US" sz="3000" b="1" dirty="0"/>
              <a:t> 방정식을 통해 전하밀도 함수를 직접 구할 수 있다</a:t>
            </a:r>
          </a:p>
        </p:txBody>
      </p:sp>
    </p:spTree>
    <p:extLst>
      <p:ext uri="{BB962C8B-B14F-4D97-AF65-F5344CB8AC3E}">
        <p14:creationId xmlns:p14="http://schemas.microsoft.com/office/powerpoint/2010/main" val="311642314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10800000">
                                      <p:cBhvr>
                                        <p:cTn id="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3" grpId="0" animBg="1"/>
      <p:bldP spid="1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61A4B-80D9-EBC0-ACE3-F6369F222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2DC8E30B-6E8E-DABD-ACE1-4A580B39740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528" y="-1"/>
            <a:ext cx="12192528" cy="6858297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FBE979EC-E42D-8B2F-9F22-AB2B14D4EEF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6001" t="25228" r="36596" b="4465"/>
          <a:stretch>
            <a:fillRect/>
          </a:stretch>
        </p:blipFill>
        <p:spPr>
          <a:xfrm>
            <a:off x="4029716" y="446953"/>
            <a:ext cx="4132567" cy="5964094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55263852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advTm="0">
        <p159:morph option="byObject"/>
      </p:transition>
    </mc:Choice>
    <mc:Fallback>
      <p:transition advTm="0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6B1AA6-7006-4ED3-1FCD-308382BFB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3052D9DB-6FFD-3C52-F274-0C59790CF1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28" y="-1"/>
            <a:ext cx="12192528" cy="6858297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1F4CB5EE-1F9F-78B1-9DBF-6BD0567693A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6001" t="25228" r="36596" b="4465"/>
          <a:stretch>
            <a:fillRect/>
          </a:stretch>
        </p:blipFill>
        <p:spPr>
          <a:xfrm>
            <a:off x="4389222" y="1730104"/>
            <a:ext cx="3340987" cy="4821691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5D598E6D-36AC-A64D-433B-C549BC9488B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65384" t="25258" r="7213" b="4434"/>
          <a:stretch>
            <a:fillRect/>
          </a:stretch>
        </p:blipFill>
        <p:spPr>
          <a:xfrm>
            <a:off x="5881603" y="-924573"/>
            <a:ext cx="428266" cy="618071"/>
          </a:xfrm>
          <a:custGeom>
            <a:avLst/>
            <a:gdLst>
              <a:gd name="csX0" fmla="*/ 0 w 3340987"/>
              <a:gd name="csY0" fmla="*/ 0 h 4821690"/>
              <a:gd name="csX1" fmla="*/ 3340987 w 3340987"/>
              <a:gd name="csY1" fmla="*/ 0 h 4821690"/>
              <a:gd name="csX2" fmla="*/ 3340987 w 3340987"/>
              <a:gd name="csY2" fmla="*/ 4821690 h 4821690"/>
              <a:gd name="csX3" fmla="*/ 0 w 3340987"/>
              <a:gd name="csY3" fmla="*/ 4821690 h 48216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0">
                <a:moveTo>
                  <a:pt x="0" y="0"/>
                </a:moveTo>
                <a:lnTo>
                  <a:pt x="3340987" y="0"/>
                </a:lnTo>
                <a:lnTo>
                  <a:pt x="3340987" y="4821690"/>
                </a:lnTo>
                <a:lnTo>
                  <a:pt x="0" y="4821690"/>
                </a:lnTo>
                <a:close/>
              </a:path>
            </a:pathLst>
          </a:cu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6325267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300">
        <p159:morph option="byObject"/>
      </p:transition>
    </mc:Choice>
    <mc:Fallback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4F5D7D9-B28D-316A-E24A-935AAD2D10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528" y="0"/>
            <a:ext cx="12192528" cy="685829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66E1CC64-F6AE-6739-C47D-C8BD5DC146D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5384" t="25258" r="7213" b="4434"/>
          <a:stretch>
            <a:fillRect/>
          </a:stretch>
        </p:blipFill>
        <p:spPr>
          <a:xfrm>
            <a:off x="4085676" y="442339"/>
            <a:ext cx="4124780" cy="5952855"/>
          </a:xfrm>
          <a:custGeom>
            <a:avLst/>
            <a:gdLst>
              <a:gd name="csX0" fmla="*/ 0 w 3340987"/>
              <a:gd name="csY0" fmla="*/ 0 h 4821690"/>
              <a:gd name="csX1" fmla="*/ 3340987 w 3340987"/>
              <a:gd name="csY1" fmla="*/ 0 h 4821690"/>
              <a:gd name="csX2" fmla="*/ 3340987 w 3340987"/>
              <a:gd name="csY2" fmla="*/ 4821690 h 4821690"/>
              <a:gd name="csX3" fmla="*/ 0 w 3340987"/>
              <a:gd name="csY3" fmla="*/ 4821690 h 48216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0">
                <a:moveTo>
                  <a:pt x="0" y="0"/>
                </a:moveTo>
                <a:lnTo>
                  <a:pt x="3340987" y="0"/>
                </a:lnTo>
                <a:lnTo>
                  <a:pt x="3340987" y="4821690"/>
                </a:lnTo>
                <a:lnTo>
                  <a:pt x="0" y="482169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74157289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300">
        <p159:morph option="byObject"/>
      </p:transition>
    </mc:Choice>
    <mc:Fallback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A97C59-68F5-2495-478B-B25615D0B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EED7F4D3-B606-4D0C-C294-E85A2009D05C}"/>
              </a:ext>
            </a:extLst>
          </p:cNvPr>
          <p:cNvSpPr/>
          <p:nvPr/>
        </p:nvSpPr>
        <p:spPr>
          <a:xfrm>
            <a:off x="1097280" y="2809016"/>
            <a:ext cx="99669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371654-B606-190F-ACE3-50704E39A432}"/>
              </a:ext>
            </a:extLst>
          </p:cNvPr>
          <p:cNvSpPr txBox="1"/>
          <p:nvPr/>
        </p:nvSpPr>
        <p:spPr>
          <a:xfrm>
            <a:off x="1624110" y="2866552"/>
            <a:ext cx="8943474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200" b="1">
                <a:solidFill>
                  <a:srgbClr val="1F8987"/>
                </a:solidFill>
                <a:latin typeface="Cambria Math"/>
              </a:defRPr>
            </a:pPr>
            <a:r>
              <a:rPr lang="en-US" sz="4000" b="1" dirty="0">
                <a:solidFill>
                  <a:srgbClr val="1F8987"/>
                </a:solidFill>
                <a:latin typeface="Cambria Math"/>
              </a:rPr>
              <a:t>|V|</a:t>
            </a:r>
            <a:r>
              <a:rPr lang="ko-KR" altLang="en-US" sz="4000" b="1" dirty="0">
                <a:solidFill>
                  <a:srgbClr val="1F8987"/>
                </a:solidFill>
                <a:latin typeface="Cambria Math"/>
              </a:rPr>
              <a:t>를 바탕으로 전하의 분포를 역산한다</a:t>
            </a:r>
            <a:endParaRPr kumimoji="0" sz="4000" b="1" i="0" u="none" strike="noStrike" kern="1200" cap="none" spc="0" normalizeH="0" baseline="0" noProof="0" dirty="0">
              <a:ln>
                <a:noFill/>
              </a:ln>
              <a:solidFill>
                <a:srgbClr val="1F8987"/>
              </a:solidFill>
              <a:effectLst/>
              <a:uLnTx/>
              <a:uFillTx/>
              <a:latin typeface="Cambria Math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4C18AA-7C39-0EAB-76DD-2FB668EC534A}"/>
              </a:ext>
            </a:extLst>
          </p:cNvPr>
          <p:cNvSpPr txBox="1"/>
          <p:nvPr/>
        </p:nvSpPr>
        <p:spPr>
          <a:xfrm>
            <a:off x="658368" y="384048"/>
            <a:ext cx="531106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1-1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Calibri"/>
              </a:rPr>
              <a:t>정보를 부분적으로 제공한다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4A400C2-E5DF-CC45-AD00-D58103303FEA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EA0AE6-AD4D-EE8D-97EC-929CCB17ABAD}"/>
              </a:ext>
            </a:extLst>
          </p:cNvPr>
          <p:cNvSpPr txBox="1"/>
          <p:nvPr/>
        </p:nvSpPr>
        <p:spPr>
          <a:xfrm>
            <a:off x="3821167" y="3677696"/>
            <a:ext cx="4519187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lang="ko-KR" altLang="en-US" sz="2000" dirty="0">
                <a:solidFill>
                  <a:srgbClr val="5C6574"/>
                </a:solidFill>
                <a:latin typeface="Calibri"/>
              </a:rPr>
              <a:t>전위의 크기로 인한 패턴을 학습시킨다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FD5D486-D495-27A6-A3D1-F99195EEFD56}"/>
                  </a:ext>
                </a:extLst>
              </p:cNvPr>
              <p:cNvSpPr txBox="1"/>
              <p:nvPr/>
            </p:nvSpPr>
            <p:spPr>
              <a:xfrm>
                <a:off x="5652843" y="2912719"/>
                <a:ext cx="633187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4000" b="0" i="1" smtClean="0">
                        <a:solidFill>
                          <a:srgbClr val="1F8987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altLang="ko-KR" sz="4000" dirty="0">
                    <a:solidFill>
                      <a:srgbClr val="1F8987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V|</a:t>
                </a:r>
                <a:endParaRPr lang="ko-KR" altLang="en-US" sz="4000" dirty="0">
                  <a:solidFill>
                    <a:srgbClr val="1F8987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FD5D486-D495-27A6-A3D1-F99195EEFD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2843" y="2912719"/>
                <a:ext cx="633187" cy="615553"/>
              </a:xfrm>
              <a:prstGeom prst="rect">
                <a:avLst/>
              </a:prstGeom>
              <a:blipFill>
                <a:blip r:embed="rId3"/>
                <a:stretch>
                  <a:fillRect l="-23077" t="-25743" r="-47115" b="-485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순서도: 준비 29">
            <a:extLst>
              <a:ext uri="{FF2B5EF4-FFF2-40B4-BE49-F238E27FC236}">
                <a16:creationId xmlns:a16="http://schemas.microsoft.com/office/drawing/2014/main" id="{73799D60-B805-1887-68DD-36F59546F332}"/>
              </a:ext>
            </a:extLst>
          </p:cNvPr>
          <p:cNvSpPr/>
          <p:nvPr/>
        </p:nvSpPr>
        <p:spPr>
          <a:xfrm>
            <a:off x="494948" y="2941003"/>
            <a:ext cx="11217343" cy="1000010"/>
          </a:xfrm>
          <a:prstGeom prst="flowChartPreparation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92197E5-A456-0C24-8CCA-6BAC4E90CC95}"/>
              </a:ext>
            </a:extLst>
          </p:cNvPr>
          <p:cNvSpPr txBox="1"/>
          <p:nvPr/>
        </p:nvSpPr>
        <p:spPr>
          <a:xfrm>
            <a:off x="1719977" y="3087065"/>
            <a:ext cx="88476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0" b="1" dirty="0">
                <a:solidFill>
                  <a:srgbClr val="FF0000"/>
                </a:solidFill>
                <a:latin typeface="+mn-ea"/>
              </a:rPr>
              <a:t>전체 전하의 절대 부호를 알 수 없다</a:t>
            </a:r>
            <a:r>
              <a:rPr lang="en-US" altLang="ko-KR" sz="4000" b="1" dirty="0">
                <a:solidFill>
                  <a:srgbClr val="FF0000"/>
                </a:solidFill>
                <a:latin typeface="+mn-ea"/>
              </a:rPr>
              <a:t>.</a:t>
            </a:r>
            <a:endParaRPr lang="ko-KR" altLang="en-US" sz="4000" b="1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34" name="화살표: 아래쪽 33">
            <a:extLst>
              <a:ext uri="{FF2B5EF4-FFF2-40B4-BE49-F238E27FC236}">
                <a16:creationId xmlns:a16="http://schemas.microsoft.com/office/drawing/2014/main" id="{733EEE1D-4BE2-8206-13F4-20490ABA809B}"/>
              </a:ext>
            </a:extLst>
          </p:cNvPr>
          <p:cNvSpPr/>
          <p:nvPr/>
        </p:nvSpPr>
        <p:spPr>
          <a:xfrm>
            <a:off x="5969436" y="2434468"/>
            <a:ext cx="257296" cy="474774"/>
          </a:xfrm>
          <a:prstGeom prst="dow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화살표: 아래쪽 34">
            <a:extLst>
              <a:ext uri="{FF2B5EF4-FFF2-40B4-BE49-F238E27FC236}">
                <a16:creationId xmlns:a16="http://schemas.microsoft.com/office/drawing/2014/main" id="{A6141C10-2286-2155-97E1-4DF86E964FC1}"/>
              </a:ext>
            </a:extLst>
          </p:cNvPr>
          <p:cNvSpPr/>
          <p:nvPr/>
        </p:nvSpPr>
        <p:spPr>
          <a:xfrm>
            <a:off x="5967199" y="4045282"/>
            <a:ext cx="257296" cy="474774"/>
          </a:xfrm>
          <a:prstGeom prst="dow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Rounded Rectangle 6">
            <a:extLst>
              <a:ext uri="{FF2B5EF4-FFF2-40B4-BE49-F238E27FC236}">
                <a16:creationId xmlns:a16="http://schemas.microsoft.com/office/drawing/2014/main" id="{5A2154DC-55A1-2B41-4206-DF9608585A95}"/>
              </a:ext>
            </a:extLst>
          </p:cNvPr>
          <p:cNvSpPr/>
          <p:nvPr/>
        </p:nvSpPr>
        <p:spPr>
          <a:xfrm>
            <a:off x="1097280" y="4595405"/>
            <a:ext cx="99669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B7099D8-71F9-C93D-A057-F0B4067DD10E}"/>
              </a:ext>
            </a:extLst>
          </p:cNvPr>
          <p:cNvSpPr txBox="1"/>
          <p:nvPr/>
        </p:nvSpPr>
        <p:spPr>
          <a:xfrm>
            <a:off x="2174082" y="4652942"/>
            <a:ext cx="7813357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200" b="1">
                <a:solidFill>
                  <a:srgbClr val="1F8987"/>
                </a:solidFill>
                <a:latin typeface="Cambria Math"/>
              </a:defRPr>
            </a:pPr>
            <a:r>
              <a:rPr lang="en-US" sz="4000" b="1" dirty="0">
                <a:solidFill>
                  <a:srgbClr val="1F8987"/>
                </a:solidFill>
                <a:latin typeface="Cambria Math"/>
              </a:rPr>
              <a:t>V</a:t>
            </a:r>
            <a:r>
              <a:rPr lang="ko-KR" altLang="en-US" sz="4000" b="1" dirty="0">
                <a:solidFill>
                  <a:srgbClr val="1F8987"/>
                </a:solidFill>
                <a:latin typeface="Cambria Math"/>
              </a:rPr>
              <a:t>를 일부 제공해 부호를 추정한다</a:t>
            </a:r>
            <a:r>
              <a:rPr lang="en-US" altLang="ko-KR" sz="4000" b="1" dirty="0">
                <a:solidFill>
                  <a:srgbClr val="1F8987"/>
                </a:solidFill>
                <a:latin typeface="Cambria Math"/>
              </a:rPr>
              <a:t>?</a:t>
            </a:r>
            <a:endParaRPr kumimoji="0" sz="4000" b="1" i="0" u="none" strike="noStrike" kern="1200" cap="none" spc="0" normalizeH="0" baseline="0" noProof="0" dirty="0">
              <a:ln>
                <a:noFill/>
              </a:ln>
              <a:solidFill>
                <a:srgbClr val="1F8987"/>
              </a:solidFill>
              <a:effectLst/>
              <a:uLnTx/>
              <a:uFillTx/>
              <a:latin typeface="Cambria Math"/>
              <a:ea typeface="+mn-ea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7974175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33333E-6 4.07407E-6 L -0.32083 0.00092 " pathEditMode="relative" rAng="0" ptsTypes="AA">
                                      <p:cBhvr>
                                        <p:cTn id="14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6042" y="4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20"/>
                                  </p:iterate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3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3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3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3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"/>
                            </p:stCondLst>
                            <p:childTnLst>
                              <p:par>
                                <p:cTn id="34" presetID="42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6 -4.44444E-6 L 0.0013 -0.18472 " pathEditMode="relative" rAng="0" ptsTypes="AA">
                                      <p:cBhvr>
                                        <p:cTn id="3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5" y="-9236"/>
                                    </p:animMotion>
                                  </p:childTnLst>
                                </p:cTn>
                              </p:par>
                              <p:par>
                                <p:cTn id="36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Motion origin="layout" path="M 0 4.07407E-6 L 0 -0.18056 " pathEditMode="relative" rAng="0" ptsTypes="AA">
                                      <p:cBhvr>
                                        <p:cTn id="3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902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800"/>
                            </p:stCondLst>
                            <p:childTnLst>
                              <p:par>
                                <p:cTn id="4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7" grpId="0"/>
      <p:bldP spid="17" grpId="1"/>
      <p:bldP spid="9" grpId="0"/>
      <p:bldP spid="9" grpId="1"/>
      <p:bldP spid="18" grpId="0"/>
      <p:bldP spid="18" grpId="1"/>
      <p:bldP spid="18" grpId="2"/>
      <p:bldP spid="30" grpId="0" animBg="1"/>
      <p:bldP spid="31" grpId="0"/>
      <p:bldP spid="34" grpId="0" animBg="1"/>
      <p:bldP spid="35" grpId="0" animBg="1"/>
      <p:bldP spid="36" grpId="0" animBg="1"/>
      <p:bldP spid="40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89CA0B-6EF1-4919-2E64-DC72B34D2A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BBE69C8-C380-3F62-B744-E7ACAFE24753}"/>
              </a:ext>
            </a:extLst>
          </p:cNvPr>
          <p:cNvSpPr txBox="1"/>
          <p:nvPr/>
        </p:nvSpPr>
        <p:spPr>
          <a:xfrm>
            <a:off x="658368" y="384048"/>
            <a:ext cx="315663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 제공 형식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8DCBD3-AFDA-8244-E5E7-CF449A88E79E}"/>
              </a:ext>
            </a:extLst>
          </p:cNvPr>
          <p:cNvSpPr txBox="1"/>
          <p:nvPr/>
        </p:nvSpPr>
        <p:spPr>
          <a:xfrm>
            <a:off x="676656" y="987552"/>
            <a:ext cx="5335115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lang="en-US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KK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0EFFC51-DAD0-6023-76AB-1574E0400BCB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A325592-99F1-D97E-4A52-8D77904BFEA1}"/>
              </a:ext>
            </a:extLst>
          </p:cNvPr>
          <p:cNvSpPr/>
          <p:nvPr/>
        </p:nvSpPr>
        <p:spPr>
          <a:xfrm>
            <a:off x="1097280" y="2401394"/>
            <a:ext cx="99669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4F315CD-1989-9E71-CEF4-814D1AAF38B9}"/>
                  </a:ext>
                </a:extLst>
              </p:cNvPr>
              <p:cNvSpPr txBox="1"/>
              <p:nvPr/>
            </p:nvSpPr>
            <p:spPr>
              <a:xfrm>
                <a:off x="4571869" y="2343857"/>
                <a:ext cx="1524131" cy="8792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315EBE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kumimoji="0" lang="ar-AE" altLang="ko-KR" sz="50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0" lang="ar-AE" altLang="ko-KR" sz="50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∝</m:t>
                          </m:r>
                          <m:r>
                            <m:rPr>
                              <m:nor/>
                            </m:rPr>
                            <a:rPr lang="en-US" altLang="ko-KR" sz="5000" b="1" i="0" dirty="0">
                              <a:solidFill>
                                <a:schemeClr val="tx1"/>
                              </a:solidFill>
                              <a:latin typeface="Cambria Math"/>
                            </a:rPr>
                            <m:t>V</m:t>
                          </m:r>
                        </m:e>
                        <m:sup>
                          <m:r>
                            <a:rPr kumimoji="0" lang="ko-KR" altLang="ar-AE" sz="50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kumimoji="0" lang="ar-AE" sz="50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ambria Math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4F315CD-1989-9E71-CEF4-814D1AAF38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1869" y="2343857"/>
                <a:ext cx="1524131" cy="87921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CBA063F-A484-32DC-39CB-B79B1BAB4582}"/>
                  </a:ext>
                </a:extLst>
              </p:cNvPr>
              <p:cNvSpPr txBox="1"/>
              <p:nvPr/>
            </p:nvSpPr>
            <p:spPr>
              <a:xfrm>
                <a:off x="6095847" y="2274971"/>
                <a:ext cx="1268168" cy="861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05</m:t>
                          </m:r>
                        </m:sub>
                      </m:sSub>
                    </m:oMath>
                  </m:oMathPara>
                </a14:m>
                <a:endParaRPr lang="ko-KR" altLang="en-US" sz="5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CBA063F-A484-32DC-39CB-B79B1BAB45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847" y="2274971"/>
                <a:ext cx="1268168" cy="86177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E57C3D6-FA7D-4272-1D9B-21A4FEB2B07F}"/>
                  </a:ext>
                </a:extLst>
              </p:cNvPr>
              <p:cNvSpPr txBox="1"/>
              <p:nvPr/>
            </p:nvSpPr>
            <p:spPr>
              <a:xfrm>
                <a:off x="3404284" y="2244041"/>
                <a:ext cx="1268168" cy="861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ko-KR" altLang="en-US" sz="50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E57C3D6-FA7D-4272-1D9B-21A4FEB2B0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4284" y="2244041"/>
                <a:ext cx="1268168" cy="86177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BAA60B0-ED80-9CF2-2D10-58CF7A8386BB}"/>
                  </a:ext>
                </a:extLst>
              </p:cNvPr>
              <p:cNvSpPr txBox="1"/>
              <p:nvPr/>
            </p:nvSpPr>
            <p:spPr>
              <a:xfrm>
                <a:off x="6985708" y="2384346"/>
                <a:ext cx="1524131" cy="861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315EBE"/>
                    </a:solidFill>
                    <a:latin typeface="Cambria Math"/>
                  </a:defRPr>
                </a:pPr>
                <a14:m>
                  <m:oMath xmlns:m="http://schemas.openxmlformats.org/officeDocument/2006/math">
                    <m:r>
                      <a:rPr kumimoji="0" lang="en-US" altLang="ko-KR" sz="50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∝ </m:t>
                    </m:r>
                  </m:oMath>
                </a14:m>
                <a:r>
                  <a:rPr kumimoji="0" lang="en-US" sz="50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mbria Math"/>
                    <a:ea typeface="+mn-ea"/>
                    <a:cs typeface="+mn-cs"/>
                  </a:rPr>
                  <a:t>V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BAA60B0-ED80-9CF2-2D10-58CF7A8386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708" y="2384346"/>
                <a:ext cx="1524131" cy="861774"/>
              </a:xfrm>
              <a:prstGeom prst="rect">
                <a:avLst/>
              </a:prstGeom>
              <a:blipFill>
                <a:blip r:embed="rId5"/>
                <a:stretch>
                  <a:fillRect t="-16901" r="-6800" b="-3802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5779449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med" p14:dur="700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23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1475D4-A3DF-AD77-225A-87616F579A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6D49838-EF65-16F3-80FA-08980C60ADB3}"/>
              </a:ext>
            </a:extLst>
          </p:cNvPr>
          <p:cNvSpPr txBox="1"/>
          <p:nvPr/>
        </p:nvSpPr>
        <p:spPr>
          <a:xfrm>
            <a:off x="658368" y="384048"/>
            <a:ext cx="315663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 제공 형식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EB8510-F7A2-0091-FBA8-DDF10C0D7E6A}"/>
              </a:ext>
            </a:extLst>
          </p:cNvPr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919FE7F-B24E-087B-1B03-2BC845A7B480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F0942931-24C7-8BE9-09A1-1F67B58DFF0D}"/>
              </a:ext>
            </a:extLst>
          </p:cNvPr>
          <p:cNvGrpSpPr/>
          <p:nvPr/>
        </p:nvGrpSpPr>
        <p:grpSpPr>
          <a:xfrm>
            <a:off x="1112367" y="4318115"/>
            <a:ext cx="9990124" cy="884445"/>
            <a:chOff x="1112367" y="4318115"/>
            <a:chExt cx="9990124" cy="884445"/>
          </a:xfrm>
        </p:grpSpPr>
        <p:sp>
          <p:nvSpPr>
            <p:cNvPr id="11" name="Rounded Rectangle 9">
              <a:extLst>
                <a:ext uri="{FF2B5EF4-FFF2-40B4-BE49-F238E27FC236}">
                  <a16:creationId xmlns:a16="http://schemas.microsoft.com/office/drawing/2014/main" id="{DB42A53D-9B10-37D7-5D46-A531DE303374}"/>
                </a:ext>
              </a:extLst>
            </p:cNvPr>
            <p:cNvSpPr/>
            <p:nvPr/>
          </p:nvSpPr>
          <p:spPr>
            <a:xfrm>
              <a:off x="1135531" y="4348858"/>
              <a:ext cx="9966960" cy="82296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E6EBF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BE65FC76-A2CE-5C82-3E39-FAF870DE5801}"/>
                </a:ext>
              </a:extLst>
            </p:cNvPr>
            <p:cNvSpPr/>
            <p:nvPr/>
          </p:nvSpPr>
          <p:spPr>
            <a:xfrm>
              <a:off x="1112367" y="4318115"/>
              <a:ext cx="138778" cy="884445"/>
            </a:xfrm>
            <a:prstGeom prst="rect">
              <a:avLst/>
            </a:prstGeom>
            <a:solidFill>
              <a:srgbClr val="BE414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C877625-3208-90F2-C64F-5E228B00CF8A}"/>
                </a:ext>
              </a:extLst>
            </p:cNvPr>
            <p:cNvSpPr txBox="1"/>
            <p:nvPr/>
          </p:nvSpPr>
          <p:spPr>
            <a:xfrm>
              <a:off x="1307901" y="4489163"/>
              <a:ext cx="9237016" cy="5539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800"/>
                </a:spcAft>
                <a:buClrTx/>
                <a:buSzTx/>
                <a:buFontTx/>
                <a:buNone/>
                <a:tabLst/>
                <a:defRPr sz="1400">
                  <a:solidFill>
                    <a:srgbClr val="5C6574"/>
                  </a:solidFill>
                </a:defRPr>
              </a:pPr>
              <a:r>
                <a:rPr kumimoji="0" sz="3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KK </a:t>
              </a:r>
              <a:r>
                <a:rPr kumimoji="0" sz="30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이론</a:t>
              </a:r>
              <a:r>
                <a:rPr kumimoji="0" lang="ko-KR" altLang="en-US" sz="3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을</a:t>
              </a:r>
              <a:r>
                <a:rPr kumimoji="0" sz="3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1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정보</a:t>
              </a:r>
              <a:r>
                <a:rPr kumimoji="0" sz="30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1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손실</a:t>
              </a:r>
              <a:r>
                <a:rPr kumimoji="0" sz="30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1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조건을</a:t>
              </a:r>
              <a:r>
                <a:rPr kumimoji="0" sz="30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1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설계하는</a:t>
              </a:r>
              <a:r>
                <a:rPr kumimoji="0" sz="30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1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틀</a:t>
              </a:r>
              <a:r>
                <a:rPr kumimoji="0" sz="30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로</a:t>
              </a:r>
              <a:r>
                <a:rPr kumimoji="0" sz="3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사용</a:t>
              </a:r>
              <a:r>
                <a:rPr lang="ko-KR" altLang="en-US" sz="3000" dirty="0">
                  <a:latin typeface="+mn-ea"/>
                </a:rPr>
                <a:t>한</a:t>
              </a:r>
              <a:r>
                <a:rPr kumimoji="0" sz="3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다.</a:t>
              </a:r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8BAE2D20-5A94-4A44-C7C8-2137168955D9}"/>
              </a:ext>
            </a:extLst>
          </p:cNvPr>
          <p:cNvGrpSpPr/>
          <p:nvPr/>
        </p:nvGrpSpPr>
        <p:grpSpPr>
          <a:xfrm>
            <a:off x="1097280" y="2244041"/>
            <a:ext cx="9966960" cy="1002079"/>
            <a:chOff x="1097280" y="2244041"/>
            <a:chExt cx="9966960" cy="1002079"/>
          </a:xfrm>
        </p:grpSpPr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A6635097-FECA-2FF9-0B98-B42D1F6AAC2A}"/>
                </a:ext>
              </a:extLst>
            </p:cNvPr>
            <p:cNvSpPr/>
            <p:nvPr/>
          </p:nvSpPr>
          <p:spPr>
            <a:xfrm>
              <a:off x="1097280" y="2401394"/>
              <a:ext cx="9966960" cy="82296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E6EBF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755A7A1-F644-793B-7F11-BFE1AB6EE7C2}"/>
                    </a:ext>
                  </a:extLst>
                </p:cNvPr>
                <p:cNvSpPr txBox="1"/>
                <p:nvPr/>
              </p:nvSpPr>
              <p:spPr>
                <a:xfrm>
                  <a:off x="4571869" y="2343857"/>
                  <a:ext cx="1524131" cy="87921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lvl="0" algn="ctr" defTabSz="457200" latinLnBrk="0">
                    <a:defRPr sz="2200" b="1">
                      <a:solidFill>
                        <a:srgbClr val="315EBE"/>
                      </a:solidFill>
                      <a:latin typeface="Cambria Math"/>
                    </a:defRPr>
                  </a:pPr>
                  <a14:m>
                    <m:oMathPara xmlns:m="http://schemas.openxmlformats.org/officeDocument/2006/math">
                      <m:oMath>
                        <m:sSup>
                          <m:sSupPr>
                            <m:ctrlPr>
                              <a:rPr kumimoji="0" lang="ar-AE" altLang="ko-KR" sz="5000" b="1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kumimoji="0" lang="ar-AE" altLang="ko-KR" sz="5000" b="1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∝</m:t>
                            </m:r>
                            <m:r>
                              <m:rPr>
                                <m:nor/>
                              </m:rPr>
                              <a:rPr lang="en-US" altLang="ko-KR" sz="5000" b="1" i="0" dirty="0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V</m:t>
                            </m:r>
                          </m:e>
                          <m:sup>
                            <m:r>
                              <a:rPr kumimoji="0" lang="ko-KR" altLang="ar-AE" sz="5000" b="1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𝟐</m:t>
                            </m:r>
                          </m:sup>
                        </m:sSup>
                      </m:oMath>
                    </m:oMathPara>
                  </a14:m>
                  <a:endParaRPr kumimoji="0" lang="ar-AE" sz="50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mbria Math"/>
                    <a:ea typeface="+mn-ea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755A7A1-F644-793B-7F11-BFE1AB6EE7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71869" y="2343857"/>
                  <a:ext cx="1524131" cy="87921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4B2695E9-0B99-0064-8827-838298421EF5}"/>
                    </a:ext>
                  </a:extLst>
                </p:cNvPr>
                <p:cNvSpPr txBox="1"/>
                <p:nvPr/>
              </p:nvSpPr>
              <p:spPr>
                <a:xfrm>
                  <a:off x="6095847" y="2274971"/>
                  <a:ext cx="1268168" cy="86177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  <m:t>05</m:t>
                            </m:r>
                          </m:sub>
                        </m:sSub>
                      </m:oMath>
                    </m:oMathPara>
                  </a14:m>
                  <a:endParaRPr lang="ko-KR" altLang="en-US" sz="500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4B2695E9-0B99-0064-8827-838298421E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95847" y="2274971"/>
                  <a:ext cx="1268168" cy="861774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12A6DC1-BFDB-F0A8-29A1-9A13CBB87C68}"/>
                    </a:ext>
                  </a:extLst>
                </p:cNvPr>
                <p:cNvSpPr txBox="1"/>
                <p:nvPr/>
              </p:nvSpPr>
              <p:spPr>
                <a:xfrm>
                  <a:off x="3404284" y="2244041"/>
                  <a:ext cx="1268168" cy="86177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  <m:t>00</m:t>
                            </m:r>
                          </m:sub>
                        </m:sSub>
                      </m:oMath>
                    </m:oMathPara>
                  </a14:m>
                  <a:endParaRPr lang="ko-KR" altLang="en-US" sz="5000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12A6DC1-BFDB-F0A8-29A1-9A13CBB87C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04284" y="2244041"/>
                  <a:ext cx="1268168" cy="861774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07B76F96-6948-DCBC-D5AF-622D5D850011}"/>
                    </a:ext>
                  </a:extLst>
                </p:cNvPr>
                <p:cNvSpPr txBox="1"/>
                <p:nvPr/>
              </p:nvSpPr>
              <p:spPr>
                <a:xfrm>
                  <a:off x="6985708" y="2384346"/>
                  <a:ext cx="1524131" cy="86177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lvl="0" algn="ctr" defTabSz="457200" latinLnBrk="0">
                    <a:defRPr sz="2200" b="1">
                      <a:solidFill>
                        <a:srgbClr val="315EBE"/>
                      </a:solidFill>
                      <a:latin typeface="Cambria Math"/>
                    </a:defRPr>
                  </a:pPr>
                  <a14:m>
                    <m:oMath xmlns:m="http://schemas.openxmlformats.org/officeDocument/2006/math">
                      <m:r>
                        <a:rPr kumimoji="0" lang="en-US" altLang="ko-KR" sz="5000" b="1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∝ </m:t>
                      </m:r>
                    </m:oMath>
                  </a14:m>
                  <a:r>
                    <a:rPr kumimoji="0" lang="en-US" sz="50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Cambria Math"/>
                      <a:ea typeface="+mn-ea"/>
                      <a:cs typeface="+mn-cs"/>
                    </a:rPr>
                    <a:t>V</a:t>
                  </a: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07B76F96-6948-DCBC-D5AF-622D5D8500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85708" y="2384346"/>
                  <a:ext cx="1524131" cy="861774"/>
                </a:xfrm>
                <a:prstGeom prst="rect">
                  <a:avLst/>
                </a:prstGeom>
                <a:blipFill>
                  <a:blip r:embed="rId6"/>
                  <a:stretch>
                    <a:fillRect t="-16901" r="-6800" b="-38028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0938DD6B-CB09-B8E5-9BED-3F1CA4538B40}"/>
              </a:ext>
            </a:extLst>
          </p:cNvPr>
          <p:cNvGrpSpPr/>
          <p:nvPr/>
        </p:nvGrpSpPr>
        <p:grpSpPr>
          <a:xfrm>
            <a:off x="1112367" y="3017520"/>
            <a:ext cx="9966960" cy="822960"/>
            <a:chOff x="1112367" y="2875600"/>
            <a:chExt cx="9966960" cy="822960"/>
          </a:xfrm>
        </p:grpSpPr>
        <p:sp>
          <p:nvSpPr>
            <p:cNvPr id="17" name="Rounded Rectangle 9">
              <a:extLst>
                <a:ext uri="{FF2B5EF4-FFF2-40B4-BE49-F238E27FC236}">
                  <a16:creationId xmlns:a16="http://schemas.microsoft.com/office/drawing/2014/main" id="{2F432E39-22A9-E026-A7AB-09A5CBF740EB}"/>
                </a:ext>
              </a:extLst>
            </p:cNvPr>
            <p:cNvSpPr/>
            <p:nvPr/>
          </p:nvSpPr>
          <p:spPr>
            <a:xfrm>
              <a:off x="1112367" y="2875600"/>
              <a:ext cx="9966960" cy="82296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E6EBF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9D0AC1E3-8D78-2198-269F-58D8577DE17D}"/>
                    </a:ext>
                  </a:extLst>
                </p:cNvPr>
                <p:cNvSpPr txBox="1"/>
                <p:nvPr/>
              </p:nvSpPr>
              <p:spPr>
                <a:xfrm>
                  <a:off x="1288831" y="2933137"/>
                  <a:ext cx="9629578" cy="70788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4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F898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4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F898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kumimoji="0" lang="en-US" altLang="ko-KR" sz="4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F898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a14:m>
                  <a:r>
                    <a:rPr lang="en-US" altLang="ko-KR" sz="4000" dirty="0">
                      <a:solidFill>
                        <a:srgbClr val="1F8987"/>
                      </a:solidFill>
                    </a:rPr>
                    <a:t> ,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4000" i="1">
                              <a:solidFill>
                                <a:srgbClr val="1F898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4000" i="1">
                              <a:solidFill>
                                <a:srgbClr val="1F8987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4000" i="1">
                              <a:solidFill>
                                <a:srgbClr val="1F8987"/>
                              </a:solidFill>
                              <a:latin typeface="Cambria Math" panose="02040503050406030204" pitchFamily="18" charset="0"/>
                            </a:rPr>
                            <m:t>05</m:t>
                          </m:r>
                        </m:sub>
                      </m:sSub>
                    </m:oMath>
                  </a14:m>
                  <a:r>
                    <a:rPr lang="ko-KR" altLang="en-US" sz="4000" dirty="0">
                      <a:solidFill>
                        <a:srgbClr val="1F8987"/>
                      </a:solidFill>
                    </a:rPr>
                    <a:t> </a:t>
                  </a:r>
                  <a:r>
                    <a:rPr lang="ko-KR" altLang="en-US" sz="4000" b="1" dirty="0">
                      <a:solidFill>
                        <a:srgbClr val="1F8987"/>
                      </a:solidFill>
                    </a:rPr>
                    <a:t>로 부호와 분포를 동시에 판별한다</a:t>
                  </a:r>
                  <a:r>
                    <a:rPr lang="en-US" altLang="ko-KR" sz="4000" b="1" dirty="0">
                      <a:solidFill>
                        <a:srgbClr val="1F8987"/>
                      </a:solidFill>
                    </a:rPr>
                    <a:t>.</a:t>
                  </a:r>
                  <a:endParaRPr lang="ko-KR" altLang="en-US" sz="4000" b="1" dirty="0">
                    <a:solidFill>
                      <a:srgbClr val="1F8987"/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9D0AC1E3-8D78-2198-269F-58D8577DE1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88831" y="2933137"/>
                  <a:ext cx="9629578" cy="707886"/>
                </a:xfrm>
                <a:prstGeom prst="rect">
                  <a:avLst/>
                </a:prstGeom>
                <a:blipFill>
                  <a:blip r:embed="rId7"/>
                  <a:stretch>
                    <a:fillRect t="-17949" r="-2975" b="-35897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3" name="그림 12">
            <a:extLst>
              <a:ext uri="{FF2B5EF4-FFF2-40B4-BE49-F238E27FC236}">
                <a16:creationId xmlns:a16="http://schemas.microsoft.com/office/drawing/2014/main" id="{F676A02E-6691-498A-A143-C59A70B763B2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65384" t="25258" r="7213" b="4434"/>
          <a:stretch>
            <a:fillRect/>
          </a:stretch>
        </p:blipFill>
        <p:spPr>
          <a:xfrm>
            <a:off x="5751583" y="-766212"/>
            <a:ext cx="367428" cy="530270"/>
          </a:xfrm>
          <a:custGeom>
            <a:avLst/>
            <a:gdLst>
              <a:gd name="csX0" fmla="*/ 0 w 3340987"/>
              <a:gd name="csY0" fmla="*/ 0 h 4821690"/>
              <a:gd name="csX1" fmla="*/ 3340987 w 3340987"/>
              <a:gd name="csY1" fmla="*/ 0 h 4821690"/>
              <a:gd name="csX2" fmla="*/ 3340987 w 3340987"/>
              <a:gd name="csY2" fmla="*/ 4821690 h 4821690"/>
              <a:gd name="csX3" fmla="*/ 0 w 3340987"/>
              <a:gd name="csY3" fmla="*/ 4821690 h 48216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0">
                <a:moveTo>
                  <a:pt x="0" y="0"/>
                </a:moveTo>
                <a:lnTo>
                  <a:pt x="3340987" y="0"/>
                </a:lnTo>
                <a:lnTo>
                  <a:pt x="3340987" y="4821690"/>
                </a:lnTo>
                <a:lnTo>
                  <a:pt x="0" y="4821690"/>
                </a:lnTo>
                <a:close/>
              </a:path>
            </a:pathLst>
          </a:cu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775637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6 -1.48148E-6 L 0.0013 -0.1162 " pathEditMode="relative" rAng="0" ptsTypes="AA">
                                      <p:cBhvr>
                                        <p:cTn id="6" dur="3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5" y="-581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30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43447A-4208-CD55-68FD-0A4FB38ECD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B435F55B-4A50-EA40-CB65-A21788FF4E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528" y="0"/>
            <a:ext cx="12192528" cy="685829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07006D68-F4BE-6C39-79D5-82327238259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5384" t="25258" r="7213" b="4434"/>
          <a:stretch>
            <a:fillRect/>
          </a:stretch>
        </p:blipFill>
        <p:spPr>
          <a:xfrm>
            <a:off x="4085676" y="442339"/>
            <a:ext cx="4124780" cy="5952855"/>
          </a:xfrm>
          <a:custGeom>
            <a:avLst/>
            <a:gdLst>
              <a:gd name="csX0" fmla="*/ 0 w 3340987"/>
              <a:gd name="csY0" fmla="*/ 0 h 4821690"/>
              <a:gd name="csX1" fmla="*/ 3340987 w 3340987"/>
              <a:gd name="csY1" fmla="*/ 0 h 4821690"/>
              <a:gd name="csX2" fmla="*/ 3340987 w 3340987"/>
              <a:gd name="csY2" fmla="*/ 4821690 h 4821690"/>
              <a:gd name="csX3" fmla="*/ 0 w 3340987"/>
              <a:gd name="csY3" fmla="*/ 4821690 h 48216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0">
                <a:moveTo>
                  <a:pt x="0" y="0"/>
                </a:moveTo>
                <a:lnTo>
                  <a:pt x="3340987" y="0"/>
                </a:lnTo>
                <a:lnTo>
                  <a:pt x="3340987" y="4821690"/>
                </a:lnTo>
                <a:lnTo>
                  <a:pt x="0" y="482169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92870920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 advClick="0" advTm="0">
        <p:fade/>
      </p:transition>
    </mc:Choice>
    <mc:Fallback>
      <p:transition spd="med" advClick="0" advTm="0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510BB-50DA-6C3B-0C8B-3BA9812DC6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3A56FFD3-4205-E8D2-4A88-E77CC1CE0E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75674"/>
            <a:ext cx="12192528" cy="685829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CEDE078E-80A8-9335-7D38-7AB2363C96C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5384" t="25258" r="7213" b="4434"/>
          <a:stretch>
            <a:fillRect/>
          </a:stretch>
        </p:blipFill>
        <p:spPr>
          <a:xfrm>
            <a:off x="7974687" y="1656051"/>
            <a:ext cx="3340987" cy="4821690"/>
          </a:xfrm>
          <a:custGeom>
            <a:avLst/>
            <a:gdLst>
              <a:gd name="csX0" fmla="*/ 0 w 3340987"/>
              <a:gd name="csY0" fmla="*/ 0 h 4821690"/>
              <a:gd name="csX1" fmla="*/ 3340987 w 3340987"/>
              <a:gd name="csY1" fmla="*/ 0 h 4821690"/>
              <a:gd name="csX2" fmla="*/ 3340987 w 3340987"/>
              <a:gd name="csY2" fmla="*/ 4821690 h 4821690"/>
              <a:gd name="csX3" fmla="*/ 0 w 3340987"/>
              <a:gd name="csY3" fmla="*/ 4821690 h 48216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0">
                <a:moveTo>
                  <a:pt x="0" y="0"/>
                </a:moveTo>
                <a:lnTo>
                  <a:pt x="3340987" y="0"/>
                </a:lnTo>
                <a:lnTo>
                  <a:pt x="3340987" y="4821690"/>
                </a:lnTo>
                <a:lnTo>
                  <a:pt x="0" y="4821690"/>
                </a:lnTo>
                <a:close/>
              </a:path>
            </a:pathLst>
          </a:cu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889F80C-57B6-82B2-3582-A3802EEFBE9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8070" t="60412" r="15740" b="33763"/>
          <a:stretch>
            <a:fillRect/>
          </a:stretch>
        </p:blipFill>
        <p:spPr>
          <a:xfrm>
            <a:off x="8792923" y="4066896"/>
            <a:ext cx="1973943" cy="399450"/>
          </a:xfrm>
          <a:custGeom>
            <a:avLst/>
            <a:gdLst>
              <a:gd name="csX0" fmla="*/ 0 w 1973943"/>
              <a:gd name="csY0" fmla="*/ 0 h 399450"/>
              <a:gd name="csX1" fmla="*/ 1973943 w 1973943"/>
              <a:gd name="csY1" fmla="*/ 0 h 399450"/>
              <a:gd name="csX2" fmla="*/ 1973943 w 1973943"/>
              <a:gd name="csY2" fmla="*/ 399450 h 399450"/>
              <a:gd name="csX3" fmla="*/ 0 w 1973943"/>
              <a:gd name="csY3" fmla="*/ 399450 h 399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973943" h="399450">
                <a:moveTo>
                  <a:pt x="0" y="0"/>
                </a:moveTo>
                <a:lnTo>
                  <a:pt x="1973943" y="0"/>
                </a:lnTo>
                <a:lnTo>
                  <a:pt x="1973943" y="399450"/>
                </a:lnTo>
                <a:lnTo>
                  <a:pt x="0" y="399450"/>
                </a:lnTo>
                <a:close/>
              </a:path>
            </a:pathLst>
          </a:cu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69FEC122-8DDD-815E-BB22-5768A8EF1F4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7923" t="60310" r="57378" b="33865"/>
          <a:stretch>
            <a:fillRect/>
          </a:stretch>
        </p:blipFill>
        <p:spPr>
          <a:xfrm>
            <a:off x="8244115" y="4066896"/>
            <a:ext cx="572877" cy="399450"/>
          </a:xfrm>
          <a:custGeom>
            <a:avLst/>
            <a:gdLst>
              <a:gd name="csX0" fmla="*/ 0 w 572877"/>
              <a:gd name="csY0" fmla="*/ 0 h 399450"/>
              <a:gd name="csX1" fmla="*/ 572877 w 572877"/>
              <a:gd name="csY1" fmla="*/ 0 h 399450"/>
              <a:gd name="csX2" fmla="*/ 572877 w 572877"/>
              <a:gd name="csY2" fmla="*/ 399450 h 399450"/>
              <a:gd name="csX3" fmla="*/ 0 w 572877"/>
              <a:gd name="csY3" fmla="*/ 399450 h 399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72877" h="399450">
                <a:moveTo>
                  <a:pt x="0" y="0"/>
                </a:moveTo>
                <a:lnTo>
                  <a:pt x="572877" y="0"/>
                </a:lnTo>
                <a:lnTo>
                  <a:pt x="572877" y="399450"/>
                </a:lnTo>
                <a:lnTo>
                  <a:pt x="0" y="39945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4847947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300">
        <p159:morph option="byObject"/>
      </p:transition>
    </mc:Choice>
    <mc:Fallback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95A5ED51-215A-C211-73B9-7B6EBE697DDD}"/>
              </a:ext>
            </a:extLst>
          </p:cNvPr>
          <p:cNvSpPr/>
          <p:nvPr/>
        </p:nvSpPr>
        <p:spPr>
          <a:xfrm>
            <a:off x="5283200" y="878114"/>
            <a:ext cx="1625600" cy="1625600"/>
          </a:xfrm>
          <a:prstGeom prst="round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AI </a:t>
            </a:r>
            <a:r>
              <a:rPr lang="ko-KR" altLang="en-US" dirty="0"/>
              <a:t>학습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40E450-7FA1-9578-C013-A1D8B9137E47}"/>
              </a:ext>
            </a:extLst>
          </p:cNvPr>
          <p:cNvSpPr txBox="1"/>
          <p:nvPr/>
        </p:nvSpPr>
        <p:spPr>
          <a:xfrm>
            <a:off x="658368" y="384048"/>
            <a:ext cx="214674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+mj-ea"/>
                <a:ea typeface="+mj-ea"/>
              </a:rPr>
              <a:t>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+mj-ea"/>
                <a:ea typeface="+mj-ea"/>
              </a:rPr>
              <a:t>탐구 과정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AA0E533E-718E-D8FA-EF65-641D3A69B2AC}"/>
              </a:ext>
            </a:extLst>
          </p:cNvPr>
          <p:cNvSpPr/>
          <p:nvPr/>
        </p:nvSpPr>
        <p:spPr>
          <a:xfrm>
            <a:off x="788310" y="3309256"/>
            <a:ext cx="1625600" cy="1625600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데이터 생성</a:t>
            </a: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02DC5491-5AB0-99CC-3D8D-BD5463717465}"/>
              </a:ext>
            </a:extLst>
          </p:cNvPr>
          <p:cNvSpPr/>
          <p:nvPr/>
        </p:nvSpPr>
        <p:spPr>
          <a:xfrm>
            <a:off x="10014857" y="2394858"/>
            <a:ext cx="1625600" cy="1625600"/>
          </a:xfrm>
          <a:prstGeom prst="round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결과 분석</a:t>
            </a:r>
          </a:p>
        </p:txBody>
      </p:sp>
      <p:cxnSp>
        <p:nvCxnSpPr>
          <p:cNvPr id="24" name="연결선: 구부러짐 23">
            <a:extLst>
              <a:ext uri="{FF2B5EF4-FFF2-40B4-BE49-F238E27FC236}">
                <a16:creationId xmlns:a16="http://schemas.microsoft.com/office/drawing/2014/main" id="{46F62DF6-C2AC-E5D6-B889-9C9617ABAE6B}"/>
              </a:ext>
            </a:extLst>
          </p:cNvPr>
          <p:cNvCxnSpPr>
            <a:cxnSpLocks/>
            <a:stCxn id="19" idx="3"/>
          </p:cNvCxnSpPr>
          <p:nvPr/>
        </p:nvCxnSpPr>
        <p:spPr>
          <a:xfrm flipV="1">
            <a:off x="2413910" y="1698171"/>
            <a:ext cx="2869290" cy="2423885"/>
          </a:xfrm>
          <a:prstGeom prst="curvedConnector3">
            <a:avLst>
              <a:gd name="adj1" fmla="val 36848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연결선: 구부러짐 25">
            <a:extLst>
              <a:ext uri="{FF2B5EF4-FFF2-40B4-BE49-F238E27FC236}">
                <a16:creationId xmlns:a16="http://schemas.microsoft.com/office/drawing/2014/main" id="{3F417224-6A7B-1A9A-CF35-147FF157687C}"/>
              </a:ext>
            </a:extLst>
          </p:cNvPr>
          <p:cNvCxnSpPr>
            <a:cxnSpLocks/>
            <a:endCxn id="21" idx="0"/>
          </p:cNvCxnSpPr>
          <p:nvPr/>
        </p:nvCxnSpPr>
        <p:spPr>
          <a:xfrm>
            <a:off x="6908800" y="1698171"/>
            <a:ext cx="3918857" cy="696687"/>
          </a:xfrm>
          <a:prstGeom prst="curved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EA7B9442-14B3-6DB8-6B16-124220682742}"/>
              </a:ext>
            </a:extLst>
          </p:cNvPr>
          <p:cNvSpPr/>
          <p:nvPr/>
        </p:nvSpPr>
        <p:spPr>
          <a:xfrm>
            <a:off x="788310" y="3309256"/>
            <a:ext cx="1625600" cy="1625600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데이터 생성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36D13126-26CC-36D8-E21E-486A5C30DC7C}"/>
              </a:ext>
            </a:extLst>
          </p:cNvPr>
          <p:cNvSpPr/>
          <p:nvPr/>
        </p:nvSpPr>
        <p:spPr>
          <a:xfrm>
            <a:off x="10014857" y="2394858"/>
            <a:ext cx="1625600" cy="1625600"/>
          </a:xfrm>
          <a:prstGeom prst="round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결과 분석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2779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19" grpId="0" animBg="1"/>
      <p:bldP spid="21" grpId="0" animBg="1"/>
      <p:bldP spid="30" grpId="0" animBg="1"/>
      <p:bldP spid="3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A748D1-3598-523D-439D-4AEF7172DA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F2BE9A5-2378-3CB9-27F2-4A31ADF93090}"/>
              </a:ext>
            </a:extLst>
          </p:cNvPr>
          <p:cNvSpPr txBox="1"/>
          <p:nvPr/>
        </p:nvSpPr>
        <p:spPr>
          <a:xfrm>
            <a:off x="658368" y="384048"/>
            <a:ext cx="468109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F8F9FC"/>
                </a:solidFill>
                <a:latin typeface="+mj-ea"/>
                <a:ea typeface="+mj-ea"/>
              </a:rPr>
              <a:t>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. </a:t>
            </a:r>
            <a:r>
              <a:rPr lang="ko-KR" altLang="en-US" sz="2800" b="1" dirty="0">
                <a:solidFill>
                  <a:srgbClr val="F8F9FC"/>
                </a:solidFill>
                <a:latin typeface="+mj-ea"/>
                <a:ea typeface="+mj-ea"/>
              </a:rPr>
              <a:t>탐구 과정</a:t>
            </a:r>
            <a:r>
              <a:rPr lang="en-US" altLang="ko-KR" sz="2800" b="1" dirty="0">
                <a:solidFill>
                  <a:srgbClr val="F8F9FC"/>
                </a:solidFill>
                <a:latin typeface="+mj-ea"/>
                <a:ea typeface="+mj-ea"/>
              </a:rPr>
              <a:t>-1) </a:t>
            </a:r>
            <a:r>
              <a:rPr lang="ko-KR" altLang="en-US" sz="2800" b="1" dirty="0">
                <a:solidFill>
                  <a:srgbClr val="F8F9FC"/>
                </a:solidFill>
                <a:latin typeface="+mj-ea"/>
                <a:ea typeface="+mj-ea"/>
              </a:rPr>
              <a:t>데이터 생성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B998AC-C1C4-4F15-5F44-DE29A93AE839}"/>
              </a:ext>
            </a:extLst>
          </p:cNvPr>
          <p:cNvSpPr txBox="1"/>
          <p:nvPr/>
        </p:nvSpPr>
        <p:spPr>
          <a:xfrm>
            <a:off x="676656" y="987552"/>
            <a:ext cx="393248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랜덤한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위치와 전하량을 지닌 전하 데이터를 생성한다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2DE99E-B3BF-88B4-C1B8-5F8B4F05E524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7" name="3D 모델 16">
                <a:extLst>
                  <a:ext uri="{FF2B5EF4-FFF2-40B4-BE49-F238E27FC236}">
                    <a16:creationId xmlns:a16="http://schemas.microsoft.com/office/drawing/2014/main" id="{72E3BAE6-43C6-888A-0390-6A853A23E1FE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277971485"/>
                  </p:ext>
                </p:extLst>
              </p:nvPr>
            </p:nvGraphicFramePr>
            <p:xfrm>
              <a:off x="3400185" y="1632777"/>
              <a:ext cx="5391625" cy="4062634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5391625" cy="4062634"/>
                    </a:xfrm>
                    <a:prstGeom prst="rect">
                      <a:avLst/>
                    </a:prstGeom>
                  </am3d:spPr>
                  <am3d:camera>
                    <am3d:pos x="0" y="0" z="8129881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196886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428000" ay="2226000" az="858000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7542645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7" name="3D 모델 16">
                <a:extLst>
                  <a:ext uri="{FF2B5EF4-FFF2-40B4-BE49-F238E27FC236}">
                    <a16:creationId xmlns:a16="http://schemas.microsoft.com/office/drawing/2014/main" id="{72E3BAE6-43C6-888A-0390-6A853A23E1F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400185" y="1632777"/>
                <a:ext cx="5391625" cy="4062634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4579504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B1329D-0646-63B1-A53C-8FB98B122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" name="3D 모델 1">
                <a:extLst>
                  <a:ext uri="{FF2B5EF4-FFF2-40B4-BE49-F238E27FC236}">
                    <a16:creationId xmlns:a16="http://schemas.microsoft.com/office/drawing/2014/main" id="{7DC12200-6C6F-D332-D209-14C541842302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870444406"/>
                  </p:ext>
                </p:extLst>
              </p:nvPr>
            </p:nvGraphicFramePr>
            <p:xfrm>
              <a:off x="3375814" y="1614563"/>
              <a:ext cx="5440362" cy="4099395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5440362" cy="4099395"/>
                    </a:xfrm>
                    <a:prstGeom prst="rect">
                      <a:avLst/>
                    </a:prstGeom>
                  </am3d:spPr>
                  <am3d:camera>
                    <am3d:pos x="0" y="0" z="8129881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196886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426136" ay="2224263" az="855193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761045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" name="3D 모델 1">
                <a:extLst>
                  <a:ext uri="{FF2B5EF4-FFF2-40B4-BE49-F238E27FC236}">
                    <a16:creationId xmlns:a16="http://schemas.microsoft.com/office/drawing/2014/main" id="{7DC12200-6C6F-D332-D209-14C54184230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375814" y="1614563"/>
                <a:ext cx="5440362" cy="4099395"/>
              </a:xfrm>
              <a:prstGeom prst="rect">
                <a:avLst/>
              </a:prstGeom>
            </p:spPr>
          </p:pic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E7909E15-DD4D-99F8-7038-64061AFCBA28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A2E4316-8938-D60F-16F0-AFE3967893CD}"/>
              </a:ext>
            </a:extLst>
          </p:cNvPr>
          <p:cNvSpPr txBox="1"/>
          <p:nvPr/>
        </p:nvSpPr>
        <p:spPr>
          <a:xfrm>
            <a:off x="658368" y="384048"/>
            <a:ext cx="468109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F8F9FC"/>
                </a:solidFill>
                <a:latin typeface="+mj-ea"/>
                <a:ea typeface="+mj-ea"/>
              </a:rPr>
              <a:t>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. </a:t>
            </a:r>
            <a:r>
              <a:rPr lang="ko-KR" altLang="en-US" sz="2800" b="1" dirty="0">
                <a:solidFill>
                  <a:srgbClr val="F8F9FC"/>
                </a:solidFill>
                <a:latin typeface="+mj-ea"/>
                <a:ea typeface="+mj-ea"/>
              </a:rPr>
              <a:t>탐구 과정</a:t>
            </a:r>
            <a:r>
              <a:rPr lang="en-US" altLang="ko-KR" sz="2800" b="1" dirty="0">
                <a:solidFill>
                  <a:srgbClr val="F8F9FC"/>
                </a:solidFill>
                <a:latin typeface="+mj-ea"/>
                <a:ea typeface="+mj-ea"/>
              </a:rPr>
              <a:t>-1) </a:t>
            </a:r>
            <a:r>
              <a:rPr lang="ko-KR" altLang="en-US" sz="2800" b="1" dirty="0">
                <a:solidFill>
                  <a:srgbClr val="F8F9FC"/>
                </a:solidFill>
                <a:latin typeface="+mj-ea"/>
                <a:ea typeface="+mj-ea"/>
              </a:rPr>
              <a:t>데이터 생성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248CEAB-98F6-0E33-44E5-E42970E1079F}"/>
              </a:ext>
            </a:extLst>
          </p:cNvPr>
          <p:cNvSpPr txBox="1"/>
          <p:nvPr/>
        </p:nvSpPr>
        <p:spPr>
          <a:xfrm>
            <a:off x="676656" y="987552"/>
            <a:ext cx="393248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랜덤한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위치와 전하량을 지닌 전하 데이터를 생성한다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2716746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58368" y="384048"/>
            <a:ext cx="5929828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+mj-ea"/>
                <a:ea typeface="+mj-ea"/>
              </a:rPr>
              <a:t>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+mj-ea"/>
                <a:ea typeface="+mj-ea"/>
              </a:rPr>
              <a:t>탐구 과정</a:t>
            </a:r>
            <a:r>
              <a:rPr lang="en-US" altLang="ko-KR" sz="2800" b="1" dirty="0">
                <a:solidFill>
                  <a:srgbClr val="18233A"/>
                </a:solidFill>
                <a:latin typeface="+mj-ea"/>
                <a:ea typeface="+mj-ea"/>
              </a:rPr>
              <a:t>-2) 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AI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모델과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학습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전략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격자의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공간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특징과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희소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부호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정보를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결합해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위치와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전하량을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동시에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추정한다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77240" y="1737360"/>
            <a:ext cx="3383280" cy="1385883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777240" y="1737360"/>
            <a:ext cx="73152" cy="1385883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05840" y="1901952"/>
            <a:ext cx="1531188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공간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특징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추출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defTabSz="457200" latinLnBrk="0">
                  <a:spcAft>
                    <a:spcPts val="800"/>
                  </a:spcAft>
                  <a:defRPr sz="1700">
                    <a:solidFill>
                      <a:srgbClr val="5C6574"/>
                    </a:solidFill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00</m:t>
                        </m:r>
                      </m:sub>
                    </m:sSub>
                    <m:r>
                      <a:rPr lang="en-US" altLang="ko-KR" sz="1700" i="1">
                        <a:solidFill>
                          <a:srgbClr val="5C6574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→ 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CNN</a:t>
                </a:r>
                <a:endParaRPr kumimoji="0" lang="ko-KR" altLang="en-US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800"/>
                  </a:spcAft>
                  <a:buClrTx/>
                  <a:buSzTx/>
                  <a:buFontTx/>
                  <a:buNone/>
                  <a:tabLst/>
                  <a:defRPr sz="1700">
                    <a:solidFill>
                      <a:srgbClr val="5C6574"/>
                    </a:solidFill>
                  </a:defRPr>
                </a:pPr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격자의 패턴 학습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blipFill>
                <a:blip r:embed="rId2"/>
                <a:stretch>
                  <a:fillRect l="-1230" t="-2542" b="-1016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B5D75E-EA4D-E2D8-BEB1-3E5DC7193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" name="3D 모델 1">
                <a:extLst>
                  <a:ext uri="{FF2B5EF4-FFF2-40B4-BE49-F238E27FC236}">
                    <a16:creationId xmlns:a16="http://schemas.microsoft.com/office/drawing/2014/main" id="{CBB5F0CD-45E9-934A-0798-DECAD418800F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3375814" y="1614563"/>
              <a:ext cx="5440362" cy="4099395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5440362" cy="4099395"/>
                    </a:xfrm>
                    <a:prstGeom prst="rect">
                      <a:avLst/>
                    </a:prstGeom>
                  </am3d:spPr>
                  <am3d:camera>
                    <am3d:pos x="0" y="0" z="8129881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196886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426136" ay="2224263" az="855193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761045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" name="3D 모델 1">
                <a:extLst>
                  <a:ext uri="{FF2B5EF4-FFF2-40B4-BE49-F238E27FC236}">
                    <a16:creationId xmlns:a16="http://schemas.microsoft.com/office/drawing/2014/main" id="{CBB5F0CD-45E9-934A-0798-DECAD418800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375814" y="1614563"/>
                <a:ext cx="5440362" cy="409939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12B5591-028E-44DA-BBDC-A27F258F2BE0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AI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1)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격자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학습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12B5591-028E-44DA-BBDC-A27F258F2B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blipFill>
                <a:blip r:embed="rId4"/>
                <a:stretch>
                  <a:fillRect l="-2817" t="-11628" r="-1831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810FB614-6CF5-A12C-2A1D-77DB975F2170}"/>
              </a:ext>
            </a:extLst>
          </p:cNvPr>
          <p:cNvSpPr txBox="1"/>
          <p:nvPr/>
        </p:nvSpPr>
        <p:spPr>
          <a:xfrm>
            <a:off x="676656" y="987552"/>
            <a:ext cx="305724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생성한 데이터의 공간적 특징을 학습한다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B5B2917-B4DA-46EE-D7D6-C0EF9EFA83C2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6185577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 advTm="0">
        <p:fade/>
      </p:transition>
    </mc:Choice>
    <mc:Fallback>
      <p:transition spd="med" advTm="0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17E708-7325-3D2C-A311-44C01838E6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" name="3D 모델 1">
                <a:extLst>
                  <a:ext uri="{FF2B5EF4-FFF2-40B4-BE49-F238E27FC236}">
                    <a16:creationId xmlns:a16="http://schemas.microsoft.com/office/drawing/2014/main" id="{3B0A65F5-1AF3-F77B-B551-A3F05A8F7ABD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83121049"/>
                  </p:ext>
                </p:extLst>
              </p:nvPr>
            </p:nvGraphicFramePr>
            <p:xfrm>
              <a:off x="4077826" y="1640464"/>
              <a:ext cx="4036324" cy="4047579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4036324" cy="4047579"/>
                    </a:xfrm>
                    <a:prstGeom prst="rect">
                      <a:avLst/>
                    </a:prstGeom>
                  </am3d:spPr>
                  <am3d:camera>
                    <am3d:pos x="0" y="0" z="8129881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196886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5400000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7610456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" name="3D 모델 1">
                <a:extLst>
                  <a:ext uri="{FF2B5EF4-FFF2-40B4-BE49-F238E27FC236}">
                    <a16:creationId xmlns:a16="http://schemas.microsoft.com/office/drawing/2014/main" id="{3B0A65F5-1AF3-F77B-B551-A3F05A8F7AB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077826" y="1640464"/>
                <a:ext cx="4036324" cy="4047579"/>
              </a:xfrm>
              <a:prstGeom prst="rect">
                <a:avLst/>
              </a:prstGeom>
            </p:spPr>
          </p:pic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B05CA33C-E61B-F9AE-B0B6-68031ABF75AD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B4718C-0810-0F4B-36F2-340A4BCA9F47}"/>
              </a:ext>
            </a:extLst>
          </p:cNvPr>
          <p:cNvSpPr txBox="1"/>
          <p:nvPr/>
        </p:nvSpPr>
        <p:spPr>
          <a:xfrm>
            <a:off x="676656" y="987552"/>
            <a:ext cx="305724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생성한 데이터의 공간적 특징을 학습한다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99B5E22-949F-CD1F-B403-A47ED75BFBE3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AI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1)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격자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학습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99B5E22-949F-CD1F-B403-A47ED75BFB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blipFill>
                <a:blip r:embed="rId4"/>
                <a:stretch>
                  <a:fillRect l="-2817" t="-11628" r="-1831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8555263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FF32AA-53D4-3A68-8C29-2B2C37D61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47637C3C-D6BC-5785-F08C-F2A2AEF4ED32}"/>
              </a:ext>
            </a:extLst>
          </p:cNvPr>
          <p:cNvSpPr/>
          <p:nvPr/>
        </p:nvSpPr>
        <p:spPr>
          <a:xfrm>
            <a:off x="2831487" y="1394460"/>
            <a:ext cx="5971473" cy="483607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9" name="3D 모델 8">
                <a:extLst>
                  <a:ext uri="{FF2B5EF4-FFF2-40B4-BE49-F238E27FC236}">
                    <a16:creationId xmlns:a16="http://schemas.microsoft.com/office/drawing/2014/main" id="{E7D4BBBC-B78D-A094-ABF7-E6138106AEE8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088367" y="1595932"/>
              <a:ext cx="4015965" cy="3920800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4015965" cy="3920800"/>
                    </a:xfrm>
                    <a:prstGeom prst="rect">
                      <a:avLst/>
                    </a:prstGeom>
                  </am3d:spPr>
                  <am3d:camera>
                    <am3d:pos x="0" y="0" z="7705335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293572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5400000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6813817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9" name="3D 모델 8">
                <a:extLst>
                  <a:ext uri="{FF2B5EF4-FFF2-40B4-BE49-F238E27FC236}">
                    <a16:creationId xmlns:a16="http://schemas.microsoft.com/office/drawing/2014/main" id="{E7D4BBBC-B78D-A094-ABF7-E6138106AEE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088367" y="1595932"/>
                <a:ext cx="4015965" cy="392080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B8114BFC-403F-9FE6-A276-2F4876D62A5A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BE80BF1-CF2C-AB1E-4B1D-CA38CAC634B9}"/>
              </a:ext>
            </a:extLst>
          </p:cNvPr>
          <p:cNvSpPr txBox="1"/>
          <p:nvPr/>
        </p:nvSpPr>
        <p:spPr>
          <a:xfrm>
            <a:off x="676656" y="987552"/>
            <a:ext cx="305724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생성한 데이터의 공간적 특징을 학습한다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A32D596-DEF6-25C6-76B1-46FBD9720423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AI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1)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격자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학습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A32D596-DEF6-25C6-76B1-46FBD97204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blipFill>
                <a:blip r:embed="rId4"/>
                <a:stretch>
                  <a:fillRect l="-2817" t="-11628" r="-1831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8491624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300" advClick="0" advTm="0">
        <p:fade/>
      </p:transition>
    </mc:Choice>
    <mc:Fallback>
      <p:transition advClick="0" advTm="0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B3C93A-869F-1D4C-DE35-5BFF7790BB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3" name="3D 모델 12">
                <a:extLst>
                  <a:ext uri="{FF2B5EF4-FFF2-40B4-BE49-F238E27FC236}">
                    <a16:creationId xmlns:a16="http://schemas.microsoft.com/office/drawing/2014/main" id="{BAF36BA3-3A91-8118-D61F-D6433E72722D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860986538"/>
                  </p:ext>
                </p:extLst>
              </p:nvPr>
            </p:nvGraphicFramePr>
            <p:xfrm>
              <a:off x="3938786" y="1012769"/>
              <a:ext cx="4121630" cy="3419643"/>
            </p:xfrm>
            <a:graphic>
              <a:graphicData uri="http://schemas.microsoft.com/office/drawing/2017/model3d">
                <am3d:model3d r:embed="rId3">
                  <am3d:spPr>
                    <a:xfrm>
                      <a:off x="0" y="0"/>
                      <a:ext cx="4121630" cy="3419643"/>
                    </a:xfrm>
                    <a:prstGeom prst="rect">
                      <a:avLst/>
                    </a:prstGeom>
                  </am3d:spPr>
                  <am3d:camera>
                    <am3d:pos x="0" y="0" z="69907988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7914597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530000" ay="21546000" az="21576000"/>
                    <am3d:postTrans dx="0" dy="0" dz="0"/>
                  </am3d:trans>
                  <am3d:raster rName="Office3DRenderer" rVer="16.0.8326">
                    <am3d:blip r:embed="rId4"/>
                  </am3d:raster>
                  <am3d:objViewport viewportSz="5418664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3" name="3D 모델 12">
                <a:extLst>
                  <a:ext uri="{FF2B5EF4-FFF2-40B4-BE49-F238E27FC236}">
                    <a16:creationId xmlns:a16="http://schemas.microsoft.com/office/drawing/2014/main" id="{BAF36BA3-3A91-8118-D61F-D6433E72722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938786" y="1012769"/>
                <a:ext cx="4121630" cy="3419643"/>
              </a:xfrm>
              <a:prstGeom prst="rect">
                <a:avLst/>
              </a:prstGeom>
            </p:spPr>
          </p:pic>
        </mc:Fallback>
      </mc:AlternateContent>
      <p:sp>
        <p:nvSpPr>
          <p:cNvPr id="15" name="직사각형 14">
            <a:extLst>
              <a:ext uri="{FF2B5EF4-FFF2-40B4-BE49-F238E27FC236}">
                <a16:creationId xmlns:a16="http://schemas.microsoft.com/office/drawing/2014/main" id="{90E77B90-42CF-D43E-64A4-B5B45B2B8814}"/>
              </a:ext>
            </a:extLst>
          </p:cNvPr>
          <p:cNvSpPr/>
          <p:nvPr/>
        </p:nvSpPr>
        <p:spPr>
          <a:xfrm>
            <a:off x="2831487" y="1394460"/>
            <a:ext cx="5971473" cy="483607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641AF5B-4967-EB7C-0E2E-16B611114191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E65E8391-5996-E848-FAF3-AC2064069D0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08" name="3D 모델 107">
                <a:extLst>
                  <a:ext uri="{FF2B5EF4-FFF2-40B4-BE49-F238E27FC236}">
                    <a16:creationId xmlns:a16="http://schemas.microsoft.com/office/drawing/2014/main" id="{7B7B72F5-7CC7-8A21-AB46-1AA0296452CE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798594935"/>
                  </p:ext>
                </p:extLst>
              </p:nvPr>
            </p:nvGraphicFramePr>
            <p:xfrm>
              <a:off x="4133270" y="2198004"/>
              <a:ext cx="3925446" cy="2461977"/>
            </p:xfrm>
            <a:graphic>
              <a:graphicData uri="http://schemas.microsoft.com/office/drawing/2017/model3d">
                <am3d:model3d r:embed="rId6">
                  <am3d:spPr>
                    <a:xfrm>
                      <a:off x="0" y="0"/>
                      <a:ext cx="3925446" cy="2461977"/>
                    </a:xfrm>
                    <a:prstGeom prst="rect">
                      <a:avLst/>
                    </a:prstGeom>
                  </am3d:spPr>
                  <am3d:camera>
                    <am3d:pos x="0" y="0" z="7705335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293572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531817" ay="-53333" az="-25435"/>
                    <am3d:postTrans dx="0" dy="0" dz="0"/>
                  </am3d:trans>
                  <am3d:raster rName="Office3DRenderer" rVer="16.0.8326">
                    <am3d:blip r:embed="rId7"/>
                  </am3d:raster>
                  <am3d:objViewport viewportSz="541865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08" name="3D 모델 107">
                <a:extLst>
                  <a:ext uri="{FF2B5EF4-FFF2-40B4-BE49-F238E27FC236}">
                    <a16:creationId xmlns:a16="http://schemas.microsoft.com/office/drawing/2014/main" id="{7B7B72F5-7CC7-8A21-AB46-1AA0296452C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133270" y="2198004"/>
                <a:ext cx="3925446" cy="2461977"/>
              </a:xfrm>
              <a:prstGeom prst="rect">
                <a:avLst/>
              </a:prstGeom>
            </p:spPr>
          </p:pic>
        </mc:Fallback>
      </mc:AlternateContent>
      <p:sp>
        <p:nvSpPr>
          <p:cNvPr id="8" name="왼쪽 중괄호 7">
            <a:extLst>
              <a:ext uri="{FF2B5EF4-FFF2-40B4-BE49-F238E27FC236}">
                <a16:creationId xmlns:a16="http://schemas.microsoft.com/office/drawing/2014/main" id="{0A5CDB8D-3BEC-DB36-7F6C-4B2FACE52A8E}"/>
              </a:ext>
            </a:extLst>
          </p:cNvPr>
          <p:cNvSpPr/>
          <p:nvPr/>
        </p:nvSpPr>
        <p:spPr>
          <a:xfrm>
            <a:off x="3228605" y="1451113"/>
            <a:ext cx="957674" cy="4532243"/>
          </a:xfrm>
          <a:prstGeom prst="leftBrace">
            <a:avLst>
              <a:gd name="adj1" fmla="val 33241"/>
              <a:gd name="adj2" fmla="val 50000"/>
            </a:avLst>
          </a:prstGeom>
          <a:ln>
            <a:solidFill>
              <a:srgbClr val="F8F9F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왼쪽 중괄호 9">
            <a:extLst>
              <a:ext uri="{FF2B5EF4-FFF2-40B4-BE49-F238E27FC236}">
                <a16:creationId xmlns:a16="http://schemas.microsoft.com/office/drawing/2014/main" id="{087F080C-A33F-12FE-866F-44255930882B}"/>
              </a:ext>
            </a:extLst>
          </p:cNvPr>
          <p:cNvSpPr/>
          <p:nvPr/>
        </p:nvSpPr>
        <p:spPr>
          <a:xfrm rot="10800000">
            <a:off x="7700920" y="1451113"/>
            <a:ext cx="957674" cy="4532243"/>
          </a:xfrm>
          <a:prstGeom prst="leftBrace">
            <a:avLst>
              <a:gd name="adj1" fmla="val 33241"/>
              <a:gd name="adj2" fmla="val 50000"/>
            </a:avLst>
          </a:prstGeom>
          <a:ln>
            <a:solidFill>
              <a:srgbClr val="F8F9F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1D823BF-79E0-D1D4-DFA3-A3BF05548D21}"/>
              </a:ext>
            </a:extLst>
          </p:cNvPr>
          <p:cNvSpPr txBox="1"/>
          <p:nvPr/>
        </p:nvSpPr>
        <p:spPr>
          <a:xfrm>
            <a:off x="8223030" y="789110"/>
            <a:ext cx="681597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7000" dirty="0">
                <a:solidFill>
                  <a:srgbClr val="F8F9FC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2</a:t>
            </a:r>
            <a:endParaRPr lang="ko-KR" altLang="en-US" sz="7000" dirty="0">
              <a:solidFill>
                <a:srgbClr val="F8F9FC"/>
              </a:solidFill>
              <a:latin typeface="Cambria Math" panose="02040503050406030204" pitchFamily="18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CD9851A-293F-B5CA-6CEF-147F453DDA75}"/>
              </a:ext>
            </a:extLst>
          </p:cNvPr>
          <p:cNvSpPr txBox="1"/>
          <p:nvPr/>
        </p:nvSpPr>
        <p:spPr>
          <a:xfrm>
            <a:off x="676656" y="987552"/>
            <a:ext cx="305724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생성한 데이터의 공간적 특징을 학습한다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A88071E-8EC2-D18F-490B-DC79667F3932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AI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1)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격자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학습</a:t>
                </a: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A88071E-8EC2-D18F-490B-DC79667F39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blipFill>
                <a:blip r:embed="rId8"/>
                <a:stretch>
                  <a:fillRect l="-2817" t="-11628" r="-1831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custDataLst>
      <p:tags r:id="rId1"/>
    </p:custDataLst>
    <p:extLst>
      <p:ext uri="{BB962C8B-B14F-4D97-AF65-F5344CB8AC3E}">
        <p14:creationId xmlns:p14="http://schemas.microsoft.com/office/powerpoint/2010/main" val="114326404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7" presetClass="emph" presetSubtype="2" repeatCount="indefinite" fill="hold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Rot by="21600000">
                                      <p:cBhvr>
                                        <p:cTn id="6" dur="200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3d.object.rotation.y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" presetID="37" presetClass="emph" presetSubtype="2" repeatCount="indefinite" fill="hold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Rot by="21600000">
                                      <p:cBhvr>
                                        <p:cTn id="8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3d.object.rotation.y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00"/>
                            </p:stCondLst>
                            <p:childTnLst>
                              <p:par>
                                <p:cTn id="22" presetID="53" presetClass="exit" presetSubtype="32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53" presetClass="exit" presetSubtype="32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9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4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2000"/>
                            </p:stCondLst>
                            <p:childTnLst>
                              <p:par>
                                <p:cTn id="39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53" presetClass="exit" presetSubtype="3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43" dur="200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200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45" dur="2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2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200"/>
                            </p:stCondLst>
                            <p:childTnLst>
                              <p:par>
                                <p:cTn id="53" presetID="37" presetClass="emph" presetSubtype="2" repeatCount="indefinite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54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3d.object.rotation.y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8" grpId="0" animBg="1"/>
      <p:bldP spid="8" grpId="1" animBg="1"/>
      <p:bldP spid="10" grpId="0" animBg="1"/>
      <p:bldP spid="10" grpId="1" animBg="1"/>
      <p:bldP spid="11" grpId="0"/>
      <p:bldP spid="11" grpId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9F4CAA-F2D0-3A9C-0F4D-00EC5988D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3" name="3D 모델 12">
                <a:extLst>
                  <a:ext uri="{FF2B5EF4-FFF2-40B4-BE49-F238E27FC236}">
                    <a16:creationId xmlns:a16="http://schemas.microsoft.com/office/drawing/2014/main" id="{63966113-A802-A6FC-8E3D-CA2A52B85EBB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31490623"/>
                  </p:ext>
                </p:extLst>
              </p:nvPr>
            </p:nvGraphicFramePr>
            <p:xfrm>
              <a:off x="3646655" y="1585384"/>
              <a:ext cx="4563406" cy="4525330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4563406" cy="4525330"/>
                    </a:xfrm>
                    <a:prstGeom prst="rect">
                      <a:avLst/>
                    </a:prstGeom>
                  </am3d:spPr>
                  <am3d:camera>
                    <am3d:pos x="0" y="0" z="69907988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7914597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5400000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802085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3" name="3D 모델 12">
                <a:extLst>
                  <a:ext uri="{FF2B5EF4-FFF2-40B4-BE49-F238E27FC236}">
                    <a16:creationId xmlns:a16="http://schemas.microsoft.com/office/drawing/2014/main" id="{63966113-A802-A6FC-8E3D-CA2A52B85EB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646655" y="1585384"/>
                <a:ext cx="4563406" cy="452533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7A0861F5-A3FC-AE15-C89B-BAC50A812D95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481DAAA6-D212-F738-BA90-A4A0B52A790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82F9AEB-31A3-A3F8-D753-9CE076D79F7D}"/>
              </a:ext>
            </a:extLst>
          </p:cNvPr>
          <p:cNvSpPr txBox="1"/>
          <p:nvPr/>
        </p:nvSpPr>
        <p:spPr>
          <a:xfrm>
            <a:off x="676656" y="987552"/>
            <a:ext cx="305724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생성한 데이터의 공간적 특징을 학습한다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4646466-72AA-D1EA-F6F1-51AF22C9683D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AI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1)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격자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학습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4646466-72AA-D1EA-F6F1-51AF22C968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blipFill>
                <a:blip r:embed="rId5"/>
                <a:stretch>
                  <a:fillRect l="-2817" t="-11628" r="-1831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3615634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Tm="0">
        <p159:morph option="byObject"/>
      </p:transition>
    </mc:Choice>
    <mc:Fallback>
      <p:transition spd="slow" advTm="0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606158-0DD3-68E5-7E15-90C0B8105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그림 106">
            <a:extLst>
              <a:ext uri="{FF2B5EF4-FFF2-40B4-BE49-F238E27FC236}">
                <a16:creationId xmlns:a16="http://schemas.microsoft.com/office/drawing/2014/main" id="{3A60D189-A06C-CE31-4FFE-2563ACF76D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6146" y="1256508"/>
            <a:ext cx="7119707" cy="533978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E3A88B9-AAEF-96A0-AF9C-E39D714ED94F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5" name="사다리꼴 84">
            <a:extLst>
              <a:ext uri="{FF2B5EF4-FFF2-40B4-BE49-F238E27FC236}">
                <a16:creationId xmlns:a16="http://schemas.microsoft.com/office/drawing/2014/main" id="{00CE6084-FF98-8951-2DA8-CC2FED5A6A6D}"/>
              </a:ext>
            </a:extLst>
          </p:cNvPr>
          <p:cNvSpPr/>
          <p:nvPr/>
        </p:nvSpPr>
        <p:spPr>
          <a:xfrm>
            <a:off x="2485961" y="1817858"/>
            <a:ext cx="6607854" cy="4449592"/>
          </a:xfrm>
          <a:prstGeom prst="trapezoid">
            <a:avLst>
              <a:gd name="adj" fmla="val 29067"/>
            </a:avLst>
          </a:prstGeom>
          <a:solidFill>
            <a:srgbClr val="FF0000">
              <a:alpha val="15000"/>
            </a:srgbClr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87" name="직선 연결선 86">
            <a:extLst>
              <a:ext uri="{FF2B5EF4-FFF2-40B4-BE49-F238E27FC236}">
                <a16:creationId xmlns:a16="http://schemas.microsoft.com/office/drawing/2014/main" id="{11C4D2B9-DA4E-8FAF-0156-4142C92B15B9}"/>
              </a:ext>
            </a:extLst>
          </p:cNvPr>
          <p:cNvCxnSpPr/>
          <p:nvPr/>
        </p:nvCxnSpPr>
        <p:spPr>
          <a:xfrm>
            <a:off x="3752193" y="1885556"/>
            <a:ext cx="409903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직선 연결선 91">
            <a:extLst>
              <a:ext uri="{FF2B5EF4-FFF2-40B4-BE49-F238E27FC236}">
                <a16:creationId xmlns:a16="http://schemas.microsoft.com/office/drawing/2014/main" id="{7508F148-84EB-F3B5-0A3C-91333D909C7E}"/>
              </a:ext>
            </a:extLst>
          </p:cNvPr>
          <p:cNvCxnSpPr/>
          <p:nvPr/>
        </p:nvCxnSpPr>
        <p:spPr>
          <a:xfrm>
            <a:off x="3752193" y="1895694"/>
            <a:ext cx="409903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직선 연결선 92">
            <a:extLst>
              <a:ext uri="{FF2B5EF4-FFF2-40B4-BE49-F238E27FC236}">
                <a16:creationId xmlns:a16="http://schemas.microsoft.com/office/drawing/2014/main" id="{ECE8FE69-D87C-8626-65B4-F47A1FCC5803}"/>
              </a:ext>
            </a:extLst>
          </p:cNvPr>
          <p:cNvCxnSpPr/>
          <p:nvPr/>
        </p:nvCxnSpPr>
        <p:spPr>
          <a:xfrm>
            <a:off x="3717380" y="1885556"/>
            <a:ext cx="409903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직선 연결선 93">
            <a:extLst>
              <a:ext uri="{FF2B5EF4-FFF2-40B4-BE49-F238E27FC236}">
                <a16:creationId xmlns:a16="http://schemas.microsoft.com/office/drawing/2014/main" id="{B28F8AF2-B134-4AA0-D543-CF5B90213D1A}"/>
              </a:ext>
            </a:extLst>
          </p:cNvPr>
          <p:cNvCxnSpPr/>
          <p:nvPr/>
        </p:nvCxnSpPr>
        <p:spPr>
          <a:xfrm>
            <a:off x="3717380" y="1895694"/>
            <a:ext cx="409903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6" name="그림 95">
            <a:extLst>
              <a:ext uri="{FF2B5EF4-FFF2-40B4-BE49-F238E27FC236}">
                <a16:creationId xmlns:a16="http://schemas.microsoft.com/office/drawing/2014/main" id="{EAE6E741-9F76-AFFB-5A91-BA982CF1280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6C3CCE3-53FE-2548-6509-EECD7C97256B}"/>
              </a:ext>
            </a:extLst>
          </p:cNvPr>
          <p:cNvSpPr txBox="1"/>
          <p:nvPr/>
        </p:nvSpPr>
        <p:spPr>
          <a:xfrm>
            <a:off x="1075553" y="2056843"/>
            <a:ext cx="4594747" cy="1015663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ko-KR" altLang="en-US" sz="3000" b="1" dirty="0"/>
              <a:t>봉우리의 위치</a:t>
            </a:r>
            <a:r>
              <a:rPr lang="en-US" altLang="ko-KR" sz="3000" b="1" dirty="0"/>
              <a:t>, </a:t>
            </a:r>
            <a:r>
              <a:rPr lang="ko-KR" altLang="en-US" sz="3000" b="1" dirty="0"/>
              <a:t>폭</a:t>
            </a:r>
            <a:r>
              <a:rPr lang="en-US" altLang="ko-KR" sz="3000" b="1" dirty="0"/>
              <a:t>, </a:t>
            </a:r>
            <a:r>
              <a:rPr lang="ko-KR" altLang="en-US" sz="3000" b="1" dirty="0"/>
              <a:t>세기 등 공간적 패턴을 학습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BB5202-DB80-7E15-C9C2-D225A20D843A}"/>
              </a:ext>
            </a:extLst>
          </p:cNvPr>
          <p:cNvSpPr txBox="1"/>
          <p:nvPr/>
        </p:nvSpPr>
        <p:spPr>
          <a:xfrm>
            <a:off x="676656" y="987552"/>
            <a:ext cx="305724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+mn-cs"/>
              </a:rPr>
              <a:t>생성한 데이터의 공간적 특징을 학습한다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C8A9403-C541-2E80-F8E4-58B8885DB507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chemeClr val="tx1"/>
                    </a:solidFill>
                    <a:latin typeface="+mj-ea"/>
                  </a:rPr>
                  <a:t>AI</a:t>
                </a:r>
                <a:r>
                  <a:rPr lang="ko-KR" altLang="en-US" sz="2800" b="1" dirty="0">
                    <a:solidFill>
                      <a:schemeClr val="tx1"/>
                    </a:solidFill>
                    <a:latin typeface="+mj-ea"/>
                  </a:rPr>
                  <a:t> </a:t>
                </a:r>
                <a:r>
                  <a:rPr lang="en-US" altLang="ko-KR" sz="2800" b="1" dirty="0">
                    <a:solidFill>
                      <a:schemeClr val="tx1"/>
                    </a:solidFill>
                    <a:latin typeface="+mj-ea"/>
                  </a:rPr>
                  <a:t>1)</a:t>
                </a:r>
                <a:r>
                  <a:rPr lang="ko-KR" altLang="en-US" sz="2800" b="1" dirty="0">
                    <a:solidFill>
                      <a:schemeClr val="tx1"/>
                    </a:solidFill>
                    <a:latin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chemeClr val="tx1"/>
                    </a:solidFill>
                    <a:latin typeface="+mj-ea"/>
                  </a:rPr>
                  <a:t> 격자 </a:t>
                </a:r>
                <a:r>
                  <a:rPr lang="en-US" altLang="ko-KR" sz="2800" b="1" dirty="0">
                    <a:solidFill>
                      <a:schemeClr val="tx1"/>
                    </a:solidFill>
                    <a:latin typeface="+mj-ea"/>
                  </a:rPr>
                  <a:t>CNN </a:t>
                </a:r>
                <a:r>
                  <a:rPr lang="ko-KR" altLang="en-US" sz="2800" b="1" dirty="0">
                    <a:solidFill>
                      <a:schemeClr val="tx1"/>
                    </a:solidFill>
                    <a:latin typeface="+mj-ea"/>
                  </a:rPr>
                  <a:t>학습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C8A9403-C541-2E80-F8E4-58B8885DB5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blipFill>
                <a:blip r:embed="rId5"/>
                <a:stretch>
                  <a:fillRect l="-2817" t="-11628" r="-1831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custDataLst>
      <p:tags r:id="rId1"/>
    </p:custDataLst>
    <p:extLst>
      <p:ext uri="{BB962C8B-B14F-4D97-AF65-F5344CB8AC3E}">
        <p14:creationId xmlns:p14="http://schemas.microsoft.com/office/powerpoint/2010/main" val="287940618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45833E-6 0 L -1.45833E-6 0.59907 " pathEditMode="relative" rAng="0" ptsTypes="AA">
                                      <p:cBhvr>
                                        <p:cTn id="14" dur="4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995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400"/>
                            </p:stCondLst>
                            <p:childTnLst>
                              <p:par>
                                <p:cTn id="16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400"/>
                            </p:stCondLst>
                            <p:childTnLst>
                              <p:par>
                                <p:cTn id="19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400"/>
                            </p:stCondLst>
                            <p:childTnLst>
                              <p:par>
                                <p:cTn id="22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45833E-6 1.11111E-6 L -1.45833E-6 0.59907 " pathEditMode="relative" rAng="0" ptsTypes="AA">
                                      <p:cBhvr>
                                        <p:cTn id="23" dur="400" spd="-1000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995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800"/>
                            </p:stCondLst>
                            <p:childTnLst>
                              <p:par>
                                <p:cTn id="25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800"/>
                            </p:stCondLst>
                            <p:childTnLst>
                              <p:par>
                                <p:cTn id="2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0 L 3.125E-6 0.59907 " pathEditMode="relative" rAng="0" ptsTypes="AA">
                                      <p:cBhvr>
                                        <p:cTn id="31" dur="4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995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200"/>
                            </p:stCondLst>
                            <p:childTnLst>
                              <p:par>
                                <p:cTn id="33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200"/>
                            </p:stCondLst>
                            <p:childTnLst>
                              <p:par>
                                <p:cTn id="36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200"/>
                            </p:stCondLst>
                            <p:childTnLst>
                              <p:par>
                                <p:cTn id="39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1.11111E-6 L 3.125E-6 0.59907 " pathEditMode="relative" rAng="0" ptsTypes="AA">
                                      <p:cBhvr>
                                        <p:cTn id="40" dur="400" spd="-1000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995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600"/>
                            </p:stCondLst>
                            <p:childTnLst>
                              <p:par>
                                <p:cTn id="42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600"/>
                            </p:stCondLst>
                            <p:childTnLst>
                              <p:par>
                                <p:cTn id="45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2100"/>
                            </p:stCondLst>
                            <p:childTnLst>
                              <p:par>
                                <p:cTn id="4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5" grpId="0" animBg="1"/>
      <p:bldP spid="85" grpId="1" animBg="1"/>
      <p:bldP spid="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763664-5E52-31DB-1EFE-D1ACD1E881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6FBC69E-1B02-F972-09BB-4735D6AE0823}"/>
              </a:ext>
            </a:extLst>
          </p:cNvPr>
          <p:cNvSpPr txBox="1"/>
          <p:nvPr/>
        </p:nvSpPr>
        <p:spPr>
          <a:xfrm>
            <a:off x="658368" y="384048"/>
            <a:ext cx="580319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+mj-ea"/>
                <a:ea typeface="+mj-ea"/>
              </a:rPr>
              <a:t>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+mj-ea"/>
                <a:ea typeface="+mj-ea"/>
              </a:rPr>
              <a:t>탐구 과정</a:t>
            </a:r>
            <a:r>
              <a:rPr lang="en-US" altLang="ko-KR" sz="2800" b="1" dirty="0">
                <a:solidFill>
                  <a:srgbClr val="18233A"/>
                </a:solidFill>
                <a:latin typeface="+mj-ea"/>
                <a:ea typeface="+mj-ea"/>
              </a:rPr>
              <a:t>-2)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AI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모델과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학습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전략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7B5EE4-17DC-5E32-495F-7B68DE102C74}"/>
              </a:ext>
            </a:extLst>
          </p:cNvPr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격자의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공간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특징과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희소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부호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정보를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결합해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위치와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전하량을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동시에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추정한다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E575F9B-2F82-9D36-8029-469A0E793394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559D9591-AA85-C4DD-20EF-CC466778A6B1}"/>
              </a:ext>
            </a:extLst>
          </p:cNvPr>
          <p:cNvSpPr/>
          <p:nvPr/>
        </p:nvSpPr>
        <p:spPr>
          <a:xfrm>
            <a:off x="777240" y="1737360"/>
            <a:ext cx="3383280" cy="1385883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6772024-9A7E-DBC4-8A6F-9E0AE0B22236}"/>
              </a:ext>
            </a:extLst>
          </p:cNvPr>
          <p:cNvSpPr/>
          <p:nvPr/>
        </p:nvSpPr>
        <p:spPr>
          <a:xfrm>
            <a:off x="777240" y="1737360"/>
            <a:ext cx="73152" cy="1385883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BF2B8C-AA98-328E-AAD4-39309F13ED5C}"/>
              </a:ext>
            </a:extLst>
          </p:cNvPr>
          <p:cNvSpPr txBox="1"/>
          <p:nvPr/>
        </p:nvSpPr>
        <p:spPr>
          <a:xfrm>
            <a:off x="1005840" y="1901952"/>
            <a:ext cx="1531188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공간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특징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추출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03DFFEE-ACD2-FA61-85E6-F8C91FA9B4E4}"/>
                  </a:ext>
                </a:extLst>
              </p:cNvPr>
              <p:cNvSpPr txBox="1"/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defTabSz="457200" latinLnBrk="0">
                  <a:spcAft>
                    <a:spcPts val="800"/>
                  </a:spcAft>
                  <a:defRPr sz="1700">
                    <a:solidFill>
                      <a:srgbClr val="5C6574"/>
                    </a:solidFill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00</m:t>
                        </m:r>
                      </m:sub>
                    </m:sSub>
                    <m:r>
                      <a:rPr lang="en-US" altLang="ko-KR" sz="1700" i="1">
                        <a:solidFill>
                          <a:srgbClr val="5C6574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→ 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CNN</a:t>
                </a:r>
                <a:endParaRPr kumimoji="0" lang="ko-KR" altLang="en-US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800"/>
                  </a:spcAft>
                  <a:buClrTx/>
                  <a:buSzTx/>
                  <a:buFontTx/>
                  <a:buNone/>
                  <a:tabLst/>
                  <a:defRPr sz="1700">
                    <a:solidFill>
                      <a:srgbClr val="5C6574"/>
                    </a:solidFill>
                  </a:defRPr>
                </a:pPr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격자의 패턴 학습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03DFFEE-ACD2-FA61-85E6-F8C91FA9B4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blipFill>
                <a:blip r:embed="rId2"/>
                <a:stretch>
                  <a:fillRect l="-1230" t="-2542" b="-1016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180D610-9473-5058-5178-F686734BA0E8}"/>
              </a:ext>
            </a:extLst>
          </p:cNvPr>
          <p:cNvSpPr/>
          <p:nvPr/>
        </p:nvSpPr>
        <p:spPr>
          <a:xfrm>
            <a:off x="4407408" y="4264660"/>
            <a:ext cx="3383280" cy="1385883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27C3231-411E-27AC-922C-CAF391C05B52}"/>
              </a:ext>
            </a:extLst>
          </p:cNvPr>
          <p:cNvSpPr/>
          <p:nvPr/>
        </p:nvSpPr>
        <p:spPr>
          <a:xfrm>
            <a:off x="4407408" y="4264660"/>
            <a:ext cx="73152" cy="1385883"/>
          </a:xfrm>
          <a:prstGeom prst="rect">
            <a:avLst/>
          </a:prstGeom>
          <a:solidFill>
            <a:srgbClr val="1F89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E674014-CD96-1003-8EFD-AFD6F1DF2B28}"/>
              </a:ext>
            </a:extLst>
          </p:cNvPr>
          <p:cNvSpPr txBox="1"/>
          <p:nvPr/>
        </p:nvSpPr>
        <p:spPr>
          <a:xfrm>
            <a:off x="4636008" y="4429252"/>
            <a:ext cx="1063112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정보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결합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336013E-8729-D273-4762-DF62D39F8A6D}"/>
                  </a:ext>
                </a:extLst>
              </p:cNvPr>
              <p:cNvSpPr txBox="1"/>
              <p:nvPr/>
            </p:nvSpPr>
            <p:spPr>
              <a:xfrm>
                <a:off x="4636008" y="4932398"/>
                <a:ext cx="3145534" cy="7181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defTabSz="457200" latinLnBrk="0">
                  <a:spcAft>
                    <a:spcPts val="800"/>
                  </a:spcAft>
                  <a:defRPr sz="1700">
                    <a:solidFill>
                      <a:srgbClr val="5C6574"/>
                    </a:solidFill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ko-KR" altLang="ar-AE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ar-AE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ar-AE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altLang="ko-KR" sz="1700" b="0" i="1" smtClean="0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ar-AE" altLang="ko-KR" sz="1700" i="1">
                        <a:solidFill>
                          <a:srgbClr val="5C6574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 부분 제공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lang="ko-KR" altLang="en-US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800"/>
                  </a:spcAft>
                  <a:buClrTx/>
                  <a:buSzTx/>
                  <a:buFontTx/>
                  <a:buNone/>
                  <a:tabLst/>
                  <a:defRPr sz="1700">
                    <a:solidFill>
                      <a:srgbClr val="5C6574"/>
                    </a:solidFill>
                  </a:defRPr>
                </a:pPr>
                <a:r>
                  <a:rPr kumimoji="0" 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CNN</a:t>
                </a:r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과 결합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336013E-8729-D273-4762-DF62D39F8A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6008" y="4932398"/>
                <a:ext cx="3145534" cy="718145"/>
              </a:xfrm>
              <a:prstGeom prst="rect">
                <a:avLst/>
              </a:prstGeom>
              <a:blipFill>
                <a:blip r:embed="rId3"/>
                <a:stretch>
                  <a:fillRect l="-1359" t="-2542" b="-1101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화살표: 오른쪽 17">
            <a:extLst>
              <a:ext uri="{FF2B5EF4-FFF2-40B4-BE49-F238E27FC236}">
                <a16:creationId xmlns:a16="http://schemas.microsoft.com/office/drawing/2014/main" id="{ACA157C7-FFD5-5D1B-E36C-BD9D36C91B60}"/>
              </a:ext>
            </a:extLst>
          </p:cNvPr>
          <p:cNvSpPr/>
          <p:nvPr/>
        </p:nvSpPr>
        <p:spPr>
          <a:xfrm rot="2895005">
            <a:off x="3729774" y="3241717"/>
            <a:ext cx="1044372" cy="1041400"/>
          </a:xfrm>
          <a:prstGeom prst="rightArrow">
            <a:avLst>
              <a:gd name="adj1" fmla="val 32556"/>
              <a:gd name="adj2" fmla="val 40804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816587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/>
      <p:bldP spid="14" grpId="0"/>
      <p:bldP spid="1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BA0270-19C0-CD80-550F-38BCB2AEBF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8F48755-2A7E-442C-9E63-4A6B41F35972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3508140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AI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  <a:ea typeface="+mj-ea"/>
                  </a:rPr>
                  <a:t> 2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)</a:t>
                </a:r>
                <a:r>
                  <a:rPr lang="en-US" altLang="ko-KR" sz="2800" dirty="0">
                    <a:solidFill>
                      <a:srgbClr val="F8F9FC"/>
                    </a:solidFill>
                    <a:latin typeface="+mj-ea"/>
                    <a:ea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𝒈</m:t>
                        </m:r>
                      </m:e>
                      <m:sub>
                        <m: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𝟎𝟓</m:t>
                        </m:r>
                      </m:sub>
                    </m:sSub>
                  </m:oMath>
                </a14:m>
                <a:r>
                  <a:rPr kumimoji="0" lang="ar-AE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-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  <a:ea typeface="+mj-ea"/>
                  </a:rPr>
                  <a:t>결합</a:t>
                </a:r>
                <a:endParaRPr kumimoji="0" lang="ko-KR" altLang="en-US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F8F9FC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8F48755-2A7E-442C-9E63-4A6B41F359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3508140" cy="523220"/>
              </a:xfrm>
              <a:prstGeom prst="rect">
                <a:avLst/>
              </a:prstGeom>
              <a:blipFill>
                <a:blip r:embed="rId3"/>
                <a:stretch>
                  <a:fillRect l="-3478" t="-11628" r="-1739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18D7F709-B673-C29E-B5F4-93652D5DF94D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11BCABE3-8EC9-C450-3739-65CE5C7AD0F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" name="3D 모델 3">
                <a:extLst>
                  <a:ext uri="{FF2B5EF4-FFF2-40B4-BE49-F238E27FC236}">
                    <a16:creationId xmlns:a16="http://schemas.microsoft.com/office/drawing/2014/main" id="{861A8C1E-819C-2881-F317-E87016F8E43F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329422111"/>
                  </p:ext>
                </p:extLst>
              </p:nvPr>
            </p:nvGraphicFramePr>
            <p:xfrm>
              <a:off x="3110442" y="1543909"/>
              <a:ext cx="5971101" cy="4440049"/>
            </p:xfrm>
            <a:graphic>
              <a:graphicData uri="http://schemas.microsoft.com/office/drawing/2017/model3d">
                <am3d:model3d r:embed="rId5">
                  <am3d:spPr>
                    <a:xfrm>
                      <a:off x="0" y="0"/>
                      <a:ext cx="5971101" cy="4440049"/>
                    </a:xfrm>
                    <a:prstGeom prst="rect">
                      <a:avLst/>
                    </a:prstGeom>
                  </am3d:spPr>
                  <am3d:camera>
                    <am3d:pos x="0" y="0" z="8129881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196886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453115" ay="1797091" az="759428"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8304165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" name="3D 모델 3">
                <a:extLst>
                  <a:ext uri="{FF2B5EF4-FFF2-40B4-BE49-F238E27FC236}">
                    <a16:creationId xmlns:a16="http://schemas.microsoft.com/office/drawing/2014/main" id="{861A8C1E-819C-2881-F317-E87016F8E43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110442" y="1543909"/>
                <a:ext cx="5971101" cy="4440049"/>
              </a:xfrm>
              <a:prstGeom prst="rect">
                <a:avLst/>
              </a:prstGeom>
            </p:spPr>
          </p:pic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059B419D-FE42-2A3A-A41A-8DED63DE067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0308" y="1542148"/>
            <a:ext cx="5971367" cy="444181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1F19044F-D879-5869-989B-EF5F7129C65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0176" y="1542148"/>
            <a:ext cx="5971367" cy="444181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B91E7EBA-A3DF-ACBB-1553-DC1A4263201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0044" y="1542148"/>
            <a:ext cx="5971367" cy="444181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80234147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med" p14:dur="700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350"/>
                            </p:stCondLst>
                            <p:childTnLst>
                              <p:par>
                                <p:cTn id="9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34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7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50"/>
                            </p:stCondLst>
                            <p:childTnLst>
                              <p:par>
                                <p:cTn id="17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34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4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750"/>
                            </p:stCondLst>
                            <p:childTnLst>
                              <p:par>
                                <p:cTn id="25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34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8BF778-43CE-0215-C5B5-F1C38142A1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타원 17">
            <a:extLst>
              <a:ext uri="{FF2B5EF4-FFF2-40B4-BE49-F238E27FC236}">
                <a16:creationId xmlns:a16="http://schemas.microsoft.com/office/drawing/2014/main" id="{5C27EEA4-AFA5-49F3-B73E-B6606BEF765B}"/>
              </a:ext>
            </a:extLst>
          </p:cNvPr>
          <p:cNvSpPr/>
          <p:nvPr/>
        </p:nvSpPr>
        <p:spPr>
          <a:xfrm>
            <a:off x="5469732" y="3592116"/>
            <a:ext cx="303609" cy="303609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445A1822-E2B4-0E50-BB9A-BA38AEC35DDC}"/>
              </a:ext>
            </a:extLst>
          </p:cNvPr>
          <p:cNvSpPr/>
          <p:nvPr/>
        </p:nvSpPr>
        <p:spPr>
          <a:xfrm>
            <a:off x="6329362" y="3182780"/>
            <a:ext cx="262890" cy="26289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4B373D38-DF5F-8CC2-DCF6-7054356FD04E}"/>
              </a:ext>
            </a:extLst>
          </p:cNvPr>
          <p:cNvSpPr/>
          <p:nvPr/>
        </p:nvSpPr>
        <p:spPr>
          <a:xfrm>
            <a:off x="6839886" y="3044192"/>
            <a:ext cx="291466" cy="291466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896B1782-92E2-77A6-E9AD-CE8864A59475}"/>
              </a:ext>
            </a:extLst>
          </p:cNvPr>
          <p:cNvSpPr/>
          <p:nvPr/>
        </p:nvSpPr>
        <p:spPr>
          <a:xfrm>
            <a:off x="5998369" y="2534780"/>
            <a:ext cx="262890" cy="26289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FC4B41E1-A159-CBD9-B621-8C286DFB70CA}"/>
              </a:ext>
            </a:extLst>
          </p:cNvPr>
          <p:cNvSpPr/>
          <p:nvPr/>
        </p:nvSpPr>
        <p:spPr>
          <a:xfrm>
            <a:off x="5277763" y="2639988"/>
            <a:ext cx="262890" cy="26289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242A124-E17B-F28A-F9C6-6F5E8F4546E2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3508140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AI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  <a:ea typeface="+mj-ea"/>
                  </a:rPr>
                  <a:t> 2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)</a:t>
                </a:r>
                <a:r>
                  <a:rPr lang="en-US" altLang="ko-KR" sz="2800" dirty="0">
                    <a:solidFill>
                      <a:srgbClr val="F8F9FC"/>
                    </a:solidFill>
                    <a:latin typeface="+mj-ea"/>
                    <a:ea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𝒈</m:t>
                        </m:r>
                      </m:e>
                      <m:sub>
                        <m: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𝟎𝟓</m:t>
                        </m:r>
                      </m:sub>
                    </m:sSub>
                  </m:oMath>
                </a14:m>
                <a:r>
                  <a:rPr kumimoji="0" lang="ar-AE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-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  <a:ea typeface="+mj-ea"/>
                  </a:rPr>
                  <a:t>결합</a:t>
                </a:r>
                <a:endParaRPr kumimoji="0" lang="ko-KR" altLang="en-US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F8F9FC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242A124-E17B-F28A-F9C6-6F5E8F4546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3508140" cy="523220"/>
              </a:xfrm>
              <a:prstGeom prst="rect">
                <a:avLst/>
              </a:prstGeom>
              <a:blipFill>
                <a:blip r:embed="rId2"/>
                <a:stretch>
                  <a:fillRect l="-3478" t="-11628" r="-1739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9FF190E7-DFF9-2639-D9F9-D79CB9600BF6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EF14B7F1-AE64-4DAE-A036-B5107D394E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" name="3D 모델 3">
                <a:extLst>
                  <a:ext uri="{FF2B5EF4-FFF2-40B4-BE49-F238E27FC236}">
                    <a16:creationId xmlns:a16="http://schemas.microsoft.com/office/drawing/2014/main" id="{89AB4316-3CAE-0925-15D7-F6B098C51D20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3110442" y="1543909"/>
              <a:ext cx="5971101" cy="4440049"/>
            </p:xfrm>
            <a:graphic>
              <a:graphicData uri="http://schemas.microsoft.com/office/drawing/2017/model3d">
                <am3d:model3d r:embed="rId4">
                  <am3d:spPr>
                    <a:xfrm>
                      <a:off x="0" y="0"/>
                      <a:ext cx="5971101" cy="4440049"/>
                    </a:xfrm>
                    <a:prstGeom prst="rect">
                      <a:avLst/>
                    </a:prstGeom>
                  </am3d:spPr>
                  <am3d:camera>
                    <am3d:pos x="0" y="0" z="8129881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196886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453115" ay="1797091" az="759428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8304165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" name="3D 모델 3">
                <a:extLst>
                  <a:ext uri="{FF2B5EF4-FFF2-40B4-BE49-F238E27FC236}">
                    <a16:creationId xmlns:a16="http://schemas.microsoft.com/office/drawing/2014/main" id="{89AB4316-3CAE-0925-15D7-F6B098C51D20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110442" y="1543909"/>
                <a:ext cx="5971101" cy="4440049"/>
              </a:xfrm>
              <a:prstGeom prst="rect">
                <a:avLst/>
              </a:prstGeom>
            </p:spPr>
          </p:pic>
        </mc:Fallback>
      </mc:AlternateContent>
      <p:sp>
        <p:nvSpPr>
          <p:cNvPr id="2" name="타원 1">
            <a:extLst>
              <a:ext uri="{FF2B5EF4-FFF2-40B4-BE49-F238E27FC236}">
                <a16:creationId xmlns:a16="http://schemas.microsoft.com/office/drawing/2014/main" id="{4047694C-C966-9114-ABC1-5A1E3CE6BE64}"/>
              </a:ext>
            </a:extLst>
          </p:cNvPr>
          <p:cNvSpPr/>
          <p:nvPr/>
        </p:nvSpPr>
        <p:spPr>
          <a:xfrm>
            <a:off x="4964906" y="4692116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E85F08C-45DE-C7DD-6DD8-E8BDAA4BE13A}"/>
              </a:ext>
            </a:extLst>
          </p:cNvPr>
          <p:cNvSpPr/>
          <p:nvPr/>
        </p:nvSpPr>
        <p:spPr>
          <a:xfrm>
            <a:off x="5722143" y="4692116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8ACD2846-01E4-5528-266A-05F2F5877745}"/>
              </a:ext>
            </a:extLst>
          </p:cNvPr>
          <p:cNvCxnSpPr>
            <a:cxnSpLocks/>
            <a:stCxn id="2" idx="0"/>
            <a:endCxn id="18" idx="3"/>
          </p:cNvCxnSpPr>
          <p:nvPr/>
        </p:nvCxnSpPr>
        <p:spPr>
          <a:xfrm flipV="1">
            <a:off x="5205844" y="3851262"/>
            <a:ext cx="308351" cy="84085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F995CC70-0CE3-2677-8CE8-F8BAA068F005}"/>
              </a:ext>
            </a:extLst>
          </p:cNvPr>
          <p:cNvCxnSpPr>
            <a:cxnSpLocks/>
            <a:stCxn id="5" idx="0"/>
            <a:endCxn id="18" idx="5"/>
          </p:cNvCxnSpPr>
          <p:nvPr/>
        </p:nvCxnSpPr>
        <p:spPr>
          <a:xfrm flipH="1" flipV="1">
            <a:off x="5728878" y="3851262"/>
            <a:ext cx="234203" cy="84085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타원 26">
            <a:extLst>
              <a:ext uri="{FF2B5EF4-FFF2-40B4-BE49-F238E27FC236}">
                <a16:creationId xmlns:a16="http://schemas.microsoft.com/office/drawing/2014/main" id="{A99612EF-419C-EB02-9B33-98EC9B1823F8}"/>
              </a:ext>
            </a:extLst>
          </p:cNvPr>
          <p:cNvSpPr/>
          <p:nvPr/>
        </p:nvSpPr>
        <p:spPr>
          <a:xfrm>
            <a:off x="7063824" y="4432970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CA8CE9CB-5C00-C4F5-928F-64E1D205645E}"/>
              </a:ext>
            </a:extLst>
          </p:cNvPr>
          <p:cNvSpPr/>
          <p:nvPr/>
        </p:nvSpPr>
        <p:spPr>
          <a:xfrm>
            <a:off x="7821061" y="4432970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D6573EA2-E81C-8E93-6B16-F1B3AFCCE665}"/>
              </a:ext>
            </a:extLst>
          </p:cNvPr>
          <p:cNvCxnSpPr>
            <a:cxnSpLocks/>
            <a:stCxn id="27" idx="0"/>
            <a:endCxn id="19" idx="4"/>
          </p:cNvCxnSpPr>
          <p:nvPr/>
        </p:nvCxnSpPr>
        <p:spPr>
          <a:xfrm flipH="1" flipV="1">
            <a:off x="6460807" y="3445670"/>
            <a:ext cx="843955" cy="987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10954231-D94B-C58C-D040-E8D2E8EF4D30}"/>
              </a:ext>
            </a:extLst>
          </p:cNvPr>
          <p:cNvCxnSpPr>
            <a:cxnSpLocks/>
            <a:stCxn id="28" idx="0"/>
            <a:endCxn id="19" idx="4"/>
          </p:cNvCxnSpPr>
          <p:nvPr/>
        </p:nvCxnSpPr>
        <p:spPr>
          <a:xfrm flipH="1" flipV="1">
            <a:off x="6460807" y="3445670"/>
            <a:ext cx="1601192" cy="987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타원 32">
            <a:extLst>
              <a:ext uri="{FF2B5EF4-FFF2-40B4-BE49-F238E27FC236}">
                <a16:creationId xmlns:a16="http://schemas.microsoft.com/office/drawing/2014/main" id="{17DA8AE8-1D76-6838-7BB0-1D5DCB14C306}"/>
              </a:ext>
            </a:extLst>
          </p:cNvPr>
          <p:cNvSpPr/>
          <p:nvPr/>
        </p:nvSpPr>
        <p:spPr>
          <a:xfrm>
            <a:off x="7106375" y="1626354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81DA38E9-1D6D-D550-CAF7-F309CB701D3E}"/>
              </a:ext>
            </a:extLst>
          </p:cNvPr>
          <p:cNvSpPr/>
          <p:nvPr/>
        </p:nvSpPr>
        <p:spPr>
          <a:xfrm>
            <a:off x="7799495" y="2287719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37ACEAA0-764C-1472-02B5-145148C2AE58}"/>
              </a:ext>
            </a:extLst>
          </p:cNvPr>
          <p:cNvCxnSpPr>
            <a:cxnSpLocks/>
            <a:stCxn id="33" idx="4"/>
            <a:endCxn id="20" idx="7"/>
          </p:cNvCxnSpPr>
          <p:nvPr/>
        </p:nvCxnSpPr>
        <p:spPr>
          <a:xfrm flipH="1">
            <a:off x="7088668" y="2108229"/>
            <a:ext cx="258645" cy="97864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4BA41DF6-BAE0-61DB-27CA-27824603916A}"/>
              </a:ext>
            </a:extLst>
          </p:cNvPr>
          <p:cNvCxnSpPr>
            <a:cxnSpLocks/>
            <a:stCxn id="34" idx="3"/>
            <a:endCxn id="20" idx="6"/>
          </p:cNvCxnSpPr>
          <p:nvPr/>
        </p:nvCxnSpPr>
        <p:spPr>
          <a:xfrm flipH="1">
            <a:off x="7131352" y="2699025"/>
            <a:ext cx="738712" cy="4909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355419E1-223B-CC4B-1022-83767FEB5554}"/>
              </a:ext>
            </a:extLst>
          </p:cNvPr>
          <p:cNvCxnSpPr>
            <a:cxnSpLocks/>
            <a:stCxn id="88" idx="4"/>
            <a:endCxn id="22" idx="2"/>
          </p:cNvCxnSpPr>
          <p:nvPr/>
        </p:nvCxnSpPr>
        <p:spPr>
          <a:xfrm>
            <a:off x="4774371" y="1927026"/>
            <a:ext cx="503392" cy="84440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531016BA-DFD4-BDB2-CD05-B25BC76684F0}"/>
              </a:ext>
            </a:extLst>
          </p:cNvPr>
          <p:cNvCxnSpPr>
            <a:cxnSpLocks/>
            <a:stCxn id="85" idx="4"/>
            <a:endCxn id="22" idx="3"/>
          </p:cNvCxnSpPr>
          <p:nvPr/>
        </p:nvCxnSpPr>
        <p:spPr>
          <a:xfrm flipH="1">
            <a:off x="5316262" y="1784846"/>
            <a:ext cx="64337" cy="10795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A432A355-D64A-2632-1264-61CA0E59D5FB}"/>
              </a:ext>
            </a:extLst>
          </p:cNvPr>
          <p:cNvCxnSpPr>
            <a:cxnSpLocks/>
            <a:stCxn id="97" idx="4"/>
            <a:endCxn id="21" idx="1"/>
          </p:cNvCxnSpPr>
          <p:nvPr/>
        </p:nvCxnSpPr>
        <p:spPr>
          <a:xfrm flipH="1">
            <a:off x="6036868" y="1280774"/>
            <a:ext cx="265075" cy="12925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1F9EB98D-BC2B-89AA-58CC-247D79DE539F}"/>
              </a:ext>
            </a:extLst>
          </p:cNvPr>
          <p:cNvCxnSpPr>
            <a:cxnSpLocks/>
            <a:stCxn id="95" idx="4"/>
            <a:endCxn id="21" idx="7"/>
          </p:cNvCxnSpPr>
          <p:nvPr/>
        </p:nvCxnSpPr>
        <p:spPr>
          <a:xfrm flipH="1">
            <a:off x="6222760" y="1412464"/>
            <a:ext cx="700357" cy="116081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타원 84">
            <a:extLst>
              <a:ext uri="{FF2B5EF4-FFF2-40B4-BE49-F238E27FC236}">
                <a16:creationId xmlns:a16="http://schemas.microsoft.com/office/drawing/2014/main" id="{4B8EE5BF-2050-BC21-1F79-A33CDA2A7191}"/>
              </a:ext>
            </a:extLst>
          </p:cNvPr>
          <p:cNvSpPr/>
          <p:nvPr/>
        </p:nvSpPr>
        <p:spPr>
          <a:xfrm>
            <a:off x="5139661" y="1302971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88" name="타원 87">
            <a:extLst>
              <a:ext uri="{FF2B5EF4-FFF2-40B4-BE49-F238E27FC236}">
                <a16:creationId xmlns:a16="http://schemas.microsoft.com/office/drawing/2014/main" id="{E1683630-5393-E849-8916-3B15A214354B}"/>
              </a:ext>
            </a:extLst>
          </p:cNvPr>
          <p:cNvSpPr/>
          <p:nvPr/>
        </p:nvSpPr>
        <p:spPr>
          <a:xfrm>
            <a:off x="4533433" y="1445151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95" name="타원 94">
            <a:extLst>
              <a:ext uri="{FF2B5EF4-FFF2-40B4-BE49-F238E27FC236}">
                <a16:creationId xmlns:a16="http://schemas.microsoft.com/office/drawing/2014/main" id="{72C4C0E6-AED5-C777-119F-15D64480638F}"/>
              </a:ext>
            </a:extLst>
          </p:cNvPr>
          <p:cNvSpPr/>
          <p:nvPr/>
        </p:nvSpPr>
        <p:spPr>
          <a:xfrm>
            <a:off x="6682179" y="930589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97" name="타원 96">
            <a:extLst>
              <a:ext uri="{FF2B5EF4-FFF2-40B4-BE49-F238E27FC236}">
                <a16:creationId xmlns:a16="http://schemas.microsoft.com/office/drawing/2014/main" id="{4C5B46F2-AB68-AC7D-04EE-65021AB5473C}"/>
              </a:ext>
            </a:extLst>
          </p:cNvPr>
          <p:cNvSpPr/>
          <p:nvPr/>
        </p:nvSpPr>
        <p:spPr>
          <a:xfrm>
            <a:off x="6061005" y="798899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51134822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med" p14:dur="700">
        <p159:morph option="byObject"/>
      </p:transition>
    </mc:Choice>
    <mc:Fallback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687F9823-68D9-3A12-3DA5-B1032F1CA2AB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61537"/>
            <a:ext cx="12192528" cy="6858297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3D 모델 4">
                <a:extLst>
                  <a:ext uri="{FF2B5EF4-FFF2-40B4-BE49-F238E27FC236}">
                    <a16:creationId xmlns:a16="http://schemas.microsoft.com/office/drawing/2014/main" id="{99CDD6EB-5D2A-733B-97FB-3B7C79F5FF51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4126762880"/>
                  </p:ext>
                </p:extLst>
              </p:nvPr>
            </p:nvGraphicFramePr>
            <p:xfrm>
              <a:off x="2798665" y="1583516"/>
              <a:ext cx="6781128" cy="4247728"/>
            </p:xfrm>
            <a:graphic>
              <a:graphicData uri="http://schemas.microsoft.com/office/drawing/2017/model3d">
                <am3d:model3d r:embed="rId5">
                  <am3d:spPr>
                    <a:xfrm>
                      <a:off x="0" y="0"/>
                      <a:ext cx="6781128" cy="4247728"/>
                    </a:xfrm>
                    <a:prstGeom prst="rect">
                      <a:avLst/>
                    </a:prstGeom>
                  </am3d:spPr>
                  <am3d:camera>
                    <am3d:pos x="0" y="0" z="7705335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293572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849034" ay="-1591316" az="-892695"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815259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3D 모델 4">
                <a:extLst>
                  <a:ext uri="{FF2B5EF4-FFF2-40B4-BE49-F238E27FC236}">
                    <a16:creationId xmlns:a16="http://schemas.microsoft.com/office/drawing/2014/main" id="{99CDD6EB-5D2A-733B-97FB-3B7C79F5FF5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798665" y="1583516"/>
                <a:ext cx="6781128" cy="4247728"/>
              </a:xfrm>
              <a:prstGeom prst="rect">
                <a:avLst/>
              </a:prstGeom>
            </p:spPr>
          </p:pic>
        </mc:Fallback>
      </mc:AlternateContent>
      <p:sp>
        <p:nvSpPr>
          <p:cNvPr id="6" name="순서도: 병합 5">
            <a:extLst>
              <a:ext uri="{FF2B5EF4-FFF2-40B4-BE49-F238E27FC236}">
                <a16:creationId xmlns:a16="http://schemas.microsoft.com/office/drawing/2014/main" id="{FEB42B6F-1533-BFDB-97B6-31A717AAF651}"/>
              </a:ext>
            </a:extLst>
          </p:cNvPr>
          <p:cNvSpPr/>
          <p:nvPr/>
        </p:nvSpPr>
        <p:spPr>
          <a:xfrm>
            <a:off x="5947228" y="4347029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순서도: 병합 6">
            <a:extLst>
              <a:ext uri="{FF2B5EF4-FFF2-40B4-BE49-F238E27FC236}">
                <a16:creationId xmlns:a16="http://schemas.microsoft.com/office/drawing/2014/main" id="{AE34BC8E-E343-6EF7-B42F-483134518E54}"/>
              </a:ext>
            </a:extLst>
          </p:cNvPr>
          <p:cNvSpPr/>
          <p:nvPr/>
        </p:nvSpPr>
        <p:spPr>
          <a:xfrm>
            <a:off x="7086600" y="3345544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순서도: 병합 7">
            <a:extLst>
              <a:ext uri="{FF2B5EF4-FFF2-40B4-BE49-F238E27FC236}">
                <a16:creationId xmlns:a16="http://schemas.microsoft.com/office/drawing/2014/main" id="{32EB4EE0-9D4F-9544-FC95-AA915E5C3E17}"/>
              </a:ext>
            </a:extLst>
          </p:cNvPr>
          <p:cNvSpPr/>
          <p:nvPr/>
        </p:nvSpPr>
        <p:spPr>
          <a:xfrm>
            <a:off x="4793343" y="1966686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순서도: 병합 8">
            <a:extLst>
              <a:ext uri="{FF2B5EF4-FFF2-40B4-BE49-F238E27FC236}">
                <a16:creationId xmlns:a16="http://schemas.microsoft.com/office/drawing/2014/main" id="{BA034942-A68B-85BB-6F1A-3AE9F594B99E}"/>
              </a:ext>
            </a:extLst>
          </p:cNvPr>
          <p:cNvSpPr/>
          <p:nvPr/>
        </p:nvSpPr>
        <p:spPr>
          <a:xfrm>
            <a:off x="4176322" y="3490686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순서도: 병합 9">
            <a:extLst>
              <a:ext uri="{FF2B5EF4-FFF2-40B4-BE49-F238E27FC236}">
                <a16:creationId xmlns:a16="http://schemas.microsoft.com/office/drawing/2014/main" id="{E910B981-85F4-EDD2-AB58-F434B43863CF}"/>
              </a:ext>
            </a:extLst>
          </p:cNvPr>
          <p:cNvSpPr/>
          <p:nvPr/>
        </p:nvSpPr>
        <p:spPr>
          <a:xfrm>
            <a:off x="6110349" y="2485573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66207543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1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1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"/>
                            </p:stCondLst>
                            <p:childTnLst>
                              <p:par>
                                <p:cTn id="1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1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1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00"/>
                            </p:stCondLst>
                            <p:childTnLst>
                              <p:par>
                                <p:cTn id="20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1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1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00"/>
                            </p:stCondLst>
                            <p:childTnLst>
                              <p:par>
                                <p:cTn id="2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1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1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00"/>
                            </p:stCondLst>
                            <p:childTnLst>
                              <p:par>
                                <p:cTn id="30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1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1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304288-DCC1-7D8A-2977-D763226E4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타원 17">
            <a:extLst>
              <a:ext uri="{FF2B5EF4-FFF2-40B4-BE49-F238E27FC236}">
                <a16:creationId xmlns:a16="http://schemas.microsoft.com/office/drawing/2014/main" id="{D895719A-DFE9-1057-7EF6-AEADBD436AB2}"/>
              </a:ext>
            </a:extLst>
          </p:cNvPr>
          <p:cNvSpPr/>
          <p:nvPr/>
        </p:nvSpPr>
        <p:spPr>
          <a:xfrm>
            <a:off x="5469732" y="3592116"/>
            <a:ext cx="303609" cy="303609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02D9BD73-EE8D-A482-9451-3965AFBA2531}"/>
              </a:ext>
            </a:extLst>
          </p:cNvPr>
          <p:cNvSpPr/>
          <p:nvPr/>
        </p:nvSpPr>
        <p:spPr>
          <a:xfrm>
            <a:off x="6329362" y="3182780"/>
            <a:ext cx="262890" cy="26289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7355DC92-489C-62E4-3ED0-8BDE660691C6}"/>
              </a:ext>
            </a:extLst>
          </p:cNvPr>
          <p:cNvSpPr/>
          <p:nvPr/>
        </p:nvSpPr>
        <p:spPr>
          <a:xfrm>
            <a:off x="6839886" y="3044192"/>
            <a:ext cx="291466" cy="291466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1457FDFE-35C1-D8D6-D8F8-07FC195B60EF}"/>
              </a:ext>
            </a:extLst>
          </p:cNvPr>
          <p:cNvSpPr/>
          <p:nvPr/>
        </p:nvSpPr>
        <p:spPr>
          <a:xfrm>
            <a:off x="5998369" y="2534780"/>
            <a:ext cx="262890" cy="26289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9329D469-6B7E-C4BB-8C22-A035FB661D4B}"/>
              </a:ext>
            </a:extLst>
          </p:cNvPr>
          <p:cNvSpPr/>
          <p:nvPr/>
        </p:nvSpPr>
        <p:spPr>
          <a:xfrm>
            <a:off x="5277763" y="2639988"/>
            <a:ext cx="262890" cy="26289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9A89F22-28FF-C90D-C097-8E96F34800E2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3508140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AI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  <a:ea typeface="+mj-ea"/>
                  </a:rPr>
                  <a:t> 2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)</a:t>
                </a:r>
                <a:r>
                  <a:rPr lang="en-US" altLang="ko-KR" sz="2800" dirty="0">
                    <a:solidFill>
                      <a:srgbClr val="F8F9FC"/>
                    </a:solidFill>
                    <a:latin typeface="+mj-ea"/>
                    <a:ea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𝒈</m:t>
                        </m:r>
                      </m:e>
                      <m:sub>
                        <m: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𝟎𝟓</m:t>
                        </m:r>
                      </m:sub>
                    </m:sSub>
                  </m:oMath>
                </a14:m>
                <a:r>
                  <a:rPr kumimoji="0" lang="ar-AE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-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  <a:ea typeface="+mj-ea"/>
                  </a:rPr>
                  <a:t>결합</a:t>
                </a:r>
                <a:endParaRPr kumimoji="0" lang="ko-KR" altLang="en-US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F8F9FC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9A89F22-28FF-C90D-C097-8E96F34800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3508140" cy="523220"/>
              </a:xfrm>
              <a:prstGeom prst="rect">
                <a:avLst/>
              </a:prstGeom>
              <a:blipFill>
                <a:blip r:embed="rId2"/>
                <a:stretch>
                  <a:fillRect l="-3478" t="-11628" r="-1739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779F1068-8B46-5D81-DA0E-F6DA0F18124B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C7673319-D52A-007E-BCC9-3034821347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" name="3D 모델 3">
                <a:extLst>
                  <a:ext uri="{FF2B5EF4-FFF2-40B4-BE49-F238E27FC236}">
                    <a16:creationId xmlns:a16="http://schemas.microsoft.com/office/drawing/2014/main" id="{B68C8306-17D5-40BC-6C91-463FD5B90D91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898576832"/>
                  </p:ext>
                </p:extLst>
              </p:nvPr>
            </p:nvGraphicFramePr>
            <p:xfrm>
              <a:off x="3110442" y="1543909"/>
              <a:ext cx="5971101" cy="4440049"/>
            </p:xfrm>
            <a:graphic>
              <a:graphicData uri="http://schemas.microsoft.com/office/drawing/2017/model3d">
                <am3d:model3d r:embed="rId4">
                  <am3d:spPr>
                    <a:xfrm>
                      <a:off x="0" y="0"/>
                      <a:ext cx="5971101" cy="4440049"/>
                    </a:xfrm>
                    <a:prstGeom prst="rect">
                      <a:avLst/>
                    </a:prstGeom>
                  </am3d:spPr>
                  <am3d:camera>
                    <am3d:pos x="0" y="0" z="8129881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196886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453115" ay="1797091" az="759428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8304165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" name="3D 모델 3">
                <a:extLst>
                  <a:ext uri="{FF2B5EF4-FFF2-40B4-BE49-F238E27FC236}">
                    <a16:creationId xmlns:a16="http://schemas.microsoft.com/office/drawing/2014/main" id="{B68C8306-17D5-40BC-6C91-463FD5B90D9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110442" y="1543909"/>
                <a:ext cx="5971101" cy="4440049"/>
              </a:xfrm>
              <a:prstGeom prst="rect">
                <a:avLst/>
              </a:prstGeom>
            </p:spPr>
          </p:pic>
        </mc:Fallback>
      </mc:AlternateContent>
      <p:sp>
        <p:nvSpPr>
          <p:cNvPr id="2" name="타원 1">
            <a:extLst>
              <a:ext uri="{FF2B5EF4-FFF2-40B4-BE49-F238E27FC236}">
                <a16:creationId xmlns:a16="http://schemas.microsoft.com/office/drawing/2014/main" id="{B3ACBAE8-6F44-D97E-50FB-BA49AEA06C13}"/>
              </a:ext>
            </a:extLst>
          </p:cNvPr>
          <p:cNvSpPr/>
          <p:nvPr/>
        </p:nvSpPr>
        <p:spPr>
          <a:xfrm>
            <a:off x="4964906" y="4692116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05FFCB80-8D78-F765-56BF-EC0DC63FEFB0}"/>
              </a:ext>
            </a:extLst>
          </p:cNvPr>
          <p:cNvSpPr/>
          <p:nvPr/>
        </p:nvSpPr>
        <p:spPr>
          <a:xfrm>
            <a:off x="5722143" y="4692116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1DBAA808-4DD7-C6F2-7689-5078106D5E45}"/>
              </a:ext>
            </a:extLst>
          </p:cNvPr>
          <p:cNvCxnSpPr>
            <a:cxnSpLocks/>
            <a:stCxn id="2" idx="0"/>
            <a:endCxn id="18" idx="3"/>
          </p:cNvCxnSpPr>
          <p:nvPr/>
        </p:nvCxnSpPr>
        <p:spPr>
          <a:xfrm flipV="1">
            <a:off x="5205844" y="3851262"/>
            <a:ext cx="308351" cy="84085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CFF1B731-810E-22D5-F6B7-FB856852C4EC}"/>
              </a:ext>
            </a:extLst>
          </p:cNvPr>
          <p:cNvCxnSpPr>
            <a:cxnSpLocks/>
            <a:stCxn id="5" idx="0"/>
            <a:endCxn id="18" idx="5"/>
          </p:cNvCxnSpPr>
          <p:nvPr/>
        </p:nvCxnSpPr>
        <p:spPr>
          <a:xfrm flipH="1" flipV="1">
            <a:off x="5728878" y="3851262"/>
            <a:ext cx="234203" cy="84085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타원 26">
            <a:extLst>
              <a:ext uri="{FF2B5EF4-FFF2-40B4-BE49-F238E27FC236}">
                <a16:creationId xmlns:a16="http://schemas.microsoft.com/office/drawing/2014/main" id="{1B1B01DF-B339-A0A7-C24E-A99AE43A826B}"/>
              </a:ext>
            </a:extLst>
          </p:cNvPr>
          <p:cNvSpPr/>
          <p:nvPr/>
        </p:nvSpPr>
        <p:spPr>
          <a:xfrm>
            <a:off x="7063824" y="4432970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919E1D66-F39D-83F7-33C7-83B0AECD48D5}"/>
              </a:ext>
            </a:extLst>
          </p:cNvPr>
          <p:cNvSpPr/>
          <p:nvPr/>
        </p:nvSpPr>
        <p:spPr>
          <a:xfrm>
            <a:off x="7821061" y="4432970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A584CE3C-37D6-A004-13A3-B146A16429EA}"/>
              </a:ext>
            </a:extLst>
          </p:cNvPr>
          <p:cNvCxnSpPr>
            <a:cxnSpLocks/>
            <a:stCxn id="27" idx="0"/>
            <a:endCxn id="19" idx="4"/>
          </p:cNvCxnSpPr>
          <p:nvPr/>
        </p:nvCxnSpPr>
        <p:spPr>
          <a:xfrm flipH="1" flipV="1">
            <a:off x="6460807" y="3445670"/>
            <a:ext cx="843955" cy="987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73FE7504-7F52-DCA0-C4D2-0C4FC4A30DC7}"/>
              </a:ext>
            </a:extLst>
          </p:cNvPr>
          <p:cNvCxnSpPr>
            <a:cxnSpLocks/>
            <a:stCxn id="28" idx="0"/>
            <a:endCxn id="19" idx="4"/>
          </p:cNvCxnSpPr>
          <p:nvPr/>
        </p:nvCxnSpPr>
        <p:spPr>
          <a:xfrm flipH="1" flipV="1">
            <a:off x="6460807" y="3445670"/>
            <a:ext cx="1601192" cy="987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타원 32">
            <a:extLst>
              <a:ext uri="{FF2B5EF4-FFF2-40B4-BE49-F238E27FC236}">
                <a16:creationId xmlns:a16="http://schemas.microsoft.com/office/drawing/2014/main" id="{3AC10629-F868-678B-8EEB-FE446F1DB67E}"/>
              </a:ext>
            </a:extLst>
          </p:cNvPr>
          <p:cNvSpPr/>
          <p:nvPr/>
        </p:nvSpPr>
        <p:spPr>
          <a:xfrm>
            <a:off x="7106375" y="1626354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BC5D2337-8624-E646-F5EE-B854D8925044}"/>
              </a:ext>
            </a:extLst>
          </p:cNvPr>
          <p:cNvSpPr/>
          <p:nvPr/>
        </p:nvSpPr>
        <p:spPr>
          <a:xfrm>
            <a:off x="7799495" y="2287719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539CF922-5639-1170-7CB5-245847C9FBE8}"/>
              </a:ext>
            </a:extLst>
          </p:cNvPr>
          <p:cNvCxnSpPr>
            <a:cxnSpLocks/>
            <a:stCxn id="33" idx="4"/>
            <a:endCxn id="20" idx="7"/>
          </p:cNvCxnSpPr>
          <p:nvPr/>
        </p:nvCxnSpPr>
        <p:spPr>
          <a:xfrm flipH="1">
            <a:off x="7088668" y="2108229"/>
            <a:ext cx="258645" cy="97864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5F50DABC-5A72-D223-2D2D-B2655CD937DC}"/>
              </a:ext>
            </a:extLst>
          </p:cNvPr>
          <p:cNvCxnSpPr>
            <a:cxnSpLocks/>
            <a:stCxn id="34" idx="3"/>
            <a:endCxn id="20" idx="6"/>
          </p:cNvCxnSpPr>
          <p:nvPr/>
        </p:nvCxnSpPr>
        <p:spPr>
          <a:xfrm flipH="1">
            <a:off x="7131352" y="2699025"/>
            <a:ext cx="738712" cy="4909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0B490EF8-9538-D7B6-5BC3-CDCCCDBF5193}"/>
              </a:ext>
            </a:extLst>
          </p:cNvPr>
          <p:cNvCxnSpPr>
            <a:cxnSpLocks/>
            <a:stCxn id="88" idx="4"/>
            <a:endCxn id="22" idx="2"/>
          </p:cNvCxnSpPr>
          <p:nvPr/>
        </p:nvCxnSpPr>
        <p:spPr>
          <a:xfrm>
            <a:off x="4774371" y="1927026"/>
            <a:ext cx="503392" cy="84440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B2BF0588-404E-2850-258A-8CBB0499EC68}"/>
              </a:ext>
            </a:extLst>
          </p:cNvPr>
          <p:cNvCxnSpPr>
            <a:cxnSpLocks/>
            <a:stCxn id="85" idx="4"/>
            <a:endCxn id="22" idx="3"/>
          </p:cNvCxnSpPr>
          <p:nvPr/>
        </p:nvCxnSpPr>
        <p:spPr>
          <a:xfrm flipH="1">
            <a:off x="5316262" y="1784846"/>
            <a:ext cx="64337" cy="10795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EAA49B9F-D148-FB8F-E483-029AEA8A384E}"/>
              </a:ext>
            </a:extLst>
          </p:cNvPr>
          <p:cNvCxnSpPr>
            <a:cxnSpLocks/>
            <a:stCxn id="97" idx="4"/>
            <a:endCxn id="21" idx="1"/>
          </p:cNvCxnSpPr>
          <p:nvPr/>
        </p:nvCxnSpPr>
        <p:spPr>
          <a:xfrm flipH="1">
            <a:off x="6036868" y="1280774"/>
            <a:ext cx="265075" cy="12925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34A13F68-EDDE-4AF2-0F3E-2D42D5EF6735}"/>
              </a:ext>
            </a:extLst>
          </p:cNvPr>
          <p:cNvCxnSpPr>
            <a:cxnSpLocks/>
            <a:stCxn id="95" idx="4"/>
            <a:endCxn id="21" idx="7"/>
          </p:cNvCxnSpPr>
          <p:nvPr/>
        </p:nvCxnSpPr>
        <p:spPr>
          <a:xfrm flipH="1">
            <a:off x="6222760" y="1412464"/>
            <a:ext cx="700357" cy="116081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타원 84">
            <a:extLst>
              <a:ext uri="{FF2B5EF4-FFF2-40B4-BE49-F238E27FC236}">
                <a16:creationId xmlns:a16="http://schemas.microsoft.com/office/drawing/2014/main" id="{C195CA8E-7527-C394-57AF-5852531BC2CD}"/>
              </a:ext>
            </a:extLst>
          </p:cNvPr>
          <p:cNvSpPr/>
          <p:nvPr/>
        </p:nvSpPr>
        <p:spPr>
          <a:xfrm>
            <a:off x="5139661" y="1302971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88" name="타원 87">
            <a:extLst>
              <a:ext uri="{FF2B5EF4-FFF2-40B4-BE49-F238E27FC236}">
                <a16:creationId xmlns:a16="http://schemas.microsoft.com/office/drawing/2014/main" id="{0049DEE4-9C0B-41E2-3FF0-E06CD5F19E5F}"/>
              </a:ext>
            </a:extLst>
          </p:cNvPr>
          <p:cNvSpPr/>
          <p:nvPr/>
        </p:nvSpPr>
        <p:spPr>
          <a:xfrm>
            <a:off x="4533433" y="1445151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95" name="타원 94">
            <a:extLst>
              <a:ext uri="{FF2B5EF4-FFF2-40B4-BE49-F238E27FC236}">
                <a16:creationId xmlns:a16="http://schemas.microsoft.com/office/drawing/2014/main" id="{C8E72143-7985-C725-B64A-CB6BC9978224}"/>
              </a:ext>
            </a:extLst>
          </p:cNvPr>
          <p:cNvSpPr/>
          <p:nvPr/>
        </p:nvSpPr>
        <p:spPr>
          <a:xfrm>
            <a:off x="6682179" y="930589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97" name="타원 96">
            <a:extLst>
              <a:ext uri="{FF2B5EF4-FFF2-40B4-BE49-F238E27FC236}">
                <a16:creationId xmlns:a16="http://schemas.microsoft.com/office/drawing/2014/main" id="{3D4FFFD5-E818-1FFD-C492-0B8C2AAFD7BE}"/>
              </a:ext>
            </a:extLst>
          </p:cNvPr>
          <p:cNvSpPr/>
          <p:nvPr/>
        </p:nvSpPr>
        <p:spPr>
          <a:xfrm>
            <a:off x="6061005" y="798899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124" name="순서도: 병합 123">
            <a:extLst>
              <a:ext uri="{FF2B5EF4-FFF2-40B4-BE49-F238E27FC236}">
                <a16:creationId xmlns:a16="http://schemas.microsoft.com/office/drawing/2014/main" id="{1FF5724B-0F94-4A93-F922-AB68B4FC80AD}"/>
              </a:ext>
            </a:extLst>
          </p:cNvPr>
          <p:cNvSpPr/>
          <p:nvPr/>
        </p:nvSpPr>
        <p:spPr>
          <a:xfrm>
            <a:off x="4122040" y="2456883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5" name="순서도: 병합 124">
            <a:extLst>
              <a:ext uri="{FF2B5EF4-FFF2-40B4-BE49-F238E27FC236}">
                <a16:creationId xmlns:a16="http://schemas.microsoft.com/office/drawing/2014/main" id="{4AF38A82-5829-519F-04FC-4E6E7E99E261}"/>
              </a:ext>
            </a:extLst>
          </p:cNvPr>
          <p:cNvSpPr/>
          <p:nvPr/>
        </p:nvSpPr>
        <p:spPr>
          <a:xfrm>
            <a:off x="3583559" y="2456883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6" name="순서도: 병합 125">
            <a:extLst>
              <a:ext uri="{FF2B5EF4-FFF2-40B4-BE49-F238E27FC236}">
                <a16:creationId xmlns:a16="http://schemas.microsoft.com/office/drawing/2014/main" id="{08C85E39-823B-EC2D-7FDD-62CB1E84F622}"/>
              </a:ext>
            </a:extLst>
          </p:cNvPr>
          <p:cNvSpPr/>
          <p:nvPr/>
        </p:nvSpPr>
        <p:spPr>
          <a:xfrm>
            <a:off x="2491490" y="2456883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7" name="순서도: 병합 126">
            <a:extLst>
              <a:ext uri="{FF2B5EF4-FFF2-40B4-BE49-F238E27FC236}">
                <a16:creationId xmlns:a16="http://schemas.microsoft.com/office/drawing/2014/main" id="{9D3AEF4F-F523-A643-D964-204BBA95628C}"/>
              </a:ext>
            </a:extLst>
          </p:cNvPr>
          <p:cNvSpPr/>
          <p:nvPr/>
        </p:nvSpPr>
        <p:spPr>
          <a:xfrm>
            <a:off x="1942917" y="2456883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8" name="순서도: 병합 127">
            <a:extLst>
              <a:ext uri="{FF2B5EF4-FFF2-40B4-BE49-F238E27FC236}">
                <a16:creationId xmlns:a16="http://schemas.microsoft.com/office/drawing/2014/main" id="{1E68B2CE-D68A-9638-44E4-1FCBDD0C30FD}"/>
              </a:ext>
            </a:extLst>
          </p:cNvPr>
          <p:cNvSpPr/>
          <p:nvPr/>
        </p:nvSpPr>
        <p:spPr>
          <a:xfrm>
            <a:off x="3040063" y="2456883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0" name="다이아몬드 129">
            <a:extLst>
              <a:ext uri="{FF2B5EF4-FFF2-40B4-BE49-F238E27FC236}">
                <a16:creationId xmlns:a16="http://schemas.microsoft.com/office/drawing/2014/main" id="{D4FAC8B9-4BE4-7D03-2E35-DD3ED32FBD0B}"/>
              </a:ext>
            </a:extLst>
          </p:cNvPr>
          <p:cNvSpPr/>
          <p:nvPr/>
        </p:nvSpPr>
        <p:spPr>
          <a:xfrm>
            <a:off x="83740" y="1891554"/>
            <a:ext cx="1756079" cy="1756079"/>
          </a:xfrm>
          <a:prstGeom prst="diamond">
            <a:avLst/>
          </a:prstGeom>
          <a:solidFill>
            <a:srgbClr val="0070C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dirty="0"/>
              <a:t>AI</a:t>
            </a:r>
            <a:endParaRPr lang="ko-KR" altLang="en-US" sz="5000" dirty="0"/>
          </a:p>
        </p:txBody>
      </p:sp>
    </p:spTree>
    <p:extLst>
      <p:ext uri="{BB962C8B-B14F-4D97-AF65-F5344CB8AC3E}">
        <p14:creationId xmlns:p14="http://schemas.microsoft.com/office/powerpoint/2010/main" val="165860101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med" p14:dur="700">
        <p159:morph option="byObject"/>
      </p:transition>
    </mc:Choice>
    <mc:Fallback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5140E0-D0F2-ABB3-3BE1-F30405E11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타원 17">
            <a:extLst>
              <a:ext uri="{FF2B5EF4-FFF2-40B4-BE49-F238E27FC236}">
                <a16:creationId xmlns:a16="http://schemas.microsoft.com/office/drawing/2014/main" id="{2B8D1673-64C7-FCD3-CEBE-3D62EA3CEE16}"/>
              </a:ext>
            </a:extLst>
          </p:cNvPr>
          <p:cNvSpPr/>
          <p:nvPr/>
        </p:nvSpPr>
        <p:spPr>
          <a:xfrm>
            <a:off x="5469732" y="3592116"/>
            <a:ext cx="303609" cy="303609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0BB71AC5-8938-3911-0447-561E60ED9FA1}"/>
              </a:ext>
            </a:extLst>
          </p:cNvPr>
          <p:cNvSpPr/>
          <p:nvPr/>
        </p:nvSpPr>
        <p:spPr>
          <a:xfrm>
            <a:off x="6329362" y="3182780"/>
            <a:ext cx="262890" cy="26289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6FAF131D-819F-99FD-F7F8-F1F7E6FA4E5D}"/>
              </a:ext>
            </a:extLst>
          </p:cNvPr>
          <p:cNvSpPr/>
          <p:nvPr/>
        </p:nvSpPr>
        <p:spPr>
          <a:xfrm>
            <a:off x="6839886" y="3044192"/>
            <a:ext cx="291466" cy="291466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6E415F44-1AE8-0E79-D9BA-34015A0496B3}"/>
              </a:ext>
            </a:extLst>
          </p:cNvPr>
          <p:cNvSpPr/>
          <p:nvPr/>
        </p:nvSpPr>
        <p:spPr>
          <a:xfrm>
            <a:off x="5998369" y="2534780"/>
            <a:ext cx="262890" cy="26289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25BED8CA-7122-1E8E-66C7-F07A0CA69218}"/>
              </a:ext>
            </a:extLst>
          </p:cNvPr>
          <p:cNvSpPr/>
          <p:nvPr/>
        </p:nvSpPr>
        <p:spPr>
          <a:xfrm>
            <a:off x="5277763" y="2639988"/>
            <a:ext cx="262890" cy="26289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7DC7ED3-1453-F244-D0BB-B592691A16A2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3508140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AI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  <a:ea typeface="+mj-ea"/>
                  </a:rPr>
                  <a:t> 2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)</a:t>
                </a:r>
                <a:r>
                  <a:rPr lang="en-US" altLang="ko-KR" sz="2800" dirty="0">
                    <a:solidFill>
                      <a:srgbClr val="F8F9FC"/>
                    </a:solidFill>
                    <a:latin typeface="+mj-ea"/>
                    <a:ea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𝒈</m:t>
                        </m:r>
                      </m:e>
                      <m:sub>
                        <m: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𝟎𝟓</m:t>
                        </m:r>
                      </m:sub>
                    </m:sSub>
                  </m:oMath>
                </a14:m>
                <a:r>
                  <a:rPr kumimoji="0" lang="ar-AE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-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  <a:ea typeface="+mj-ea"/>
                  </a:rPr>
                  <a:t>결합</a:t>
                </a:r>
                <a:endParaRPr kumimoji="0" lang="ko-KR" altLang="en-US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F8F9FC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7DC7ED3-1453-F244-D0BB-B592691A16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3508140" cy="523220"/>
              </a:xfrm>
              <a:prstGeom prst="rect">
                <a:avLst/>
              </a:prstGeom>
              <a:blipFill>
                <a:blip r:embed="rId3"/>
                <a:stretch>
                  <a:fillRect l="-3478" t="-11628" r="-1739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35BEAD56-A97B-7F88-D31D-6A1855AD36B9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3C7C3D81-F114-B722-B80A-E38F1DB63FF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" name="3D 모델 3">
                <a:extLst>
                  <a:ext uri="{FF2B5EF4-FFF2-40B4-BE49-F238E27FC236}">
                    <a16:creationId xmlns:a16="http://schemas.microsoft.com/office/drawing/2014/main" id="{A7EA5119-695F-F785-EF79-916EC7ED5256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3110442" y="1543909"/>
              <a:ext cx="5971101" cy="4440049"/>
            </p:xfrm>
            <a:graphic>
              <a:graphicData uri="http://schemas.microsoft.com/office/drawing/2017/model3d">
                <am3d:model3d r:embed="rId5">
                  <am3d:spPr>
                    <a:xfrm>
                      <a:off x="0" y="0"/>
                      <a:ext cx="5971101" cy="4440049"/>
                    </a:xfrm>
                    <a:prstGeom prst="rect">
                      <a:avLst/>
                    </a:prstGeom>
                  </am3d:spPr>
                  <am3d:camera>
                    <am3d:pos x="0" y="0" z="8129881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196886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453115" ay="1797091" az="759428"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8304165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" name="3D 모델 3">
                <a:extLst>
                  <a:ext uri="{FF2B5EF4-FFF2-40B4-BE49-F238E27FC236}">
                    <a16:creationId xmlns:a16="http://schemas.microsoft.com/office/drawing/2014/main" id="{A7EA5119-695F-F785-EF79-916EC7ED525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110442" y="1543909"/>
                <a:ext cx="5971101" cy="4440049"/>
              </a:xfrm>
              <a:prstGeom prst="rect">
                <a:avLst/>
              </a:prstGeom>
            </p:spPr>
          </p:pic>
        </mc:Fallback>
      </mc:AlternateContent>
      <p:sp>
        <p:nvSpPr>
          <p:cNvPr id="2" name="타원 1">
            <a:extLst>
              <a:ext uri="{FF2B5EF4-FFF2-40B4-BE49-F238E27FC236}">
                <a16:creationId xmlns:a16="http://schemas.microsoft.com/office/drawing/2014/main" id="{7E8C0931-F55C-8B6E-F99C-8CAE6B40DDFF}"/>
              </a:ext>
            </a:extLst>
          </p:cNvPr>
          <p:cNvSpPr/>
          <p:nvPr/>
        </p:nvSpPr>
        <p:spPr>
          <a:xfrm>
            <a:off x="4964906" y="4692116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2C3C242D-CE90-34C7-3DB7-725CDFAE915B}"/>
              </a:ext>
            </a:extLst>
          </p:cNvPr>
          <p:cNvSpPr/>
          <p:nvPr/>
        </p:nvSpPr>
        <p:spPr>
          <a:xfrm>
            <a:off x="5722143" y="4692116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26FF561E-1A75-B30E-B24D-C04EE3F9C5FB}"/>
              </a:ext>
            </a:extLst>
          </p:cNvPr>
          <p:cNvCxnSpPr>
            <a:cxnSpLocks/>
            <a:stCxn id="2" idx="0"/>
            <a:endCxn id="18" idx="3"/>
          </p:cNvCxnSpPr>
          <p:nvPr/>
        </p:nvCxnSpPr>
        <p:spPr>
          <a:xfrm flipV="1">
            <a:off x="5205844" y="3851262"/>
            <a:ext cx="308351" cy="84085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9182722A-2905-6B42-E3B2-A21DEE25E5A3}"/>
              </a:ext>
            </a:extLst>
          </p:cNvPr>
          <p:cNvCxnSpPr>
            <a:cxnSpLocks/>
            <a:stCxn id="5" idx="0"/>
            <a:endCxn id="18" idx="5"/>
          </p:cNvCxnSpPr>
          <p:nvPr/>
        </p:nvCxnSpPr>
        <p:spPr>
          <a:xfrm flipH="1" flipV="1">
            <a:off x="5728878" y="3851262"/>
            <a:ext cx="234203" cy="84085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타원 26">
            <a:extLst>
              <a:ext uri="{FF2B5EF4-FFF2-40B4-BE49-F238E27FC236}">
                <a16:creationId xmlns:a16="http://schemas.microsoft.com/office/drawing/2014/main" id="{1D49AC39-4138-12FB-B567-051BE093F66B}"/>
              </a:ext>
            </a:extLst>
          </p:cNvPr>
          <p:cNvSpPr/>
          <p:nvPr/>
        </p:nvSpPr>
        <p:spPr>
          <a:xfrm>
            <a:off x="7063824" y="4432970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A1FA19CB-8D1C-8E7D-47C2-B41D092B4B45}"/>
              </a:ext>
            </a:extLst>
          </p:cNvPr>
          <p:cNvSpPr/>
          <p:nvPr/>
        </p:nvSpPr>
        <p:spPr>
          <a:xfrm>
            <a:off x="7821061" y="4432970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5E239F5A-DA91-E820-D5A5-6148F7E27328}"/>
              </a:ext>
            </a:extLst>
          </p:cNvPr>
          <p:cNvCxnSpPr>
            <a:cxnSpLocks/>
            <a:stCxn id="27" idx="0"/>
            <a:endCxn id="19" idx="4"/>
          </p:cNvCxnSpPr>
          <p:nvPr/>
        </p:nvCxnSpPr>
        <p:spPr>
          <a:xfrm flipH="1" flipV="1">
            <a:off x="6460807" y="3445670"/>
            <a:ext cx="843955" cy="987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76073A55-5D8F-9D0B-ED6E-E52B26035E0D}"/>
              </a:ext>
            </a:extLst>
          </p:cNvPr>
          <p:cNvCxnSpPr>
            <a:cxnSpLocks/>
            <a:stCxn id="28" idx="0"/>
            <a:endCxn id="19" idx="4"/>
          </p:cNvCxnSpPr>
          <p:nvPr/>
        </p:nvCxnSpPr>
        <p:spPr>
          <a:xfrm flipH="1" flipV="1">
            <a:off x="6460807" y="3445670"/>
            <a:ext cx="1601192" cy="987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타원 32">
            <a:extLst>
              <a:ext uri="{FF2B5EF4-FFF2-40B4-BE49-F238E27FC236}">
                <a16:creationId xmlns:a16="http://schemas.microsoft.com/office/drawing/2014/main" id="{48A70A34-3152-26EB-C616-E222B5349904}"/>
              </a:ext>
            </a:extLst>
          </p:cNvPr>
          <p:cNvSpPr/>
          <p:nvPr/>
        </p:nvSpPr>
        <p:spPr>
          <a:xfrm>
            <a:off x="7106375" y="1626354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0306E26C-3C8A-DB9F-A4DC-80271A50342D}"/>
              </a:ext>
            </a:extLst>
          </p:cNvPr>
          <p:cNvSpPr/>
          <p:nvPr/>
        </p:nvSpPr>
        <p:spPr>
          <a:xfrm>
            <a:off x="7799495" y="2287719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22FB1CFA-A55E-E5F8-60FF-7342557493D7}"/>
              </a:ext>
            </a:extLst>
          </p:cNvPr>
          <p:cNvCxnSpPr>
            <a:cxnSpLocks/>
            <a:stCxn id="33" idx="4"/>
            <a:endCxn id="20" idx="7"/>
          </p:cNvCxnSpPr>
          <p:nvPr/>
        </p:nvCxnSpPr>
        <p:spPr>
          <a:xfrm flipH="1">
            <a:off x="7088668" y="2108229"/>
            <a:ext cx="258645" cy="97864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3067C840-6E26-305B-4232-2AD3DF91E838}"/>
              </a:ext>
            </a:extLst>
          </p:cNvPr>
          <p:cNvCxnSpPr>
            <a:cxnSpLocks/>
            <a:stCxn id="34" idx="3"/>
            <a:endCxn id="20" idx="6"/>
          </p:cNvCxnSpPr>
          <p:nvPr/>
        </p:nvCxnSpPr>
        <p:spPr>
          <a:xfrm flipH="1">
            <a:off x="7131352" y="2699025"/>
            <a:ext cx="738712" cy="4909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AF184602-DB0F-BAAC-389C-4948783FD440}"/>
              </a:ext>
            </a:extLst>
          </p:cNvPr>
          <p:cNvCxnSpPr>
            <a:cxnSpLocks/>
            <a:stCxn id="88" idx="4"/>
            <a:endCxn id="22" idx="2"/>
          </p:cNvCxnSpPr>
          <p:nvPr/>
        </p:nvCxnSpPr>
        <p:spPr>
          <a:xfrm>
            <a:off x="4774371" y="1927026"/>
            <a:ext cx="503392" cy="84440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F81FBD1E-3D90-2B1A-CDBD-F49DC4EF1FBB}"/>
              </a:ext>
            </a:extLst>
          </p:cNvPr>
          <p:cNvCxnSpPr>
            <a:cxnSpLocks/>
            <a:stCxn id="85" idx="4"/>
            <a:endCxn id="22" idx="3"/>
          </p:cNvCxnSpPr>
          <p:nvPr/>
        </p:nvCxnSpPr>
        <p:spPr>
          <a:xfrm flipH="1">
            <a:off x="5316262" y="1784846"/>
            <a:ext cx="64337" cy="10795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60F7BB59-AD71-0577-88C6-1E2A31AB76C8}"/>
              </a:ext>
            </a:extLst>
          </p:cNvPr>
          <p:cNvCxnSpPr>
            <a:cxnSpLocks/>
            <a:stCxn id="97" idx="4"/>
            <a:endCxn id="21" idx="1"/>
          </p:cNvCxnSpPr>
          <p:nvPr/>
        </p:nvCxnSpPr>
        <p:spPr>
          <a:xfrm flipH="1">
            <a:off x="6036868" y="1280774"/>
            <a:ext cx="265075" cy="12925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B79D76E7-D8DB-9F6E-706C-139CC1353049}"/>
              </a:ext>
            </a:extLst>
          </p:cNvPr>
          <p:cNvCxnSpPr>
            <a:cxnSpLocks/>
            <a:stCxn id="95" idx="4"/>
            <a:endCxn id="21" idx="7"/>
          </p:cNvCxnSpPr>
          <p:nvPr/>
        </p:nvCxnSpPr>
        <p:spPr>
          <a:xfrm flipH="1">
            <a:off x="6222760" y="1412464"/>
            <a:ext cx="700357" cy="116081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타원 84">
            <a:extLst>
              <a:ext uri="{FF2B5EF4-FFF2-40B4-BE49-F238E27FC236}">
                <a16:creationId xmlns:a16="http://schemas.microsoft.com/office/drawing/2014/main" id="{0E5FACB2-C29A-0E85-6717-3AF910256B9C}"/>
              </a:ext>
            </a:extLst>
          </p:cNvPr>
          <p:cNvSpPr/>
          <p:nvPr/>
        </p:nvSpPr>
        <p:spPr>
          <a:xfrm>
            <a:off x="5139661" y="1302971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88" name="타원 87">
            <a:extLst>
              <a:ext uri="{FF2B5EF4-FFF2-40B4-BE49-F238E27FC236}">
                <a16:creationId xmlns:a16="http://schemas.microsoft.com/office/drawing/2014/main" id="{313E0197-73EE-148A-1DF4-0846F9F2C6BE}"/>
              </a:ext>
            </a:extLst>
          </p:cNvPr>
          <p:cNvSpPr/>
          <p:nvPr/>
        </p:nvSpPr>
        <p:spPr>
          <a:xfrm>
            <a:off x="4533433" y="1445151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95" name="타원 94">
            <a:extLst>
              <a:ext uri="{FF2B5EF4-FFF2-40B4-BE49-F238E27FC236}">
                <a16:creationId xmlns:a16="http://schemas.microsoft.com/office/drawing/2014/main" id="{D79DB3BE-AF62-F69D-C05C-2AA9850503C7}"/>
              </a:ext>
            </a:extLst>
          </p:cNvPr>
          <p:cNvSpPr/>
          <p:nvPr/>
        </p:nvSpPr>
        <p:spPr>
          <a:xfrm>
            <a:off x="6682179" y="930589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97" name="타원 96">
            <a:extLst>
              <a:ext uri="{FF2B5EF4-FFF2-40B4-BE49-F238E27FC236}">
                <a16:creationId xmlns:a16="http://schemas.microsoft.com/office/drawing/2014/main" id="{2773C338-91FC-6852-BC1A-895F0CF1168A}"/>
              </a:ext>
            </a:extLst>
          </p:cNvPr>
          <p:cNvSpPr/>
          <p:nvPr/>
        </p:nvSpPr>
        <p:spPr>
          <a:xfrm>
            <a:off x="6061005" y="798899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pic>
        <p:nvPicPr>
          <p:cNvPr id="115" name="그림 114">
            <a:extLst>
              <a:ext uri="{FF2B5EF4-FFF2-40B4-BE49-F238E27FC236}">
                <a16:creationId xmlns:a16="http://schemas.microsoft.com/office/drawing/2014/main" id="{B146DDB1-97B3-FDC2-4CC4-5E34A6E03C6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095" t="40313" r="52439" b="40756"/>
          <a:stretch>
            <a:fillRect/>
          </a:stretch>
        </p:blipFill>
        <p:spPr>
          <a:xfrm>
            <a:off x="5205844" y="3335658"/>
            <a:ext cx="744382" cy="840854"/>
          </a:xfrm>
          <a:custGeom>
            <a:avLst/>
            <a:gdLst>
              <a:gd name="csX0" fmla="*/ 0 w 744382"/>
              <a:gd name="csY0" fmla="*/ 0 h 840854"/>
              <a:gd name="csX1" fmla="*/ 744382 w 744382"/>
              <a:gd name="csY1" fmla="*/ 0 h 840854"/>
              <a:gd name="csX2" fmla="*/ 744382 w 744382"/>
              <a:gd name="csY2" fmla="*/ 840854 h 840854"/>
              <a:gd name="csX3" fmla="*/ 0 w 744382"/>
              <a:gd name="csY3" fmla="*/ 840854 h 8408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4382" h="840854">
                <a:moveTo>
                  <a:pt x="0" y="0"/>
                </a:moveTo>
                <a:lnTo>
                  <a:pt x="744382" y="0"/>
                </a:lnTo>
                <a:lnTo>
                  <a:pt x="744382" y="840854"/>
                </a:lnTo>
                <a:lnTo>
                  <a:pt x="0" y="840854"/>
                </a:lnTo>
                <a:close/>
              </a:path>
            </a:pathLst>
          </a:custGeom>
        </p:spPr>
      </p:pic>
      <p:pic>
        <p:nvPicPr>
          <p:cNvPr id="117" name="그림 116">
            <a:extLst>
              <a:ext uri="{FF2B5EF4-FFF2-40B4-BE49-F238E27FC236}">
                <a16:creationId xmlns:a16="http://schemas.microsoft.com/office/drawing/2014/main" id="{1C5CE265-D930-9791-93E4-653D70C8A6A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416" t="33992" r="38118" b="47078"/>
          <a:stretch>
            <a:fillRect/>
          </a:stretch>
        </p:blipFill>
        <p:spPr>
          <a:xfrm>
            <a:off x="6061005" y="3054871"/>
            <a:ext cx="744382" cy="840854"/>
          </a:xfrm>
          <a:custGeom>
            <a:avLst/>
            <a:gdLst>
              <a:gd name="csX0" fmla="*/ 0 w 744382"/>
              <a:gd name="csY0" fmla="*/ 0 h 840854"/>
              <a:gd name="csX1" fmla="*/ 744382 w 744382"/>
              <a:gd name="csY1" fmla="*/ 0 h 840854"/>
              <a:gd name="csX2" fmla="*/ 744382 w 744382"/>
              <a:gd name="csY2" fmla="*/ 840854 h 840854"/>
              <a:gd name="csX3" fmla="*/ 0 w 744382"/>
              <a:gd name="csY3" fmla="*/ 840854 h 8408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4382" h="840854">
                <a:moveTo>
                  <a:pt x="0" y="0"/>
                </a:moveTo>
                <a:lnTo>
                  <a:pt x="744382" y="0"/>
                </a:lnTo>
                <a:lnTo>
                  <a:pt x="744382" y="840854"/>
                </a:lnTo>
                <a:lnTo>
                  <a:pt x="0" y="840854"/>
                </a:lnTo>
                <a:close/>
              </a:path>
            </a:pathLst>
          </a:custGeom>
        </p:spPr>
      </p:pic>
      <p:pic>
        <p:nvPicPr>
          <p:cNvPr id="119" name="그림 118">
            <a:extLst>
              <a:ext uri="{FF2B5EF4-FFF2-40B4-BE49-F238E27FC236}">
                <a16:creationId xmlns:a16="http://schemas.microsoft.com/office/drawing/2014/main" id="{7521CEBA-F185-13CD-E5FD-96DED5320C0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255" t="28108" r="25279" b="52961"/>
          <a:stretch>
            <a:fillRect/>
          </a:stretch>
        </p:blipFill>
        <p:spPr>
          <a:xfrm>
            <a:off x="6827680" y="2793536"/>
            <a:ext cx="744382" cy="840854"/>
          </a:xfrm>
          <a:custGeom>
            <a:avLst/>
            <a:gdLst>
              <a:gd name="csX0" fmla="*/ 0 w 744382"/>
              <a:gd name="csY0" fmla="*/ 0 h 840854"/>
              <a:gd name="csX1" fmla="*/ 744382 w 744382"/>
              <a:gd name="csY1" fmla="*/ 0 h 840854"/>
              <a:gd name="csX2" fmla="*/ 744382 w 744382"/>
              <a:gd name="csY2" fmla="*/ 840854 h 840854"/>
              <a:gd name="csX3" fmla="*/ 0 w 744382"/>
              <a:gd name="csY3" fmla="*/ 840854 h 8408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4382" h="840854">
                <a:moveTo>
                  <a:pt x="0" y="0"/>
                </a:moveTo>
                <a:lnTo>
                  <a:pt x="744382" y="0"/>
                </a:lnTo>
                <a:lnTo>
                  <a:pt x="744382" y="840854"/>
                </a:lnTo>
                <a:lnTo>
                  <a:pt x="0" y="840854"/>
                </a:lnTo>
                <a:close/>
              </a:path>
            </a:pathLst>
          </a:custGeom>
        </p:spPr>
      </p:pic>
      <p:pic>
        <p:nvPicPr>
          <p:cNvPr id="121" name="그림 120">
            <a:extLst>
              <a:ext uri="{FF2B5EF4-FFF2-40B4-BE49-F238E27FC236}">
                <a16:creationId xmlns:a16="http://schemas.microsoft.com/office/drawing/2014/main" id="{BB9ADC9D-6928-E406-8CEA-ED32E766512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999" t="14118" r="42535" b="66952"/>
          <a:stretch>
            <a:fillRect/>
          </a:stretch>
        </p:blipFill>
        <p:spPr>
          <a:xfrm>
            <a:off x="5797214" y="2172100"/>
            <a:ext cx="744382" cy="840854"/>
          </a:xfrm>
          <a:custGeom>
            <a:avLst/>
            <a:gdLst>
              <a:gd name="csX0" fmla="*/ 0 w 744382"/>
              <a:gd name="csY0" fmla="*/ 0 h 840854"/>
              <a:gd name="csX1" fmla="*/ 744382 w 744382"/>
              <a:gd name="csY1" fmla="*/ 0 h 840854"/>
              <a:gd name="csX2" fmla="*/ 744382 w 744382"/>
              <a:gd name="csY2" fmla="*/ 840854 h 840854"/>
              <a:gd name="csX3" fmla="*/ 0 w 744382"/>
              <a:gd name="csY3" fmla="*/ 840854 h 8408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4382" h="840854">
                <a:moveTo>
                  <a:pt x="0" y="0"/>
                </a:moveTo>
                <a:lnTo>
                  <a:pt x="744382" y="0"/>
                </a:lnTo>
                <a:lnTo>
                  <a:pt x="744382" y="840854"/>
                </a:lnTo>
                <a:lnTo>
                  <a:pt x="0" y="840854"/>
                </a:lnTo>
                <a:close/>
              </a:path>
            </a:pathLst>
          </a:custGeom>
        </p:spPr>
      </p:pic>
      <p:pic>
        <p:nvPicPr>
          <p:cNvPr id="123" name="그림 122">
            <a:extLst>
              <a:ext uri="{FF2B5EF4-FFF2-40B4-BE49-F238E27FC236}">
                <a16:creationId xmlns:a16="http://schemas.microsoft.com/office/drawing/2014/main" id="{E682F684-4804-0EDA-E046-C2D12BD12EC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643" t="18423" r="56892" b="62646"/>
          <a:stretch>
            <a:fillRect/>
          </a:stretch>
        </p:blipFill>
        <p:spPr>
          <a:xfrm>
            <a:off x="4939959" y="2363359"/>
            <a:ext cx="744382" cy="840854"/>
          </a:xfrm>
          <a:custGeom>
            <a:avLst/>
            <a:gdLst>
              <a:gd name="csX0" fmla="*/ 0 w 744382"/>
              <a:gd name="csY0" fmla="*/ 0 h 840854"/>
              <a:gd name="csX1" fmla="*/ 744382 w 744382"/>
              <a:gd name="csY1" fmla="*/ 0 h 840854"/>
              <a:gd name="csX2" fmla="*/ 744382 w 744382"/>
              <a:gd name="csY2" fmla="*/ 840854 h 840854"/>
              <a:gd name="csX3" fmla="*/ 0 w 744382"/>
              <a:gd name="csY3" fmla="*/ 840854 h 8408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4382" h="840854">
                <a:moveTo>
                  <a:pt x="0" y="0"/>
                </a:moveTo>
                <a:lnTo>
                  <a:pt x="744382" y="0"/>
                </a:lnTo>
                <a:lnTo>
                  <a:pt x="744382" y="840854"/>
                </a:lnTo>
                <a:lnTo>
                  <a:pt x="0" y="840854"/>
                </a:lnTo>
                <a:close/>
              </a:path>
            </a:pathLst>
          </a:cu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C42C2040-B89B-33C8-587A-B42ABA3CD28B}"/>
              </a:ext>
            </a:extLst>
          </p:cNvPr>
          <p:cNvGrpSpPr/>
          <p:nvPr/>
        </p:nvGrpSpPr>
        <p:grpSpPr>
          <a:xfrm>
            <a:off x="1942917" y="2456883"/>
            <a:ext cx="2476666" cy="558800"/>
            <a:chOff x="1942917" y="2456883"/>
            <a:chExt cx="2476666" cy="558800"/>
          </a:xfrm>
        </p:grpSpPr>
        <p:sp>
          <p:nvSpPr>
            <p:cNvPr id="124" name="순서도: 병합 123">
              <a:extLst>
                <a:ext uri="{FF2B5EF4-FFF2-40B4-BE49-F238E27FC236}">
                  <a16:creationId xmlns:a16="http://schemas.microsoft.com/office/drawing/2014/main" id="{B385626C-1D05-9F41-4056-1821983FFF26}"/>
                </a:ext>
              </a:extLst>
            </p:cNvPr>
            <p:cNvSpPr/>
            <p:nvPr/>
          </p:nvSpPr>
          <p:spPr>
            <a:xfrm>
              <a:off x="4122040" y="2456883"/>
              <a:ext cx="297543" cy="558800"/>
            </a:xfrm>
            <a:prstGeom prst="flowChartMerg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5" name="순서도: 병합 124">
              <a:extLst>
                <a:ext uri="{FF2B5EF4-FFF2-40B4-BE49-F238E27FC236}">
                  <a16:creationId xmlns:a16="http://schemas.microsoft.com/office/drawing/2014/main" id="{5BADA234-4EFB-BCAF-47DD-B1D24177CAB5}"/>
                </a:ext>
              </a:extLst>
            </p:cNvPr>
            <p:cNvSpPr/>
            <p:nvPr/>
          </p:nvSpPr>
          <p:spPr>
            <a:xfrm>
              <a:off x="3583559" y="2456883"/>
              <a:ext cx="297543" cy="558800"/>
            </a:xfrm>
            <a:prstGeom prst="flowChartMerg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6" name="순서도: 병합 125">
              <a:extLst>
                <a:ext uri="{FF2B5EF4-FFF2-40B4-BE49-F238E27FC236}">
                  <a16:creationId xmlns:a16="http://schemas.microsoft.com/office/drawing/2014/main" id="{A33F091D-8491-3F43-F5E4-6FCD588ECCF7}"/>
                </a:ext>
              </a:extLst>
            </p:cNvPr>
            <p:cNvSpPr/>
            <p:nvPr/>
          </p:nvSpPr>
          <p:spPr>
            <a:xfrm>
              <a:off x="2491490" y="2456883"/>
              <a:ext cx="297543" cy="558800"/>
            </a:xfrm>
            <a:prstGeom prst="flowChartMerg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27" name="순서도: 병합 126">
              <a:extLst>
                <a:ext uri="{FF2B5EF4-FFF2-40B4-BE49-F238E27FC236}">
                  <a16:creationId xmlns:a16="http://schemas.microsoft.com/office/drawing/2014/main" id="{858E2303-F268-C728-9834-3DA303FD377E}"/>
                </a:ext>
              </a:extLst>
            </p:cNvPr>
            <p:cNvSpPr/>
            <p:nvPr/>
          </p:nvSpPr>
          <p:spPr>
            <a:xfrm>
              <a:off x="1942917" y="2456883"/>
              <a:ext cx="297543" cy="558800"/>
            </a:xfrm>
            <a:prstGeom prst="flowChartMerg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8" name="순서도: 병합 127">
              <a:extLst>
                <a:ext uri="{FF2B5EF4-FFF2-40B4-BE49-F238E27FC236}">
                  <a16:creationId xmlns:a16="http://schemas.microsoft.com/office/drawing/2014/main" id="{A0CF05DB-53D3-47D0-1451-F8980A444DC9}"/>
                </a:ext>
              </a:extLst>
            </p:cNvPr>
            <p:cNvSpPr/>
            <p:nvPr/>
          </p:nvSpPr>
          <p:spPr>
            <a:xfrm>
              <a:off x="3040063" y="2456883"/>
              <a:ext cx="297543" cy="558800"/>
            </a:xfrm>
            <a:prstGeom prst="flowChartMerg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30" name="다이아몬드 129">
            <a:extLst>
              <a:ext uri="{FF2B5EF4-FFF2-40B4-BE49-F238E27FC236}">
                <a16:creationId xmlns:a16="http://schemas.microsoft.com/office/drawing/2014/main" id="{2A73C187-BD0F-955F-96F7-050170A77A74}"/>
              </a:ext>
            </a:extLst>
          </p:cNvPr>
          <p:cNvSpPr/>
          <p:nvPr/>
        </p:nvSpPr>
        <p:spPr>
          <a:xfrm>
            <a:off x="83740" y="1891554"/>
            <a:ext cx="1756079" cy="1756079"/>
          </a:xfrm>
          <a:prstGeom prst="diamond">
            <a:avLst/>
          </a:prstGeom>
          <a:solidFill>
            <a:srgbClr val="0070C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dirty="0"/>
              <a:t>AI</a:t>
            </a:r>
            <a:endParaRPr lang="ko-KR" altLang="en-US" sz="5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3BB0D3-7F18-990F-E7FF-69BCEAFCEB31}"/>
              </a:ext>
            </a:extLst>
          </p:cNvPr>
          <p:cNvSpPr txBox="1"/>
          <p:nvPr/>
        </p:nvSpPr>
        <p:spPr>
          <a:xfrm>
            <a:off x="6668128" y="1614906"/>
            <a:ext cx="3557809" cy="1015663"/>
          </a:xfrm>
          <a:prstGeom prst="rect">
            <a:avLst/>
          </a:prstGeom>
          <a:solidFill>
            <a:srgbClr val="0070C0"/>
          </a:solidFill>
        </p:spPr>
        <p:txBody>
          <a:bodyPr wrap="square" rtlCol="0">
            <a:spAutoFit/>
          </a:bodyPr>
          <a:lstStyle/>
          <a:p>
            <a:r>
              <a:rPr lang="ko-KR" altLang="en-US" sz="3000" dirty="0">
                <a:solidFill>
                  <a:srgbClr val="F8F9FC"/>
                </a:solidFill>
              </a:rPr>
              <a:t>일부분의 </a:t>
            </a:r>
            <a:r>
              <a:rPr lang="en-US" altLang="ko-KR" sz="3000" dirty="0">
                <a:solidFill>
                  <a:srgbClr val="F8F9FC"/>
                </a:solidFill>
              </a:rPr>
              <a:t>V </a:t>
            </a:r>
            <a:r>
              <a:rPr lang="ko-KR" altLang="en-US" sz="3000" dirty="0">
                <a:solidFill>
                  <a:srgbClr val="F8F9FC"/>
                </a:solidFill>
              </a:rPr>
              <a:t>정보로  실제 전하 정보 복원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854620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5E-6 -4.07407E-6 L -0.40378 -4.07407E-6 " pathEditMode="relative" rAng="0" ptsTypes="AA">
                                      <p:cBhvr>
                                        <p:cTn id="6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0195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00"/>
                            </p:stCondLst>
                            <p:childTnLst>
                              <p:par>
                                <p:cTn id="8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600"/>
                            </p:stCondLst>
                            <p:childTnLst>
                              <p:par>
                                <p:cTn id="1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2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2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900"/>
                            </p:stCondLst>
                            <p:childTnLst>
                              <p:par>
                                <p:cTn id="31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200"/>
                            </p:stCondLst>
                            <p:childTnLst>
                              <p:par>
                                <p:cTn id="47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" dur="2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2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500"/>
                            </p:stCondLst>
                            <p:childTnLst>
                              <p:par>
                                <p:cTn id="63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" dur="2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" dur="2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3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6" dur="3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" dur="3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2" dur="3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5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  <p:bldP spid="27" grpId="0" animBg="1"/>
      <p:bldP spid="28" grpId="0" animBg="1"/>
      <p:bldP spid="33" grpId="0" animBg="1"/>
      <p:bldP spid="34" grpId="0" animBg="1"/>
      <p:bldP spid="85" grpId="0" animBg="1"/>
      <p:bldP spid="88" grpId="0" animBg="1"/>
      <p:bldP spid="95" grpId="0" animBg="1"/>
      <p:bldP spid="97" grpId="0" animBg="1"/>
      <p:bldP spid="9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9F1339-78E1-8397-272F-21C3BE626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02C3180-4634-0A85-5C80-2C84A6BC028F}"/>
              </a:ext>
            </a:extLst>
          </p:cNvPr>
          <p:cNvSpPr txBox="1"/>
          <p:nvPr/>
        </p:nvSpPr>
        <p:spPr>
          <a:xfrm>
            <a:off x="658368" y="384048"/>
            <a:ext cx="580319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+mj-ea"/>
                <a:ea typeface="+mj-ea"/>
              </a:rPr>
              <a:t>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+mj-ea"/>
                <a:ea typeface="+mj-ea"/>
              </a:rPr>
              <a:t>탐구 과정</a:t>
            </a:r>
            <a:r>
              <a:rPr lang="en-US" altLang="ko-KR" sz="2800" b="1" dirty="0">
                <a:solidFill>
                  <a:srgbClr val="18233A"/>
                </a:solidFill>
                <a:latin typeface="+mj-ea"/>
                <a:ea typeface="+mj-ea"/>
              </a:rPr>
              <a:t>-2)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AI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모델과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학습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전략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3F8999-7F54-EA35-5F65-F74137784EB0}"/>
              </a:ext>
            </a:extLst>
          </p:cNvPr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격자의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공간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특징과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희소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부호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정보를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결합해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위치와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전하량을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동시에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추정한다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3C7F089-1983-0865-87FB-AADF50FEAD5B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5E4C11F6-0660-6B04-3CB8-FD22675CC0E5}"/>
              </a:ext>
            </a:extLst>
          </p:cNvPr>
          <p:cNvSpPr/>
          <p:nvPr/>
        </p:nvSpPr>
        <p:spPr>
          <a:xfrm>
            <a:off x="777240" y="1737360"/>
            <a:ext cx="3383280" cy="1385883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358AB85-1752-68A9-8B62-45F64F2EE290}"/>
              </a:ext>
            </a:extLst>
          </p:cNvPr>
          <p:cNvSpPr/>
          <p:nvPr/>
        </p:nvSpPr>
        <p:spPr>
          <a:xfrm>
            <a:off x="777240" y="1737360"/>
            <a:ext cx="73152" cy="1385883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9C413B0-374A-22B2-667E-5763868BB1B7}"/>
              </a:ext>
            </a:extLst>
          </p:cNvPr>
          <p:cNvSpPr txBox="1"/>
          <p:nvPr/>
        </p:nvSpPr>
        <p:spPr>
          <a:xfrm>
            <a:off x="1005840" y="1901952"/>
            <a:ext cx="1531188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공간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특징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추출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96EED5F-0944-E60D-FFA0-AF3918DC19CF}"/>
                  </a:ext>
                </a:extLst>
              </p:cNvPr>
              <p:cNvSpPr txBox="1"/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defTabSz="457200" latinLnBrk="0">
                  <a:spcAft>
                    <a:spcPts val="800"/>
                  </a:spcAft>
                  <a:defRPr sz="1700">
                    <a:solidFill>
                      <a:srgbClr val="5C6574"/>
                    </a:solidFill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00</m:t>
                        </m:r>
                      </m:sub>
                    </m:sSub>
                    <m:r>
                      <a:rPr lang="en-US" altLang="ko-KR" sz="1700" i="1">
                        <a:solidFill>
                          <a:srgbClr val="5C6574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→ 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CNN</a:t>
                </a:r>
                <a:endParaRPr kumimoji="0" lang="ko-KR" altLang="en-US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800"/>
                  </a:spcAft>
                  <a:buClrTx/>
                  <a:buSzTx/>
                  <a:buFontTx/>
                  <a:buNone/>
                  <a:tabLst/>
                  <a:defRPr sz="1700">
                    <a:solidFill>
                      <a:srgbClr val="5C6574"/>
                    </a:solidFill>
                  </a:defRPr>
                </a:pPr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격자의 패턴 학습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96EED5F-0944-E60D-FFA0-AF3918DC19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blipFill>
                <a:blip r:embed="rId3"/>
                <a:stretch>
                  <a:fillRect l="-1230" t="-2542" b="-1016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DD29875-AC09-355D-5DBC-65069463CC69}"/>
              </a:ext>
            </a:extLst>
          </p:cNvPr>
          <p:cNvSpPr/>
          <p:nvPr/>
        </p:nvSpPr>
        <p:spPr>
          <a:xfrm>
            <a:off x="4407408" y="4264660"/>
            <a:ext cx="3383280" cy="1385883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65FFC80-F704-F12C-92D5-DB045D787576}"/>
              </a:ext>
            </a:extLst>
          </p:cNvPr>
          <p:cNvSpPr/>
          <p:nvPr/>
        </p:nvSpPr>
        <p:spPr>
          <a:xfrm>
            <a:off x="4407408" y="4264660"/>
            <a:ext cx="73152" cy="1385883"/>
          </a:xfrm>
          <a:prstGeom prst="rect">
            <a:avLst/>
          </a:prstGeom>
          <a:solidFill>
            <a:srgbClr val="1F89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EE206EE-4225-3638-58AE-945C6165329D}"/>
              </a:ext>
            </a:extLst>
          </p:cNvPr>
          <p:cNvSpPr txBox="1"/>
          <p:nvPr/>
        </p:nvSpPr>
        <p:spPr>
          <a:xfrm>
            <a:off x="4636008" y="4429252"/>
            <a:ext cx="1063112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정보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결합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D7E5A82-DAE1-A3A6-6792-8B91C704B228}"/>
                  </a:ext>
                </a:extLst>
              </p:cNvPr>
              <p:cNvSpPr txBox="1"/>
              <p:nvPr/>
            </p:nvSpPr>
            <p:spPr>
              <a:xfrm>
                <a:off x="4636008" y="4932398"/>
                <a:ext cx="3145534" cy="7181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defTabSz="457200" latinLnBrk="0">
                  <a:spcAft>
                    <a:spcPts val="800"/>
                  </a:spcAft>
                  <a:defRPr sz="1700">
                    <a:solidFill>
                      <a:srgbClr val="5C6574"/>
                    </a:solidFill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ko-KR" altLang="ar-AE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ar-AE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ar-AE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altLang="ko-KR" sz="1700" b="0" i="1" smtClean="0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ar-AE" altLang="ko-KR" sz="1700" i="1">
                        <a:solidFill>
                          <a:srgbClr val="5C6574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 부분 제공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lang="ko-KR" altLang="en-US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800"/>
                  </a:spcAft>
                  <a:buClrTx/>
                  <a:buSzTx/>
                  <a:buFontTx/>
                  <a:buNone/>
                  <a:tabLst/>
                  <a:defRPr sz="1700">
                    <a:solidFill>
                      <a:srgbClr val="5C6574"/>
                    </a:solidFill>
                  </a:defRPr>
                </a:pPr>
                <a:r>
                  <a:rPr kumimoji="0" 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CNN</a:t>
                </a:r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과 결합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D7E5A82-DAE1-A3A6-6792-8B91C704B2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6008" y="4932398"/>
                <a:ext cx="3145534" cy="718145"/>
              </a:xfrm>
              <a:prstGeom prst="rect">
                <a:avLst/>
              </a:prstGeom>
              <a:blipFill>
                <a:blip r:embed="rId4"/>
                <a:stretch>
                  <a:fillRect l="-1359" t="-2542" b="-1101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9D87D50-D590-74B6-AFEC-7804F1BC6CCA}"/>
              </a:ext>
            </a:extLst>
          </p:cNvPr>
          <p:cNvSpPr/>
          <p:nvPr/>
        </p:nvSpPr>
        <p:spPr>
          <a:xfrm>
            <a:off x="8037575" y="1737361"/>
            <a:ext cx="3383280" cy="1385882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0C25C67-90EB-1D35-794D-39BE130E3087}"/>
              </a:ext>
            </a:extLst>
          </p:cNvPr>
          <p:cNvSpPr/>
          <p:nvPr/>
        </p:nvSpPr>
        <p:spPr>
          <a:xfrm>
            <a:off x="8037575" y="1737361"/>
            <a:ext cx="73152" cy="1385882"/>
          </a:xfrm>
          <a:prstGeom prst="rect">
            <a:avLst/>
          </a:prstGeom>
          <a:solidFill>
            <a:srgbClr val="BE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79C1652-D878-4A79-E23A-3D93B75FA92D}"/>
              </a:ext>
            </a:extLst>
          </p:cNvPr>
          <p:cNvSpPr txBox="1"/>
          <p:nvPr/>
        </p:nvSpPr>
        <p:spPr>
          <a:xfrm>
            <a:off x="8266175" y="1901952"/>
            <a:ext cx="595035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출력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011AF1-8071-1C11-6CF0-ABFEF2F58A2C}"/>
              </a:ext>
            </a:extLst>
          </p:cNvPr>
          <p:cNvSpPr txBox="1"/>
          <p:nvPr/>
        </p:nvSpPr>
        <p:spPr>
          <a:xfrm>
            <a:off x="8156448" y="2346652"/>
            <a:ext cx="3145534" cy="718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lang="ko-KR" altLang="en-US" sz="17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+mn-ea"/>
                <a:cs typeface="+mn-cs"/>
              </a:rPr>
              <a:t>전하의 추정 위치 출력</a:t>
            </a:r>
            <a:r>
              <a:rPr kumimoji="0" lang="en-US" altLang="ko-KR" sz="17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+mn-ea"/>
                <a:cs typeface="+mn-cs"/>
              </a:rPr>
              <a:t>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lang="ko-KR" altLang="en-US" sz="1700" dirty="0">
                <a:solidFill>
                  <a:srgbClr val="5C6574"/>
                </a:solidFill>
                <a:latin typeface="+mn-ea"/>
              </a:rPr>
              <a:t>원본과 비교해 회귀</a:t>
            </a:r>
            <a:r>
              <a:rPr lang="en-US" altLang="ko-KR" sz="1700" dirty="0">
                <a:solidFill>
                  <a:srgbClr val="5C6574"/>
                </a:solidFill>
                <a:latin typeface="+mn-ea"/>
              </a:rPr>
              <a:t>.</a:t>
            </a:r>
            <a:endParaRPr kumimoji="0" sz="170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18" name="화살표: 오른쪽 17">
            <a:extLst>
              <a:ext uri="{FF2B5EF4-FFF2-40B4-BE49-F238E27FC236}">
                <a16:creationId xmlns:a16="http://schemas.microsoft.com/office/drawing/2014/main" id="{A6A08272-230B-CE67-45CE-62EF47459F87}"/>
              </a:ext>
            </a:extLst>
          </p:cNvPr>
          <p:cNvSpPr/>
          <p:nvPr/>
        </p:nvSpPr>
        <p:spPr>
          <a:xfrm rot="2895005">
            <a:off x="3729774" y="3241717"/>
            <a:ext cx="1044372" cy="1041400"/>
          </a:xfrm>
          <a:prstGeom prst="rightArrow">
            <a:avLst>
              <a:gd name="adj1" fmla="val 32556"/>
              <a:gd name="adj2" fmla="val 40804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화살표: 오른쪽 19">
            <a:extLst>
              <a:ext uri="{FF2B5EF4-FFF2-40B4-BE49-F238E27FC236}">
                <a16:creationId xmlns:a16="http://schemas.microsoft.com/office/drawing/2014/main" id="{25C0403A-ACD3-F909-6120-568CFCD7A8E1}"/>
              </a:ext>
            </a:extLst>
          </p:cNvPr>
          <p:cNvSpPr/>
          <p:nvPr/>
        </p:nvSpPr>
        <p:spPr>
          <a:xfrm rot="18826984">
            <a:off x="7415273" y="3171264"/>
            <a:ext cx="1044372" cy="1041400"/>
          </a:xfrm>
          <a:prstGeom prst="rightArrow">
            <a:avLst>
              <a:gd name="adj1" fmla="val 32556"/>
              <a:gd name="adj2" fmla="val 40804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6868702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/>
      <p:bldP spid="5" grpId="0"/>
      <p:bldP spid="20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BEB413-9279-1E0C-E4B7-89C6236DF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FCD14B6-7D4D-8A04-72FF-CA2840D28003}"/>
              </a:ext>
            </a:extLst>
          </p:cNvPr>
          <p:cNvSpPr txBox="1"/>
          <p:nvPr/>
        </p:nvSpPr>
        <p:spPr>
          <a:xfrm>
            <a:off x="658368" y="384048"/>
            <a:ext cx="3546164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 defTabSz="457200" latinLnBrk="0">
              <a:defRPr sz="2800" b="1">
                <a:solidFill>
                  <a:srgbClr val="18233A"/>
                </a:solidFill>
              </a:defRPr>
            </a:pPr>
            <a:r>
              <a:rPr kumimoji="0" lang="en-US" altLang="ko-KR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</a:rPr>
              <a:t>AI</a:t>
            </a:r>
            <a:r>
              <a:rPr lang="en-US" altLang="ko-KR" sz="2800" b="1" dirty="0">
                <a:solidFill>
                  <a:srgbClr val="18233A"/>
                </a:solidFill>
                <a:latin typeface="+mj-ea"/>
                <a:ea typeface="+mj-ea"/>
              </a:rPr>
              <a:t> 3</a:t>
            </a:r>
            <a:r>
              <a:rPr kumimoji="0" lang="en-US" altLang="ko-KR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</a:rPr>
              <a:t>)</a:t>
            </a:r>
            <a:r>
              <a:rPr lang="ko-KR" altLang="en-US" sz="2800" dirty="0">
                <a:latin typeface="+mj-ea"/>
                <a:ea typeface="+mj-ea"/>
              </a:rPr>
              <a:t> 순열 불변 매칭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F5D9783-862C-14E0-E4D7-E875838A95F9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17471552-02C7-116E-D171-B11BA0CCF4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96CDC5C-D63C-11E6-BDEF-A4D0EDBAC9BC}"/>
                  </a:ext>
                </a:extLst>
              </p:cNvPr>
              <p:cNvSpPr txBox="1"/>
              <p:nvPr/>
            </p:nvSpPr>
            <p:spPr>
              <a:xfrm>
                <a:off x="3697105" y="1487761"/>
                <a:ext cx="4797788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4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T</a:t>
                </a:r>
                <a:r>
                  <a:rPr lang="en-US" altLang="ko-KR" sz="4000" dirty="0"/>
                  <a:t> = {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</m:oMath>
                </a14:m>
                <a:r>
                  <a:rPr lang="en-US" altLang="ko-KR" sz="4000" dirty="0"/>
                  <a:t>}</a:t>
                </a:r>
                <a:endParaRPr lang="ko-KR" altLang="en-US" sz="4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96CDC5C-D63C-11E6-BDEF-A4D0EDBAC9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7105" y="1487761"/>
                <a:ext cx="4797788" cy="707886"/>
              </a:xfrm>
              <a:prstGeom prst="rect">
                <a:avLst/>
              </a:prstGeom>
              <a:blipFill>
                <a:blip r:embed="rId4"/>
                <a:stretch>
                  <a:fillRect l="-4442" t="-17241" r="-3426" b="-3706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8DA972A-D2D7-6494-8FDC-8FF5DB1EAEF3}"/>
                  </a:ext>
                </a:extLst>
              </p:cNvPr>
              <p:cNvSpPr txBox="1"/>
              <p:nvPr/>
            </p:nvSpPr>
            <p:spPr>
              <a:xfrm>
                <a:off x="3697105" y="4001430"/>
                <a:ext cx="4925066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4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P</a:t>
                </a:r>
                <a:r>
                  <a:rPr lang="en-US" altLang="ko-KR" sz="4000" dirty="0"/>
                  <a:t> = {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ko-KR" sz="4000" dirty="0"/>
                  <a:t>}</a:t>
                </a:r>
                <a:endParaRPr lang="ko-KR" altLang="en-US" sz="4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8DA972A-D2D7-6494-8FDC-8FF5DB1EAE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7105" y="4001430"/>
                <a:ext cx="4925066" cy="707886"/>
              </a:xfrm>
              <a:prstGeom prst="rect">
                <a:avLst/>
              </a:prstGeom>
              <a:blipFill>
                <a:blip r:embed="rId5"/>
                <a:stretch>
                  <a:fillRect l="-4332" t="-17094" r="-619" b="-3589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8BE21645-D180-C909-43B9-FEE7427CD26E}"/>
              </a:ext>
            </a:extLst>
          </p:cNvPr>
          <p:cNvCxnSpPr/>
          <p:nvPr/>
        </p:nvCxnSpPr>
        <p:spPr>
          <a:xfrm>
            <a:off x="5043714" y="2133600"/>
            <a:ext cx="1415143" cy="1995714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AE69014E-124F-520F-35FA-A49EBAF9FBF9}"/>
              </a:ext>
            </a:extLst>
          </p:cNvPr>
          <p:cNvCxnSpPr>
            <a:cxnSpLocks/>
          </p:cNvCxnSpPr>
          <p:nvPr/>
        </p:nvCxnSpPr>
        <p:spPr>
          <a:xfrm flipH="1">
            <a:off x="4992914" y="2053149"/>
            <a:ext cx="758371" cy="2076165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D8A4D5F2-4863-C4EE-D622-035144A61787}"/>
              </a:ext>
            </a:extLst>
          </p:cNvPr>
          <p:cNvCxnSpPr>
            <a:cxnSpLocks/>
          </p:cNvCxnSpPr>
          <p:nvPr/>
        </p:nvCxnSpPr>
        <p:spPr>
          <a:xfrm flipH="1">
            <a:off x="5802085" y="2133600"/>
            <a:ext cx="1398838" cy="1995714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0220A576-C759-2010-5ACE-0B144A3E6AE4}"/>
              </a:ext>
            </a:extLst>
          </p:cNvPr>
          <p:cNvCxnSpPr>
            <a:cxnSpLocks/>
          </p:cNvCxnSpPr>
          <p:nvPr/>
        </p:nvCxnSpPr>
        <p:spPr>
          <a:xfrm flipH="1">
            <a:off x="7170899" y="2131705"/>
            <a:ext cx="787207" cy="1997609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F08874A4-1987-F478-9B73-E0384157681B}"/>
              </a:ext>
            </a:extLst>
          </p:cNvPr>
          <p:cNvCxnSpPr>
            <a:cxnSpLocks/>
          </p:cNvCxnSpPr>
          <p:nvPr/>
        </p:nvCxnSpPr>
        <p:spPr>
          <a:xfrm>
            <a:off x="6562321" y="2195644"/>
            <a:ext cx="1334214" cy="193367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744FC608-6B16-CB3F-FD31-837D40BEB9BA}"/>
              </a:ext>
            </a:extLst>
          </p:cNvPr>
          <p:cNvCxnSpPr>
            <a:cxnSpLocks/>
          </p:cNvCxnSpPr>
          <p:nvPr/>
        </p:nvCxnSpPr>
        <p:spPr>
          <a:xfrm flipH="1">
            <a:off x="5000171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8693E51C-4B1E-B97A-4274-C928A76F75A4}"/>
              </a:ext>
            </a:extLst>
          </p:cNvPr>
          <p:cNvCxnSpPr>
            <a:cxnSpLocks/>
          </p:cNvCxnSpPr>
          <p:nvPr/>
        </p:nvCxnSpPr>
        <p:spPr>
          <a:xfrm flipH="1">
            <a:off x="5769108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51449E9E-1BB9-0BBF-F60F-960EDE8FAB61}"/>
              </a:ext>
            </a:extLst>
          </p:cNvPr>
          <p:cNvCxnSpPr>
            <a:cxnSpLocks/>
          </p:cNvCxnSpPr>
          <p:nvPr/>
        </p:nvCxnSpPr>
        <p:spPr>
          <a:xfrm flipH="1">
            <a:off x="6445274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45677923-4A91-9BC6-422D-DCFA2CBBB300}"/>
              </a:ext>
            </a:extLst>
          </p:cNvPr>
          <p:cNvCxnSpPr>
            <a:cxnSpLocks/>
          </p:cNvCxnSpPr>
          <p:nvPr/>
        </p:nvCxnSpPr>
        <p:spPr>
          <a:xfrm flipH="1">
            <a:off x="7170899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39FAAD69-6354-18E6-6B04-9403E18EB88F}"/>
              </a:ext>
            </a:extLst>
          </p:cNvPr>
          <p:cNvCxnSpPr>
            <a:cxnSpLocks/>
          </p:cNvCxnSpPr>
          <p:nvPr/>
        </p:nvCxnSpPr>
        <p:spPr>
          <a:xfrm flipH="1">
            <a:off x="7926380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CF051E5A-34B0-5CA3-668A-F50302562A22}"/>
              </a:ext>
            </a:extLst>
          </p:cNvPr>
          <p:cNvSpPr txBox="1"/>
          <p:nvPr/>
        </p:nvSpPr>
        <p:spPr>
          <a:xfrm>
            <a:off x="578930" y="2425683"/>
            <a:ext cx="3943864" cy="86177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ko-KR" altLang="en-US" sz="2500" b="1" dirty="0"/>
              <a:t>실제로 옳은 예측도 순서로 인해 </a:t>
            </a:r>
            <a:r>
              <a:rPr lang="ko-KR" altLang="en-US" sz="2500" b="1" dirty="0">
                <a:solidFill>
                  <a:srgbClr val="FFFF00"/>
                </a:solidFill>
              </a:rPr>
              <a:t>오답처리</a:t>
            </a:r>
            <a:r>
              <a:rPr lang="ko-KR" altLang="en-US" sz="2500" b="1" dirty="0"/>
              <a:t> 될 수 있음</a:t>
            </a:r>
            <a:r>
              <a:rPr lang="en-US" altLang="ko-KR" sz="2500" b="1" dirty="0"/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B778F6-87B8-3FF4-82C8-433E95F0557C}"/>
              </a:ext>
            </a:extLst>
          </p:cNvPr>
          <p:cNvSpPr txBox="1"/>
          <p:nvPr/>
        </p:nvSpPr>
        <p:spPr>
          <a:xfrm>
            <a:off x="676656" y="987552"/>
            <a:ext cx="412965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lang="ko-KR" altLang="en-US" sz="1250" dirty="0">
                <a:solidFill>
                  <a:srgbClr val="5C6574"/>
                </a:solidFill>
                <a:latin typeface="Calibri"/>
              </a:rPr>
              <a:t>순서로 인해 출력 정확도가 과소평가 되는 것을 방지한다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0149979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med" p14:dur="700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0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300"/>
                            </p:stCondLst>
                            <p:childTnLst>
                              <p:par>
                                <p:cTn id="2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400"/>
                            </p:stCondLst>
                            <p:childTnLst>
                              <p:par>
                                <p:cTn id="3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500"/>
                            </p:stCondLst>
                            <p:childTnLst>
                              <p:par>
                                <p:cTn id="5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1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600"/>
                            </p:stCondLst>
                            <p:childTnLst>
                              <p:par>
                                <p:cTn id="5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1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700"/>
                            </p:stCondLst>
                            <p:childTnLst>
                              <p:par>
                                <p:cTn id="6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800"/>
                            </p:stCondLst>
                            <p:childTnLst>
                              <p:par>
                                <p:cTn id="6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900"/>
                            </p:stCondLst>
                            <p:childTnLst>
                              <p:par>
                                <p:cTn id="6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1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000"/>
                            </p:stCondLst>
                            <p:childTnLst>
                              <p:par>
                                <p:cTn id="7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" grpId="0"/>
      <p:bldP spid="26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DA549F-52A5-E6BF-87F2-84CC4599B1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84EEDB5-55A8-F7E6-2AB7-8044AF09FF34}"/>
              </a:ext>
            </a:extLst>
          </p:cNvPr>
          <p:cNvSpPr txBox="1"/>
          <p:nvPr/>
        </p:nvSpPr>
        <p:spPr>
          <a:xfrm>
            <a:off x="658368" y="384048"/>
            <a:ext cx="3546164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 defTabSz="457200" latinLnBrk="0">
              <a:defRPr sz="2800" b="1">
                <a:solidFill>
                  <a:srgbClr val="18233A"/>
                </a:solidFill>
              </a:defRPr>
            </a:pPr>
            <a:r>
              <a:rPr kumimoji="0" lang="en-US" altLang="ko-KR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</a:rPr>
              <a:t>AI</a:t>
            </a:r>
            <a:r>
              <a:rPr lang="en-US" altLang="ko-KR" sz="2800" b="1" dirty="0">
                <a:solidFill>
                  <a:srgbClr val="18233A"/>
                </a:solidFill>
                <a:latin typeface="+mj-ea"/>
                <a:ea typeface="+mj-ea"/>
              </a:rPr>
              <a:t> 3</a:t>
            </a:r>
            <a:r>
              <a:rPr kumimoji="0" lang="en-US" altLang="ko-KR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</a:rPr>
              <a:t>)</a:t>
            </a:r>
            <a:r>
              <a:rPr lang="ko-KR" altLang="en-US" sz="2800" dirty="0">
                <a:latin typeface="+mj-ea"/>
                <a:ea typeface="+mj-ea"/>
              </a:rPr>
              <a:t> 순열 불변 매칭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FB23F14-59CB-A1F0-50E7-48F67E47DB79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58486C8E-A581-AC9D-FA1D-701A1D6C85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B5A6EBC-DA17-D236-D621-BD49309555B7}"/>
                  </a:ext>
                </a:extLst>
              </p:cNvPr>
              <p:cNvSpPr txBox="1"/>
              <p:nvPr/>
            </p:nvSpPr>
            <p:spPr>
              <a:xfrm>
                <a:off x="3697105" y="1487761"/>
                <a:ext cx="4797788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4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T</a:t>
                </a:r>
                <a:r>
                  <a:rPr lang="en-US" altLang="ko-KR" sz="4000" dirty="0"/>
                  <a:t> = {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</m:oMath>
                </a14:m>
                <a:r>
                  <a:rPr lang="en-US" altLang="ko-KR" sz="4000" dirty="0"/>
                  <a:t>}</a:t>
                </a:r>
                <a:endParaRPr lang="ko-KR" altLang="en-US" sz="4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B5A6EBC-DA17-D236-D621-BD49309555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7105" y="1487761"/>
                <a:ext cx="4797788" cy="707886"/>
              </a:xfrm>
              <a:prstGeom prst="rect">
                <a:avLst/>
              </a:prstGeom>
              <a:blipFill>
                <a:blip r:embed="rId3"/>
                <a:stretch>
                  <a:fillRect l="-4442" t="-17241" r="-3426" b="-3706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C7DC583-C632-E147-CFE5-0E8D584C7E4A}"/>
                  </a:ext>
                </a:extLst>
              </p:cNvPr>
              <p:cNvSpPr txBox="1"/>
              <p:nvPr/>
            </p:nvSpPr>
            <p:spPr>
              <a:xfrm>
                <a:off x="3697105" y="4001430"/>
                <a:ext cx="4925066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4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P</a:t>
                </a:r>
                <a:r>
                  <a:rPr lang="en-US" altLang="ko-KR" sz="4000" dirty="0"/>
                  <a:t> = {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ko-KR" sz="4000" dirty="0"/>
                  <a:t>}</a:t>
                </a:r>
                <a:endParaRPr lang="ko-KR" altLang="en-US" sz="4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C7DC583-C632-E147-CFE5-0E8D584C7E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7105" y="4001430"/>
                <a:ext cx="4925066" cy="707886"/>
              </a:xfrm>
              <a:prstGeom prst="rect">
                <a:avLst/>
              </a:prstGeom>
              <a:blipFill>
                <a:blip r:embed="rId4"/>
                <a:stretch>
                  <a:fillRect l="-4332" t="-17094" r="-619" b="-3589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6FB57AA8-C90B-368B-83EE-0CC66CF6BAE9}"/>
              </a:ext>
            </a:extLst>
          </p:cNvPr>
          <p:cNvCxnSpPr>
            <a:cxnSpLocks/>
          </p:cNvCxnSpPr>
          <p:nvPr/>
        </p:nvCxnSpPr>
        <p:spPr>
          <a:xfrm flipH="1">
            <a:off x="5000171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BA38FDF6-00AA-1C19-EAEA-C22563898D39}"/>
              </a:ext>
            </a:extLst>
          </p:cNvPr>
          <p:cNvCxnSpPr>
            <a:cxnSpLocks/>
          </p:cNvCxnSpPr>
          <p:nvPr/>
        </p:nvCxnSpPr>
        <p:spPr>
          <a:xfrm flipH="1">
            <a:off x="5769108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17DC2839-C77D-C2D2-7C50-7C757F2ABC92}"/>
              </a:ext>
            </a:extLst>
          </p:cNvPr>
          <p:cNvCxnSpPr>
            <a:cxnSpLocks/>
          </p:cNvCxnSpPr>
          <p:nvPr/>
        </p:nvCxnSpPr>
        <p:spPr>
          <a:xfrm flipH="1">
            <a:off x="6445274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8303E927-491B-A6E8-C118-9BAA2851A502}"/>
              </a:ext>
            </a:extLst>
          </p:cNvPr>
          <p:cNvCxnSpPr>
            <a:cxnSpLocks/>
          </p:cNvCxnSpPr>
          <p:nvPr/>
        </p:nvCxnSpPr>
        <p:spPr>
          <a:xfrm flipH="1">
            <a:off x="7170899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871FEFB6-376B-4BCD-F4C3-0A21D55733D0}"/>
              </a:ext>
            </a:extLst>
          </p:cNvPr>
          <p:cNvCxnSpPr>
            <a:cxnSpLocks/>
          </p:cNvCxnSpPr>
          <p:nvPr/>
        </p:nvCxnSpPr>
        <p:spPr>
          <a:xfrm flipH="1">
            <a:off x="7926380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27D5A2B7-3B40-534D-4781-CBFF8745B558}"/>
              </a:ext>
            </a:extLst>
          </p:cNvPr>
          <p:cNvCxnSpPr>
            <a:cxnSpLocks/>
          </p:cNvCxnSpPr>
          <p:nvPr/>
        </p:nvCxnSpPr>
        <p:spPr>
          <a:xfrm flipH="1">
            <a:off x="5000171" y="2133600"/>
            <a:ext cx="768937" cy="1995714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31CB6F52-9D31-B7E4-6D2A-ACB8FD9EE178}"/>
              </a:ext>
            </a:extLst>
          </p:cNvPr>
          <p:cNvCxnSpPr>
            <a:cxnSpLocks/>
          </p:cNvCxnSpPr>
          <p:nvPr/>
        </p:nvCxnSpPr>
        <p:spPr>
          <a:xfrm>
            <a:off x="5065486" y="2133600"/>
            <a:ext cx="703622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1BE6CFD7-BA46-108A-311C-46ED2EE40117}"/>
              </a:ext>
            </a:extLst>
          </p:cNvPr>
          <p:cNvCxnSpPr>
            <a:cxnSpLocks/>
          </p:cNvCxnSpPr>
          <p:nvPr/>
        </p:nvCxnSpPr>
        <p:spPr>
          <a:xfrm flipH="1">
            <a:off x="6445274" y="2133600"/>
            <a:ext cx="1524649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>
            <a:extLst>
              <a:ext uri="{FF2B5EF4-FFF2-40B4-BE49-F238E27FC236}">
                <a16:creationId xmlns:a16="http://schemas.microsoft.com/office/drawing/2014/main" id="{7EC0CC40-1BB7-924E-C152-5D4BBE8A9018}"/>
              </a:ext>
            </a:extLst>
          </p:cNvPr>
          <p:cNvCxnSpPr>
            <a:cxnSpLocks/>
          </p:cNvCxnSpPr>
          <p:nvPr/>
        </p:nvCxnSpPr>
        <p:spPr>
          <a:xfrm flipH="1">
            <a:off x="7170899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4AC79363-6C7E-B42B-7598-C8176028C155}"/>
              </a:ext>
            </a:extLst>
          </p:cNvPr>
          <p:cNvCxnSpPr>
            <a:cxnSpLocks/>
          </p:cNvCxnSpPr>
          <p:nvPr/>
        </p:nvCxnSpPr>
        <p:spPr>
          <a:xfrm>
            <a:off x="6560457" y="2195647"/>
            <a:ext cx="1365923" cy="1933667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0682DA35-479C-5542-7397-304E41B28479}"/>
              </a:ext>
            </a:extLst>
          </p:cNvPr>
          <p:cNvCxnSpPr>
            <a:cxnSpLocks/>
          </p:cNvCxnSpPr>
          <p:nvPr/>
        </p:nvCxnSpPr>
        <p:spPr>
          <a:xfrm flipH="1">
            <a:off x="5152571" y="2286000"/>
            <a:ext cx="768937" cy="1995714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5E5D32D8-DAA7-7BE3-08D4-453A63466DD3}"/>
              </a:ext>
            </a:extLst>
          </p:cNvPr>
          <p:cNvCxnSpPr>
            <a:cxnSpLocks/>
          </p:cNvCxnSpPr>
          <p:nvPr/>
        </p:nvCxnSpPr>
        <p:spPr>
          <a:xfrm>
            <a:off x="5217886" y="2286000"/>
            <a:ext cx="703622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A1B6A954-9B6C-0246-EBE2-A4AA9BADDA7E}"/>
              </a:ext>
            </a:extLst>
          </p:cNvPr>
          <p:cNvCxnSpPr>
            <a:cxnSpLocks/>
          </p:cNvCxnSpPr>
          <p:nvPr/>
        </p:nvCxnSpPr>
        <p:spPr>
          <a:xfrm flipH="1">
            <a:off x="6597674" y="2286000"/>
            <a:ext cx="1524649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49573678-9158-AEB7-3AAB-211C53383A0A}"/>
              </a:ext>
            </a:extLst>
          </p:cNvPr>
          <p:cNvCxnSpPr>
            <a:cxnSpLocks/>
          </p:cNvCxnSpPr>
          <p:nvPr/>
        </p:nvCxnSpPr>
        <p:spPr>
          <a:xfrm flipH="1">
            <a:off x="7300686" y="2286000"/>
            <a:ext cx="66156" cy="18433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13DB7ACC-2895-D85C-EF69-5A85FFF34406}"/>
              </a:ext>
            </a:extLst>
          </p:cNvPr>
          <p:cNvCxnSpPr>
            <a:cxnSpLocks/>
          </p:cNvCxnSpPr>
          <p:nvPr/>
        </p:nvCxnSpPr>
        <p:spPr>
          <a:xfrm>
            <a:off x="6712857" y="2348047"/>
            <a:ext cx="1365923" cy="1933667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3E91D4EC-8E9F-92B3-1AB0-451E28472024}"/>
              </a:ext>
            </a:extLst>
          </p:cNvPr>
          <p:cNvCxnSpPr>
            <a:cxnSpLocks/>
          </p:cNvCxnSpPr>
          <p:nvPr/>
        </p:nvCxnSpPr>
        <p:spPr>
          <a:xfrm flipH="1">
            <a:off x="5000171" y="2195647"/>
            <a:ext cx="812480" cy="1933667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4FDB11D5-E8C1-8B9E-286C-11F3797B0179}"/>
              </a:ext>
            </a:extLst>
          </p:cNvPr>
          <p:cNvCxnSpPr>
            <a:cxnSpLocks/>
          </p:cNvCxnSpPr>
          <p:nvPr/>
        </p:nvCxnSpPr>
        <p:spPr>
          <a:xfrm flipH="1">
            <a:off x="5769108" y="2195647"/>
            <a:ext cx="719709" cy="1933667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300E7EAE-768F-3810-BC56-4E502789F562}"/>
              </a:ext>
            </a:extLst>
          </p:cNvPr>
          <p:cNvCxnSpPr>
            <a:cxnSpLocks/>
          </p:cNvCxnSpPr>
          <p:nvPr/>
        </p:nvCxnSpPr>
        <p:spPr>
          <a:xfrm>
            <a:off x="5021102" y="2195647"/>
            <a:ext cx="1424172" cy="1933667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8325A48A-4D10-2149-B1B8-87E05C1734C7}"/>
              </a:ext>
            </a:extLst>
          </p:cNvPr>
          <p:cNvCxnSpPr>
            <a:cxnSpLocks/>
          </p:cNvCxnSpPr>
          <p:nvPr/>
        </p:nvCxnSpPr>
        <p:spPr>
          <a:xfrm flipH="1">
            <a:off x="7170899" y="2195647"/>
            <a:ext cx="799024" cy="1933667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BAF91824-FBC1-8DA1-E974-EADE928751B3}"/>
              </a:ext>
            </a:extLst>
          </p:cNvPr>
          <p:cNvCxnSpPr>
            <a:cxnSpLocks/>
          </p:cNvCxnSpPr>
          <p:nvPr/>
        </p:nvCxnSpPr>
        <p:spPr>
          <a:xfrm>
            <a:off x="7315200" y="2195647"/>
            <a:ext cx="611180" cy="1933667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9AE3A749-EB9A-3CC7-AF6A-AD491EA02266}"/>
              </a:ext>
            </a:extLst>
          </p:cNvPr>
          <p:cNvCxnSpPr>
            <a:cxnSpLocks/>
          </p:cNvCxnSpPr>
          <p:nvPr/>
        </p:nvCxnSpPr>
        <p:spPr>
          <a:xfrm flipH="1">
            <a:off x="5000171" y="2253082"/>
            <a:ext cx="812480" cy="1933667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직선 연결선 38">
            <a:extLst>
              <a:ext uri="{FF2B5EF4-FFF2-40B4-BE49-F238E27FC236}">
                <a16:creationId xmlns:a16="http://schemas.microsoft.com/office/drawing/2014/main" id="{E0072A8B-74DA-C719-4B0B-A71A326A6433}"/>
              </a:ext>
            </a:extLst>
          </p:cNvPr>
          <p:cNvCxnSpPr>
            <a:cxnSpLocks/>
          </p:cNvCxnSpPr>
          <p:nvPr/>
        </p:nvCxnSpPr>
        <p:spPr>
          <a:xfrm>
            <a:off x="5094514" y="2253082"/>
            <a:ext cx="674594" cy="1933667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EF960ACA-73D9-C5F2-0FD0-E9F57DE706BE}"/>
              </a:ext>
            </a:extLst>
          </p:cNvPr>
          <p:cNvCxnSpPr>
            <a:cxnSpLocks/>
          </p:cNvCxnSpPr>
          <p:nvPr/>
        </p:nvCxnSpPr>
        <p:spPr>
          <a:xfrm flipH="1">
            <a:off x="6445274" y="2191035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DC9BFA06-3B1D-1FED-520C-5F4BDE5348EE}"/>
              </a:ext>
            </a:extLst>
          </p:cNvPr>
          <p:cNvCxnSpPr>
            <a:cxnSpLocks/>
          </p:cNvCxnSpPr>
          <p:nvPr/>
        </p:nvCxnSpPr>
        <p:spPr>
          <a:xfrm flipH="1">
            <a:off x="7170899" y="2191035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F56F502E-B04F-409A-5681-B1ECDB6F1AB8}"/>
              </a:ext>
            </a:extLst>
          </p:cNvPr>
          <p:cNvCxnSpPr>
            <a:cxnSpLocks/>
          </p:cNvCxnSpPr>
          <p:nvPr/>
        </p:nvCxnSpPr>
        <p:spPr>
          <a:xfrm flipH="1">
            <a:off x="7926380" y="2191035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CF85720D-B9EB-EAE2-AA36-FB466365268F}"/>
              </a:ext>
            </a:extLst>
          </p:cNvPr>
          <p:cNvCxnSpPr/>
          <p:nvPr/>
        </p:nvCxnSpPr>
        <p:spPr>
          <a:xfrm>
            <a:off x="5043714" y="2133600"/>
            <a:ext cx="1415143" cy="1995714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98652276-2667-C437-37B5-290BD8F1E4C7}"/>
              </a:ext>
            </a:extLst>
          </p:cNvPr>
          <p:cNvCxnSpPr>
            <a:cxnSpLocks/>
          </p:cNvCxnSpPr>
          <p:nvPr/>
        </p:nvCxnSpPr>
        <p:spPr>
          <a:xfrm flipH="1">
            <a:off x="4992914" y="2053149"/>
            <a:ext cx="758371" cy="2076165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62669BCF-C8FF-DAA1-5AE1-2120C5E3B037}"/>
              </a:ext>
            </a:extLst>
          </p:cNvPr>
          <p:cNvCxnSpPr>
            <a:cxnSpLocks/>
          </p:cNvCxnSpPr>
          <p:nvPr/>
        </p:nvCxnSpPr>
        <p:spPr>
          <a:xfrm flipH="1">
            <a:off x="5802085" y="2133600"/>
            <a:ext cx="1398838" cy="1995714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8D1A6838-BEE5-AE98-5DF2-DE52CC45249C}"/>
              </a:ext>
            </a:extLst>
          </p:cNvPr>
          <p:cNvCxnSpPr>
            <a:cxnSpLocks/>
          </p:cNvCxnSpPr>
          <p:nvPr/>
        </p:nvCxnSpPr>
        <p:spPr>
          <a:xfrm flipH="1">
            <a:off x="7170899" y="2131705"/>
            <a:ext cx="787207" cy="1997609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직선 연결선 46">
            <a:extLst>
              <a:ext uri="{FF2B5EF4-FFF2-40B4-BE49-F238E27FC236}">
                <a16:creationId xmlns:a16="http://schemas.microsoft.com/office/drawing/2014/main" id="{8C5BA2AD-59BF-AAA7-F58E-DD232D17D067}"/>
              </a:ext>
            </a:extLst>
          </p:cNvPr>
          <p:cNvCxnSpPr>
            <a:cxnSpLocks/>
          </p:cNvCxnSpPr>
          <p:nvPr/>
        </p:nvCxnSpPr>
        <p:spPr>
          <a:xfrm>
            <a:off x="6562321" y="2195644"/>
            <a:ext cx="1334214" cy="193367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1526885F-F9D6-9CD5-55B4-71382D73F16D}"/>
              </a:ext>
            </a:extLst>
          </p:cNvPr>
          <p:cNvSpPr txBox="1"/>
          <p:nvPr/>
        </p:nvSpPr>
        <p:spPr>
          <a:xfrm>
            <a:off x="874284" y="2527172"/>
            <a:ext cx="3493264" cy="1323439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altLang="ko-KR" sz="4000" b="1" dirty="0"/>
              <a:t>N!</a:t>
            </a:r>
            <a:r>
              <a:rPr lang="ko-KR" altLang="en-US" sz="4000" b="1" dirty="0"/>
              <a:t>의 조합 중</a:t>
            </a:r>
            <a:endParaRPr lang="en-US" altLang="ko-KR" sz="4000" b="1" dirty="0"/>
          </a:p>
          <a:p>
            <a:r>
              <a:rPr lang="ko-KR" altLang="en-US" sz="4000" b="1" dirty="0">
                <a:solidFill>
                  <a:srgbClr val="0070C0"/>
                </a:solidFill>
              </a:rPr>
              <a:t>최소 비용 </a:t>
            </a:r>
            <a:r>
              <a:rPr lang="ko-KR" altLang="en-US" sz="4000" b="1" dirty="0"/>
              <a:t>선택</a:t>
            </a:r>
            <a:endParaRPr lang="en-US" altLang="ko-KR" sz="40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7DD309-2244-DE7F-7F5A-36307B46A22E}"/>
              </a:ext>
            </a:extLst>
          </p:cNvPr>
          <p:cNvSpPr txBox="1"/>
          <p:nvPr/>
        </p:nvSpPr>
        <p:spPr>
          <a:xfrm>
            <a:off x="676656" y="987552"/>
            <a:ext cx="412965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lang="ko-KR" altLang="en-US" sz="1250" dirty="0">
                <a:solidFill>
                  <a:srgbClr val="5C6574"/>
                </a:solidFill>
                <a:latin typeface="Calibri"/>
              </a:rPr>
              <a:t>순서로 인해 출력 정확도가 과소평가 되는 것을 방지한다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9101891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med" p14:dur="700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8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50"/>
                            </p:stCondLst>
                            <p:childTnLst>
                              <p:par>
                                <p:cTn id="1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600"/>
                            </p:stCondLst>
                            <p:childTnLst>
                              <p:par>
                                <p:cTn id="2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650"/>
                            </p:stCondLst>
                            <p:childTnLst>
                              <p:par>
                                <p:cTn id="2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700"/>
                            </p:stCondLst>
                            <p:childTnLst>
                              <p:par>
                                <p:cTn id="3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750"/>
                            </p:stCondLst>
                            <p:childTnLst>
                              <p:par>
                                <p:cTn id="35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750"/>
                            </p:stCondLst>
                            <p:childTnLst>
                              <p:par>
                                <p:cTn id="38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750"/>
                            </p:stCondLst>
                            <p:childTnLst>
                              <p:par>
                                <p:cTn id="41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750"/>
                            </p:stCondLst>
                            <p:childTnLst>
                              <p:par>
                                <p:cTn id="44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750"/>
                            </p:stCondLst>
                            <p:childTnLst>
                              <p:par>
                                <p:cTn id="47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750"/>
                            </p:stCondLst>
                            <p:childTnLst>
                              <p:par>
                                <p:cTn id="5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800"/>
                            </p:stCondLst>
                            <p:childTnLst>
                              <p:par>
                                <p:cTn id="5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850"/>
                            </p:stCondLst>
                            <p:childTnLst>
                              <p:par>
                                <p:cTn id="5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900"/>
                            </p:stCondLst>
                            <p:childTnLst>
                              <p:par>
                                <p:cTn id="6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950"/>
                            </p:stCondLst>
                            <p:childTnLst>
                              <p:par>
                                <p:cTn id="6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000"/>
                            </p:stCondLst>
                            <p:childTnLst>
                              <p:par>
                                <p:cTn id="70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000"/>
                            </p:stCondLst>
                            <p:childTnLst>
                              <p:par>
                                <p:cTn id="73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000"/>
                            </p:stCondLst>
                            <p:childTnLst>
                              <p:par>
                                <p:cTn id="76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1000"/>
                            </p:stCondLst>
                            <p:childTnLst>
                              <p:par>
                                <p:cTn id="79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1000"/>
                            </p:stCondLst>
                            <p:childTnLst>
                              <p:par>
                                <p:cTn id="82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1000"/>
                            </p:stCondLst>
                            <p:childTnLst>
                              <p:par>
                                <p:cTn id="8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1050"/>
                            </p:stCondLst>
                            <p:childTnLst>
                              <p:par>
                                <p:cTn id="8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1100"/>
                            </p:stCondLst>
                            <p:childTnLst>
                              <p:par>
                                <p:cTn id="9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1150"/>
                            </p:stCondLst>
                            <p:childTnLst>
                              <p:par>
                                <p:cTn id="9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1200"/>
                            </p:stCondLst>
                            <p:childTnLst>
                              <p:par>
                                <p:cTn id="10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1250"/>
                            </p:stCondLst>
                            <p:childTnLst>
                              <p:par>
                                <p:cTn id="105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1250"/>
                            </p:stCondLst>
                            <p:childTnLst>
                              <p:par>
                                <p:cTn id="108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0" fill="hold">
                            <p:stCondLst>
                              <p:cond delay="1250"/>
                            </p:stCondLst>
                            <p:childTnLst>
                              <p:par>
                                <p:cTn id="111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3" fill="hold">
                            <p:stCondLst>
                              <p:cond delay="1250"/>
                            </p:stCondLst>
                            <p:childTnLst>
                              <p:par>
                                <p:cTn id="114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6" fill="hold">
                            <p:stCondLst>
                              <p:cond delay="1250"/>
                            </p:stCondLst>
                            <p:childTnLst>
                              <p:par>
                                <p:cTn id="117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" fill="hold">
                            <p:stCondLst>
                              <p:cond delay="1250"/>
                            </p:stCondLst>
                            <p:childTnLst>
                              <p:par>
                                <p:cTn id="1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3" fill="hold">
                            <p:stCondLst>
                              <p:cond delay="1300"/>
                            </p:stCondLst>
                            <p:childTnLst>
                              <p:par>
                                <p:cTn id="1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" fill="hold">
                            <p:stCondLst>
                              <p:cond delay="1350"/>
                            </p:stCondLst>
                            <p:childTnLst>
                              <p:par>
                                <p:cTn id="12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1" fill="hold">
                            <p:stCondLst>
                              <p:cond delay="1400"/>
                            </p:stCondLst>
                            <p:childTnLst>
                              <p:par>
                                <p:cTn id="13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5" fill="hold">
                            <p:stCondLst>
                              <p:cond delay="1450"/>
                            </p:stCondLst>
                            <p:childTnLst>
                              <p:par>
                                <p:cTn id="13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9" fill="hold">
                            <p:stCondLst>
                              <p:cond delay="1500"/>
                            </p:stCondLst>
                            <p:childTnLst>
                              <p:par>
                                <p:cTn id="140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2" fill="hold">
                            <p:stCondLst>
                              <p:cond delay="1500"/>
                            </p:stCondLst>
                            <p:childTnLst>
                              <p:par>
                                <p:cTn id="143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5" fill="hold">
                            <p:stCondLst>
                              <p:cond delay="1500"/>
                            </p:stCondLst>
                            <p:childTnLst>
                              <p:par>
                                <p:cTn id="146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8" fill="hold">
                            <p:stCondLst>
                              <p:cond delay="1500"/>
                            </p:stCondLst>
                            <p:childTnLst>
                              <p:par>
                                <p:cTn id="149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1" fill="hold">
                            <p:stCondLst>
                              <p:cond delay="1500"/>
                            </p:stCondLst>
                            <p:childTnLst>
                              <p:par>
                                <p:cTn id="152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4" fill="hold">
                            <p:stCondLst>
                              <p:cond delay="1500"/>
                            </p:stCondLst>
                            <p:childTnLst>
                              <p:par>
                                <p:cTn id="15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8" fill="hold">
                            <p:stCondLst>
                              <p:cond delay="1550"/>
                            </p:stCondLst>
                            <p:childTnLst>
                              <p:par>
                                <p:cTn id="15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2" fill="hold">
                            <p:stCondLst>
                              <p:cond delay="1600"/>
                            </p:stCondLst>
                            <p:childTnLst>
                              <p:par>
                                <p:cTn id="16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6" fill="hold">
                            <p:stCondLst>
                              <p:cond delay="1650"/>
                            </p:stCondLst>
                            <p:childTnLst>
                              <p:par>
                                <p:cTn id="16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0" fill="hold">
                            <p:stCondLst>
                              <p:cond delay="1700"/>
                            </p:stCondLst>
                            <p:childTnLst>
                              <p:par>
                                <p:cTn id="17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3" dur="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4" fill="hold">
                            <p:stCondLst>
                              <p:cond delay="1750"/>
                            </p:stCondLst>
                            <p:childTnLst>
                              <p:par>
                                <p:cTn id="175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7" fill="hold">
                            <p:stCondLst>
                              <p:cond delay="1750"/>
                            </p:stCondLst>
                            <p:childTnLst>
                              <p:par>
                                <p:cTn id="178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0" fill="hold">
                            <p:stCondLst>
                              <p:cond delay="1750"/>
                            </p:stCondLst>
                            <p:childTnLst>
                              <p:par>
                                <p:cTn id="181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3" fill="hold">
                            <p:stCondLst>
                              <p:cond delay="1750"/>
                            </p:stCondLst>
                            <p:childTnLst>
                              <p:par>
                                <p:cTn id="184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6" fill="hold">
                            <p:stCondLst>
                              <p:cond delay="1750"/>
                            </p:stCondLst>
                            <p:childTnLst>
                              <p:par>
                                <p:cTn id="187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9" fill="hold">
                            <p:stCondLst>
                              <p:cond delay="1750"/>
                            </p:stCondLst>
                            <p:childTnLst>
                              <p:par>
                                <p:cTn id="19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3" fill="hold">
                            <p:stCondLst>
                              <p:cond delay="1800"/>
                            </p:stCondLst>
                            <p:childTnLst>
                              <p:par>
                                <p:cTn id="19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6" dur="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7" fill="hold">
                            <p:stCondLst>
                              <p:cond delay="1850"/>
                            </p:stCondLst>
                            <p:childTnLst>
                              <p:par>
                                <p:cTn id="19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1" fill="hold">
                            <p:stCondLst>
                              <p:cond delay="1900"/>
                            </p:stCondLst>
                            <p:childTnLst>
                              <p:par>
                                <p:cTn id="20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4" dur="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5" fill="hold">
                            <p:stCondLst>
                              <p:cond delay="1950"/>
                            </p:stCondLst>
                            <p:childTnLst>
                              <p:par>
                                <p:cTn id="20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8" dur="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build="allAtOnce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E57AC3-39F3-3ECE-CEFC-4A783521E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3" name="표 12">
                <a:extLst>
                  <a:ext uri="{FF2B5EF4-FFF2-40B4-BE49-F238E27FC236}">
                    <a16:creationId xmlns:a16="http://schemas.microsoft.com/office/drawing/2014/main" id="{641826AC-E82A-B2A0-E086-EF985E536CE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99105287"/>
                  </p:ext>
                </p:extLst>
              </p:nvPr>
            </p:nvGraphicFramePr>
            <p:xfrm>
              <a:off x="3495751" y="1353312"/>
              <a:ext cx="8128000" cy="50697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32000">
                      <a:extLst>
                        <a:ext uri="{9D8B030D-6E8A-4147-A177-3AD203B41FA5}">
                          <a16:colId xmlns:a16="http://schemas.microsoft.com/office/drawing/2014/main" val="1411082048"/>
                        </a:ext>
                      </a:extLst>
                    </a:gridCol>
                    <a:gridCol w="2032000">
                      <a:extLst>
                        <a:ext uri="{9D8B030D-6E8A-4147-A177-3AD203B41FA5}">
                          <a16:colId xmlns:a16="http://schemas.microsoft.com/office/drawing/2014/main" val="1850576194"/>
                        </a:ext>
                      </a:extLst>
                    </a:gridCol>
                    <a:gridCol w="2032000">
                      <a:extLst>
                        <a:ext uri="{9D8B030D-6E8A-4147-A177-3AD203B41FA5}">
                          <a16:colId xmlns:a16="http://schemas.microsoft.com/office/drawing/2014/main" val="3701787801"/>
                        </a:ext>
                      </a:extLst>
                    </a:gridCol>
                    <a:gridCol w="2032000">
                      <a:extLst>
                        <a:ext uri="{9D8B030D-6E8A-4147-A177-3AD203B41FA5}">
                          <a16:colId xmlns:a16="http://schemas.microsoft.com/office/drawing/2014/main" val="2420030416"/>
                        </a:ext>
                      </a:extLst>
                    </a:gridCol>
                  </a:tblGrid>
                  <a:tr h="724255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ko-KR" altLang="en-US" sz="1800" b="1" i="1" kern="120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ko-KR" altLang="en-US" sz="1800" b="1" i="1" kern="120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𝒈</m:t>
                                  </m:r>
                                </m:e>
                                <m:sub>
                                  <m:r>
                                    <a:rPr lang="en-US" altLang="ko-KR" sz="1800" b="1" i="1" kern="120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𝟎𝟓</m:t>
                                  </m:r>
                                </m:sub>
                              </m:sSub>
                            </m:oMath>
                          </a14:m>
                          <a:r>
                            <a:rPr lang="ko-KR" altLang="en-US" dirty="0">
                              <a:solidFill>
                                <a:schemeClr val="bg1"/>
                              </a:solidFill>
                            </a:rPr>
                            <a:t> 제공량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ko-KR" altLang="en-US" sz="1800" b="1" i="1" kern="120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ko-KR" altLang="en-US" sz="1800" b="1" i="1" kern="120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𝒈</m:t>
                                  </m:r>
                                </m:e>
                                <m:sub>
                                  <m:r>
                                    <a:rPr lang="en-US" altLang="ko-KR" sz="1800" b="1" i="1" kern="120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𝟎𝟓</m:t>
                                  </m:r>
                                </m:sub>
                              </m:sSub>
                            </m:oMath>
                          </a14:m>
                          <a:r>
                            <a:rPr lang="ko-KR" altLang="en-US" dirty="0">
                              <a:solidFill>
                                <a:schemeClr val="bg1"/>
                              </a:solidFill>
                            </a:rPr>
                            <a:t> 관측 점 수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dirty="0">
                              <a:solidFill>
                                <a:schemeClr val="bg1"/>
                              </a:solidFill>
                            </a:rPr>
                            <a:t>평균 전하 위치 </a:t>
                          </a:r>
                          <a:endParaRPr lang="en-US" altLang="ko-KR" dirty="0">
                            <a:solidFill>
                              <a:schemeClr val="bg1"/>
                            </a:solidFill>
                          </a:endParaRPr>
                        </a:p>
                        <a:p>
                          <a:pPr algn="ctr" latinLnBrk="1"/>
                          <a:r>
                            <a:rPr lang="ko-KR" altLang="en-US" dirty="0">
                              <a:solidFill>
                                <a:schemeClr val="bg1"/>
                              </a:solidFill>
                            </a:rPr>
                            <a:t>오차</a:t>
                          </a:r>
                          <a:r>
                            <a:rPr lang="en-US" altLang="ko-KR" dirty="0">
                              <a:solidFill>
                                <a:schemeClr val="bg1"/>
                              </a:solidFill>
                            </a:rPr>
                            <a:t>(</a:t>
                          </a:r>
                          <a:r>
                            <a:rPr lang="en-US" altLang="ko-KR" dirty="0" err="1">
                              <a:solidFill>
                                <a:schemeClr val="bg1"/>
                              </a:solidFill>
                            </a:rPr>
                            <a:t>a.u</a:t>
                          </a:r>
                          <a:r>
                            <a:rPr lang="en-US" altLang="ko-KR" dirty="0">
                              <a:solidFill>
                                <a:schemeClr val="bg1"/>
                              </a:solidFill>
                            </a:rPr>
                            <a:t>.)</a:t>
                          </a:r>
                          <a:endParaRPr lang="ko-KR" altLang="en-US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dirty="0">
                              <a:solidFill>
                                <a:schemeClr val="bg1"/>
                              </a:solidFill>
                            </a:rPr>
                            <a:t>평균 전하 크기</a:t>
                          </a:r>
                          <a:endParaRPr lang="en-US" altLang="ko-KR" dirty="0">
                            <a:solidFill>
                              <a:schemeClr val="bg1"/>
                            </a:solidFill>
                          </a:endParaRPr>
                        </a:p>
                        <a:p>
                          <a:pPr algn="ctr" latinLnBrk="1"/>
                          <a:r>
                            <a:rPr lang="ko-KR" altLang="en-US" dirty="0">
                              <a:solidFill>
                                <a:schemeClr val="bg1"/>
                              </a:solidFill>
                            </a:rPr>
                            <a:t>오차</a:t>
                          </a:r>
                          <a:r>
                            <a:rPr lang="en-US" altLang="ko-KR" dirty="0">
                              <a:solidFill>
                                <a:schemeClr val="bg1"/>
                              </a:solidFill>
                            </a:rPr>
                            <a:t>(</a:t>
                          </a:r>
                          <a:r>
                            <a:rPr lang="en-US" altLang="ko-KR" dirty="0" err="1">
                              <a:solidFill>
                                <a:schemeClr val="bg1"/>
                              </a:solidFill>
                            </a:rPr>
                            <a:t>a.u</a:t>
                          </a:r>
                          <a:r>
                            <a:rPr lang="en-US" altLang="ko-KR" dirty="0">
                              <a:solidFill>
                                <a:schemeClr val="bg1"/>
                              </a:solidFill>
                            </a:rPr>
                            <a:t>.)</a:t>
                          </a:r>
                          <a:endParaRPr lang="ko-KR" altLang="en-US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12105439"/>
                      </a:ext>
                    </a:extLst>
                  </a:tr>
                  <a:tr h="724255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0.7302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0.1582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223932972"/>
                      </a:ext>
                    </a:extLst>
                  </a:tr>
                  <a:tr h="724255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3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0.7278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0.1548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694382130"/>
                      </a:ext>
                    </a:extLst>
                  </a:tr>
                  <a:tr h="724255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8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0.7338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0.1551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167900972"/>
                      </a:ext>
                    </a:extLst>
                  </a:tr>
                  <a:tr h="724255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16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0.7328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0.1553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738240570"/>
                      </a:ext>
                    </a:extLst>
                  </a:tr>
                  <a:tr h="724255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24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0.7258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0.1558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447207521"/>
                      </a:ext>
                    </a:extLst>
                  </a:tr>
                  <a:tr h="724255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32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0.7231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0.1547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77660629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3" name="표 12">
                <a:extLst>
                  <a:ext uri="{FF2B5EF4-FFF2-40B4-BE49-F238E27FC236}">
                    <a16:creationId xmlns:a16="http://schemas.microsoft.com/office/drawing/2014/main" id="{641826AC-E82A-B2A0-E086-EF985E536CE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99105287"/>
                  </p:ext>
                </p:extLst>
              </p:nvPr>
            </p:nvGraphicFramePr>
            <p:xfrm>
              <a:off x="3495751" y="1353312"/>
              <a:ext cx="8128000" cy="50697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32000">
                      <a:extLst>
                        <a:ext uri="{9D8B030D-6E8A-4147-A177-3AD203B41FA5}">
                          <a16:colId xmlns:a16="http://schemas.microsoft.com/office/drawing/2014/main" val="1411082048"/>
                        </a:ext>
                      </a:extLst>
                    </a:gridCol>
                    <a:gridCol w="2032000">
                      <a:extLst>
                        <a:ext uri="{9D8B030D-6E8A-4147-A177-3AD203B41FA5}">
                          <a16:colId xmlns:a16="http://schemas.microsoft.com/office/drawing/2014/main" val="1850576194"/>
                        </a:ext>
                      </a:extLst>
                    </a:gridCol>
                    <a:gridCol w="2032000">
                      <a:extLst>
                        <a:ext uri="{9D8B030D-6E8A-4147-A177-3AD203B41FA5}">
                          <a16:colId xmlns:a16="http://schemas.microsoft.com/office/drawing/2014/main" val="3701787801"/>
                        </a:ext>
                      </a:extLst>
                    </a:gridCol>
                    <a:gridCol w="2032000">
                      <a:extLst>
                        <a:ext uri="{9D8B030D-6E8A-4147-A177-3AD203B41FA5}">
                          <a16:colId xmlns:a16="http://schemas.microsoft.com/office/drawing/2014/main" val="2420030416"/>
                        </a:ext>
                      </a:extLst>
                    </a:gridCol>
                  </a:tblGrid>
                  <a:tr h="724255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99" t="-1681" r="-300599" b="-60084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601" t="-1681" r="-201502" b="-60084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dirty="0">
                              <a:solidFill>
                                <a:schemeClr val="bg1"/>
                              </a:solidFill>
                            </a:rPr>
                            <a:t>평균 전하 위치 </a:t>
                          </a:r>
                          <a:endParaRPr lang="en-US" altLang="ko-KR" dirty="0">
                            <a:solidFill>
                              <a:schemeClr val="bg1"/>
                            </a:solidFill>
                          </a:endParaRPr>
                        </a:p>
                        <a:p>
                          <a:pPr algn="ctr" latinLnBrk="1"/>
                          <a:r>
                            <a:rPr lang="ko-KR" altLang="en-US" dirty="0">
                              <a:solidFill>
                                <a:schemeClr val="bg1"/>
                              </a:solidFill>
                            </a:rPr>
                            <a:t>오차</a:t>
                          </a:r>
                          <a:r>
                            <a:rPr lang="en-US" altLang="ko-KR" dirty="0">
                              <a:solidFill>
                                <a:schemeClr val="bg1"/>
                              </a:solidFill>
                            </a:rPr>
                            <a:t>(</a:t>
                          </a:r>
                          <a:r>
                            <a:rPr lang="en-US" altLang="ko-KR" dirty="0" err="1">
                              <a:solidFill>
                                <a:schemeClr val="bg1"/>
                              </a:solidFill>
                            </a:rPr>
                            <a:t>a.u</a:t>
                          </a:r>
                          <a:r>
                            <a:rPr lang="en-US" altLang="ko-KR" dirty="0">
                              <a:solidFill>
                                <a:schemeClr val="bg1"/>
                              </a:solidFill>
                            </a:rPr>
                            <a:t>.)</a:t>
                          </a:r>
                          <a:endParaRPr lang="ko-KR" altLang="en-US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dirty="0">
                              <a:solidFill>
                                <a:schemeClr val="bg1"/>
                              </a:solidFill>
                            </a:rPr>
                            <a:t>평균 전하 크기</a:t>
                          </a:r>
                          <a:endParaRPr lang="en-US" altLang="ko-KR" dirty="0">
                            <a:solidFill>
                              <a:schemeClr val="bg1"/>
                            </a:solidFill>
                          </a:endParaRPr>
                        </a:p>
                        <a:p>
                          <a:pPr algn="ctr" latinLnBrk="1"/>
                          <a:r>
                            <a:rPr lang="ko-KR" altLang="en-US" dirty="0">
                              <a:solidFill>
                                <a:schemeClr val="bg1"/>
                              </a:solidFill>
                            </a:rPr>
                            <a:t>오차</a:t>
                          </a:r>
                          <a:r>
                            <a:rPr lang="en-US" altLang="ko-KR" dirty="0">
                              <a:solidFill>
                                <a:schemeClr val="bg1"/>
                              </a:solidFill>
                            </a:rPr>
                            <a:t>(</a:t>
                          </a:r>
                          <a:r>
                            <a:rPr lang="en-US" altLang="ko-KR" dirty="0" err="1">
                              <a:solidFill>
                                <a:schemeClr val="bg1"/>
                              </a:solidFill>
                            </a:rPr>
                            <a:t>a.u</a:t>
                          </a:r>
                          <a:r>
                            <a:rPr lang="en-US" altLang="ko-KR" dirty="0">
                              <a:solidFill>
                                <a:schemeClr val="bg1"/>
                              </a:solidFill>
                            </a:rPr>
                            <a:t>.)</a:t>
                          </a:r>
                          <a:endParaRPr lang="ko-KR" altLang="en-US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12105439"/>
                      </a:ext>
                    </a:extLst>
                  </a:tr>
                  <a:tr h="724255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0.7302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0.1582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223932972"/>
                      </a:ext>
                    </a:extLst>
                  </a:tr>
                  <a:tr h="724255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3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0.7278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0.1548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694382130"/>
                      </a:ext>
                    </a:extLst>
                  </a:tr>
                  <a:tr h="724255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8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0.7338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0.1551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167900972"/>
                      </a:ext>
                    </a:extLst>
                  </a:tr>
                  <a:tr h="724255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16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0.7328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0.1553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738240570"/>
                      </a:ext>
                    </a:extLst>
                  </a:tr>
                  <a:tr h="724255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24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0.7258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0.1558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447207521"/>
                      </a:ext>
                    </a:extLst>
                  </a:tr>
                  <a:tr h="724255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32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0.7231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0.1547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7766062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3506D543-7224-B9ED-714B-FA2E7E12B1DD}"/>
              </a:ext>
            </a:extLst>
          </p:cNvPr>
          <p:cNvSpPr txBox="1"/>
          <p:nvPr/>
        </p:nvSpPr>
        <p:spPr>
          <a:xfrm>
            <a:off x="676656" y="987552"/>
            <a:ext cx="3167855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얼마나 적은 부호 정보로 복원이 가능한가</a:t>
            </a:r>
            <a:r>
              <a:rPr kumimoji="0" lang="en-US" altLang="ko-KR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2F5306A-9B9F-0F3B-4AF7-53F3E053342A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6488123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18233A"/>
                    </a:solidFill>
                    <a:latin typeface="+mj-ea"/>
                    <a:ea typeface="+mj-ea"/>
                  </a:rPr>
                  <a:t>3</a:t>
                </a:r>
                <a:r>
                  <a:rPr lang="en-US" altLang="ko-KR" sz="2800" b="1" noProof="0" dirty="0">
                    <a:solidFill>
                      <a:srgbClr val="18233A"/>
                    </a:solidFill>
                    <a:latin typeface="+mj-ea"/>
                    <a:ea typeface="+mj-ea"/>
                  </a:rPr>
                  <a:t>. </a:t>
                </a:r>
                <a:r>
                  <a:rPr lang="ko-KR" altLang="en-US" sz="2800" b="1" noProof="0" dirty="0">
                    <a:solidFill>
                      <a:srgbClr val="18233A"/>
                    </a:solidFill>
                    <a:latin typeface="+mj-ea"/>
                    <a:ea typeface="+mj-ea"/>
                  </a:rPr>
                  <a:t>탐구 결과</a:t>
                </a:r>
                <a:r>
                  <a:rPr lang="en-US" altLang="ko-KR" sz="2800" b="1" noProof="0" dirty="0">
                    <a:solidFill>
                      <a:srgbClr val="18233A"/>
                    </a:solidFill>
                    <a:latin typeface="+mj-ea"/>
                    <a:ea typeface="+mj-ea"/>
                  </a:rPr>
                  <a:t>-</a:t>
                </a:r>
                <a:r>
                  <a:rPr lang="en-US" altLang="ko-KR" sz="2800" b="1" dirty="0">
                    <a:solidFill>
                      <a:srgbClr val="18233A"/>
                    </a:solidFill>
                    <a:latin typeface="+mj-ea"/>
                    <a:ea typeface="+mj-ea"/>
                  </a:rPr>
                  <a:t>1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233A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)</a:t>
                </a:r>
                <a:r>
                  <a:rPr lang="ko-KR" altLang="en-US" sz="2800" dirty="0">
                    <a:latin typeface="+mj-ea"/>
                    <a:ea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 smtClean="0"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a:rPr lang="ko-KR" altLang="en-US" sz="2800" b="1" i="1" smtClean="0">
                            <a:latin typeface="Cambria Math" panose="02040503050406030204" pitchFamily="18" charset="0"/>
                            <a:ea typeface="+mj-ea"/>
                          </a:rPr>
                          <m:t>𝒈</m:t>
                        </m:r>
                      </m:e>
                      <m:sub>
                        <m:r>
                          <a:rPr lang="en-US" altLang="ko-KR" sz="2800" b="1" i="1" smtClean="0">
                            <a:latin typeface="Cambria Math" panose="02040503050406030204" pitchFamily="18" charset="0"/>
                            <a:ea typeface="+mj-ea"/>
                          </a:rPr>
                          <m:t>𝟎𝟓</m:t>
                        </m:r>
                      </m:sub>
                    </m:sSub>
                  </m:oMath>
                </a14:m>
                <a:r>
                  <a:rPr kumimoji="0" lang="ko-KR" altLang="en-US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233A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정보량에 따른 비교</a:t>
                </a:r>
                <a:endParaRPr kumimoji="0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18233A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2F5306A-9B9F-0F3B-4AF7-53F3E05334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6488123" cy="523220"/>
              </a:xfrm>
              <a:prstGeom prst="rect">
                <a:avLst/>
              </a:prstGeom>
              <a:blipFill>
                <a:blip r:embed="rId4"/>
                <a:stretch>
                  <a:fillRect l="-1880" t="-11628" r="-846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251248C5-1FA0-7EC6-C2B9-0C7FFCB395FA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4F23529-7B5B-8B9C-7F02-D2491B39C937}"/>
                  </a:ext>
                </a:extLst>
              </p:cNvPr>
              <p:cNvSpPr txBox="1"/>
              <p:nvPr/>
            </p:nvSpPr>
            <p:spPr>
              <a:xfrm>
                <a:off x="5461916" y="2998113"/>
                <a:ext cx="1268168" cy="861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05</m:t>
                          </m:r>
                        </m:sub>
                      </m:sSub>
                    </m:oMath>
                  </m:oMathPara>
                </a14:m>
                <a:endParaRPr lang="ko-KR" altLang="en-US" sz="50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4F23529-7B5B-8B9C-7F02-D2491B39C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1916" y="2998113"/>
                <a:ext cx="1268168" cy="86177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D9E2AE2D-6583-159B-226A-FB2CCD1CAEB3}"/>
              </a:ext>
            </a:extLst>
          </p:cNvPr>
          <p:cNvSpPr txBox="1"/>
          <p:nvPr/>
        </p:nvSpPr>
        <p:spPr>
          <a:xfrm>
            <a:off x="1121249" y="3152001"/>
            <a:ext cx="740908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0%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D34A22C-50B9-5277-802E-30C6764215A4}"/>
              </a:ext>
            </a:extLst>
          </p:cNvPr>
          <p:cNvSpPr txBox="1"/>
          <p:nvPr/>
        </p:nvSpPr>
        <p:spPr>
          <a:xfrm>
            <a:off x="1084027" y="3152001"/>
            <a:ext cx="95410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10%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F6A9E62-E14F-6A83-88B3-6EAA0892CE5B}"/>
              </a:ext>
            </a:extLst>
          </p:cNvPr>
          <p:cNvSpPr txBox="1"/>
          <p:nvPr/>
        </p:nvSpPr>
        <p:spPr>
          <a:xfrm>
            <a:off x="1121249" y="3152001"/>
            <a:ext cx="95410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25%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8ECD9BF-740D-A956-89DB-F6027904E797}"/>
              </a:ext>
            </a:extLst>
          </p:cNvPr>
          <p:cNvSpPr txBox="1"/>
          <p:nvPr/>
        </p:nvSpPr>
        <p:spPr>
          <a:xfrm>
            <a:off x="1084642" y="3152001"/>
            <a:ext cx="95410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50%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5D60291-E3D1-6CB9-E25E-EF6EF34F49B1}"/>
              </a:ext>
            </a:extLst>
          </p:cNvPr>
          <p:cNvSpPr txBox="1"/>
          <p:nvPr/>
        </p:nvSpPr>
        <p:spPr>
          <a:xfrm>
            <a:off x="1120634" y="3152001"/>
            <a:ext cx="95410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75%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C1C70BC-741D-39B4-E31B-B4312E24AC33}"/>
              </a:ext>
            </a:extLst>
          </p:cNvPr>
          <p:cNvSpPr txBox="1"/>
          <p:nvPr/>
        </p:nvSpPr>
        <p:spPr>
          <a:xfrm>
            <a:off x="1014033" y="3152001"/>
            <a:ext cx="116730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100%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469AEBE-D4C3-8DA7-64E3-9C76BEE05870}"/>
                  </a:ext>
                </a:extLst>
              </p:cNvPr>
              <p:cNvSpPr txBox="1"/>
              <p:nvPr/>
            </p:nvSpPr>
            <p:spPr>
              <a:xfrm>
                <a:off x="3906939" y="2462070"/>
                <a:ext cx="4126258" cy="103509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3000" dirty="0"/>
                  <a:t>얼마나 적은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3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3200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altLang="ko-KR" sz="3200" i="1">
                            <a:latin typeface="Cambria Math" panose="02040503050406030204" pitchFamily="18" charset="0"/>
                          </a:rPr>
                          <m:t>05</m:t>
                        </m:r>
                      </m:sub>
                    </m:sSub>
                    <m:r>
                      <a:rPr lang="en-US" altLang="ko-KR" sz="3200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3000" dirty="0"/>
                  <a:t>정보로</a:t>
                </a:r>
                <a:endParaRPr lang="en-US" altLang="ko-KR" sz="3000" dirty="0"/>
              </a:p>
              <a:p>
                <a:r>
                  <a:rPr lang="ko-KR" altLang="en-US" sz="3000" dirty="0"/>
                  <a:t>복원이 가능할까</a:t>
                </a:r>
                <a:r>
                  <a:rPr lang="en-US" altLang="ko-KR" sz="3000" dirty="0"/>
                  <a:t>?</a:t>
                </a:r>
                <a:endParaRPr lang="ko-KR" altLang="en-US" sz="3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469AEBE-D4C3-8DA7-64E3-9C76BEE058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6939" y="2462070"/>
                <a:ext cx="4126258" cy="1035092"/>
              </a:xfrm>
              <a:prstGeom prst="rect">
                <a:avLst/>
              </a:prstGeom>
              <a:blipFill>
                <a:blip r:embed="rId6"/>
                <a:stretch>
                  <a:fillRect l="-3545" t="-7059" r="-2659" b="-176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37D0C920-ADFE-6C83-38C0-9A5522B3B438}"/>
              </a:ext>
            </a:extLst>
          </p:cNvPr>
          <p:cNvSpPr txBox="1"/>
          <p:nvPr/>
        </p:nvSpPr>
        <p:spPr>
          <a:xfrm>
            <a:off x="4771598" y="1790094"/>
            <a:ext cx="171393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000" dirty="0"/>
              <a:t>Hmm...</a:t>
            </a:r>
            <a:endParaRPr lang="ko-KR" altLang="en-US" sz="40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714D6E1-FD60-567E-266B-45DE11AC319C}"/>
              </a:ext>
            </a:extLst>
          </p:cNvPr>
          <p:cNvSpPr txBox="1"/>
          <p:nvPr/>
        </p:nvSpPr>
        <p:spPr>
          <a:xfrm>
            <a:off x="6349323" y="1038069"/>
            <a:ext cx="24208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독립 </a:t>
            </a:r>
            <a:r>
              <a:rPr lang="ko-KR" altLang="en-US" dirty="0" err="1"/>
              <a:t>시드</a:t>
            </a:r>
            <a:r>
              <a:rPr lang="ko-KR" altLang="en-US" dirty="0"/>
              <a:t> 실험의 결과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24212551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med" p14:dur="700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5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501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3802"/>
                            </p:stCondLst>
                            <p:childTnLst>
                              <p:par>
                                <p:cTn id="1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xit" presetSubtype="3" fill="hold" grpId="1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 calcmode="lin" valueType="num">
                                      <p:cBhvr additive="base">
                                        <p:cTn id="16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2" presetClass="exit" presetSubtype="3" fill="hold" grpId="1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2" presetClass="exit" presetSubtype="3" fill="hold" grpId="1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 calcmode="lin" valueType="num">
                                      <p:cBhvr additive="base">
                                        <p:cTn id="24" dur="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500"/>
                            </p:stCondLst>
                            <p:childTnLst>
                              <p:par>
                                <p:cTn id="31" presetID="42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3819 0 " pathEditMode="relative" rAng="0" ptsTypes="AA">
                                      <p:cBhvr>
                                        <p:cTn id="32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9102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200"/>
                            </p:stCondLst>
                            <p:childTnLst>
                              <p:par>
                                <p:cTn id="34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417 0 L 0.24322 -0.14097 " pathEditMode="relative" rAng="0" ptsTypes="AA">
                                      <p:cBhvr>
                                        <p:cTn id="38" dur="3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370" y="-706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500"/>
                            </p:stCondLst>
                            <p:childTnLst>
                              <p:par>
                                <p:cTn id="40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989 0 L 0.23685 -0.04028 " pathEditMode="relative" rAng="0" ptsTypes="AA">
                                      <p:cBhvr>
                                        <p:cTn id="44" dur="3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331" y="-201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800"/>
                            </p:stCondLst>
                            <p:childTnLst>
                              <p:par>
                                <p:cTn id="46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7 0 L 0.23216 0.06273 " pathEditMode="relative" rAng="0" ptsTypes="AA">
                                      <p:cBhvr>
                                        <p:cTn id="50" dur="3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1602" y="312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100"/>
                            </p:stCondLst>
                            <p:childTnLst>
                              <p:par>
                                <p:cTn id="52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989 0 L 0.23633 0.17292 " pathEditMode="relative" rAng="0" ptsTypes="AA">
                                      <p:cBhvr>
                                        <p:cTn id="56" dur="3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305" y="863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2400"/>
                            </p:stCondLst>
                            <p:childTnLst>
                              <p:par>
                                <p:cTn id="58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7 0 L 0.22969 0.28403 " pathEditMode="relative" rAng="0" ptsTypes="AA">
                                      <p:cBhvr>
                                        <p:cTn id="62" dur="3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1484" y="1419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2700"/>
                            </p:stCondLst>
                            <p:childTnLst>
                              <p:par>
                                <p:cTn id="64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7 0 L 0.22669 0.38889 " pathEditMode="relative" rAng="0" ptsTypes="AA">
                                      <p:cBhvr>
                                        <p:cTn id="68" dur="3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1328" y="1944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3000"/>
                            </p:stCondLst>
                            <p:childTnLst>
                              <p:par>
                                <p:cTn id="7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6" grpId="1"/>
      <p:bldP spid="17" grpId="0"/>
      <p:bldP spid="17" grpId="1"/>
      <p:bldP spid="19" grpId="0"/>
      <p:bldP spid="19" grpId="1"/>
      <p:bldP spid="21" grpId="0"/>
      <p:bldP spid="21" grpId="1"/>
      <p:bldP spid="24" grpId="0"/>
      <p:bldP spid="24" grpId="1"/>
      <p:bldP spid="26" grpId="0"/>
      <p:bldP spid="26" grpId="1"/>
      <p:bldP spid="28" grpId="0"/>
      <p:bldP spid="28" grpId="1"/>
      <p:bldP spid="10" grpId="0" uiExpand="1" build="allAtOnce"/>
      <p:bldP spid="10" grpId="1" uiExpand="1" build="allAtOnce"/>
      <p:bldP spid="11" grpId="0"/>
      <p:bldP spid="11" grpId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그림 16">
            <a:extLst>
              <a:ext uri="{FF2B5EF4-FFF2-40B4-BE49-F238E27FC236}">
                <a16:creationId xmlns:a16="http://schemas.microsoft.com/office/drawing/2014/main" id="{A8801575-401B-E8D1-3A66-F94A5A380B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14" t="9947" r="38571" b="5600"/>
          <a:stretch>
            <a:fillRect/>
          </a:stretch>
        </p:blipFill>
        <p:spPr>
          <a:xfrm>
            <a:off x="8191500" y="1712686"/>
            <a:ext cx="3638737" cy="3432628"/>
          </a:xfrm>
          <a:custGeom>
            <a:avLst/>
            <a:gdLst>
              <a:gd name="csX0" fmla="*/ 0 w 6139543"/>
              <a:gd name="csY0" fmla="*/ 0 h 5791781"/>
              <a:gd name="csX1" fmla="*/ 6139543 w 6139543"/>
              <a:gd name="csY1" fmla="*/ 0 h 5791781"/>
              <a:gd name="csX2" fmla="*/ 6139543 w 6139543"/>
              <a:gd name="csY2" fmla="*/ 5791781 h 5791781"/>
              <a:gd name="csX3" fmla="*/ 0 w 6139543"/>
              <a:gd name="csY3" fmla="*/ 5791781 h 57917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6139543" h="5791781">
                <a:moveTo>
                  <a:pt x="0" y="0"/>
                </a:moveTo>
                <a:lnTo>
                  <a:pt x="6139543" y="0"/>
                </a:lnTo>
                <a:lnTo>
                  <a:pt x="6139543" y="5791781"/>
                </a:lnTo>
                <a:lnTo>
                  <a:pt x="0" y="5791781"/>
                </a:lnTo>
                <a:close/>
              </a:path>
            </a:pathLst>
          </a:cu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A325C941-5022-E2D3-8D95-FCDA25C4984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14" t="9947" r="38571" b="5600"/>
          <a:stretch>
            <a:fillRect/>
          </a:stretch>
        </p:blipFill>
        <p:spPr>
          <a:xfrm>
            <a:off x="4276631" y="1712686"/>
            <a:ext cx="3638737" cy="3432628"/>
          </a:xfrm>
          <a:custGeom>
            <a:avLst/>
            <a:gdLst>
              <a:gd name="csX0" fmla="*/ 0 w 6139543"/>
              <a:gd name="csY0" fmla="*/ 0 h 5791781"/>
              <a:gd name="csX1" fmla="*/ 6139543 w 6139543"/>
              <a:gd name="csY1" fmla="*/ 0 h 5791781"/>
              <a:gd name="csX2" fmla="*/ 6139543 w 6139543"/>
              <a:gd name="csY2" fmla="*/ 5791781 h 5791781"/>
              <a:gd name="csX3" fmla="*/ 0 w 6139543"/>
              <a:gd name="csY3" fmla="*/ 5791781 h 57917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6139543" h="5791781">
                <a:moveTo>
                  <a:pt x="0" y="0"/>
                </a:moveTo>
                <a:lnTo>
                  <a:pt x="6139543" y="0"/>
                </a:lnTo>
                <a:lnTo>
                  <a:pt x="6139543" y="5791781"/>
                </a:lnTo>
                <a:lnTo>
                  <a:pt x="0" y="5791781"/>
                </a:lnTo>
                <a:close/>
              </a:path>
            </a:pathLst>
          </a:cu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DBC11EB-5664-BCE0-CAAD-AE2907DD6DEB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5064656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18233A"/>
                    </a:solidFill>
                    <a:latin typeface="+mj-ea"/>
                    <a:ea typeface="+mj-ea"/>
                  </a:rPr>
                  <a:t>3</a:t>
                </a:r>
                <a:r>
                  <a:rPr lang="en-US" altLang="ko-KR" sz="2800" b="1" noProof="0" dirty="0">
                    <a:solidFill>
                      <a:srgbClr val="18233A"/>
                    </a:solidFill>
                    <a:latin typeface="+mj-ea"/>
                    <a:ea typeface="+mj-ea"/>
                  </a:rPr>
                  <a:t>. </a:t>
                </a:r>
                <a:r>
                  <a:rPr lang="ko-KR" altLang="en-US" sz="2800" b="1" noProof="0" dirty="0">
                    <a:solidFill>
                      <a:srgbClr val="18233A"/>
                    </a:solidFill>
                    <a:latin typeface="+mj-ea"/>
                    <a:ea typeface="+mj-ea"/>
                  </a:rPr>
                  <a:t>탐구 결과</a:t>
                </a:r>
                <a:r>
                  <a:rPr lang="en-US" altLang="ko-KR" sz="2800" b="1" noProof="0" dirty="0">
                    <a:solidFill>
                      <a:srgbClr val="18233A"/>
                    </a:solidFill>
                    <a:latin typeface="+mj-ea"/>
                    <a:ea typeface="+mj-ea"/>
                  </a:rPr>
                  <a:t>-2)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solidFill>
                              <a:srgbClr val="18233A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solidFill>
                              <a:srgbClr val="18233A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en-US" altLang="ko-KR" sz="2800" b="1" i="1">
                            <a:solidFill>
                              <a:srgbClr val="18233A"/>
                            </a:solidFill>
                            <a:latin typeface="Cambria Math" panose="02040503050406030204" pitchFamily="18" charset="0"/>
                          </a:rPr>
                          <m:t>𝟎𝟓</m:t>
                        </m:r>
                      </m:sub>
                    </m:sSub>
                  </m:oMath>
                </a14:m>
                <a:r>
                  <a:rPr lang="ko-KR" altLang="en-US" sz="2800" b="1" noProof="0" dirty="0">
                    <a:solidFill>
                      <a:srgbClr val="18233A"/>
                    </a:solidFill>
                    <a:latin typeface="+mj-ea"/>
                    <a:ea typeface="+mj-ea"/>
                  </a:rPr>
                  <a:t> </a:t>
                </a:r>
                <a:r>
                  <a:rPr lang="en-US" altLang="ko-KR" sz="2800" b="1" noProof="0" dirty="0">
                    <a:solidFill>
                      <a:srgbClr val="18233A"/>
                    </a:solidFill>
                    <a:latin typeface="+mj-ea"/>
                    <a:ea typeface="+mj-ea"/>
                  </a:rPr>
                  <a:t>10% </a:t>
                </a:r>
                <a:r>
                  <a:rPr lang="ko-KR" altLang="en-US" sz="2800" b="1" noProof="0" dirty="0">
                    <a:solidFill>
                      <a:srgbClr val="18233A"/>
                    </a:solidFill>
                    <a:latin typeface="+mj-ea"/>
                    <a:ea typeface="+mj-ea"/>
                  </a:rPr>
                  <a:t>결과</a:t>
                </a:r>
                <a:endParaRPr kumimoji="0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18233A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DBC11EB-5664-BCE0-CAAD-AE2907DD6D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5064656" cy="523220"/>
              </a:xfrm>
              <a:prstGeom prst="rect">
                <a:avLst/>
              </a:prstGeom>
              <a:blipFill>
                <a:blip r:embed="rId4"/>
                <a:stretch>
                  <a:fillRect l="-2407" t="-11628" r="-1324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그림 5">
            <a:extLst>
              <a:ext uri="{FF2B5EF4-FFF2-40B4-BE49-F238E27FC236}">
                <a16:creationId xmlns:a16="http://schemas.microsoft.com/office/drawing/2014/main" id="{BB1B16AD-256A-E231-FBA5-C2584475294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14" t="9947" r="38571" b="5600"/>
          <a:stretch>
            <a:fillRect/>
          </a:stretch>
        </p:blipFill>
        <p:spPr>
          <a:xfrm>
            <a:off x="361763" y="1712686"/>
            <a:ext cx="3638737" cy="3432628"/>
          </a:xfrm>
          <a:custGeom>
            <a:avLst/>
            <a:gdLst>
              <a:gd name="csX0" fmla="*/ 0 w 6139543"/>
              <a:gd name="csY0" fmla="*/ 0 h 5791781"/>
              <a:gd name="csX1" fmla="*/ 6139543 w 6139543"/>
              <a:gd name="csY1" fmla="*/ 0 h 5791781"/>
              <a:gd name="csX2" fmla="*/ 6139543 w 6139543"/>
              <a:gd name="csY2" fmla="*/ 5791781 h 5791781"/>
              <a:gd name="csX3" fmla="*/ 0 w 6139543"/>
              <a:gd name="csY3" fmla="*/ 5791781 h 57917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6139543" h="5791781">
                <a:moveTo>
                  <a:pt x="0" y="0"/>
                </a:moveTo>
                <a:lnTo>
                  <a:pt x="6139543" y="0"/>
                </a:lnTo>
                <a:lnTo>
                  <a:pt x="6139543" y="5791781"/>
                </a:lnTo>
                <a:lnTo>
                  <a:pt x="0" y="5791781"/>
                </a:lnTo>
                <a:close/>
              </a:path>
            </a:pathLst>
          </a:cu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CDCD9E2F-15A2-3989-41B8-A0670F6C84C4}"/>
              </a:ext>
            </a:extLst>
          </p:cNvPr>
          <p:cNvSpPr txBox="1"/>
          <p:nvPr/>
        </p:nvSpPr>
        <p:spPr>
          <a:xfrm>
            <a:off x="1349828" y="5239657"/>
            <a:ext cx="1391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최고 케이스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5D2A208-0F4B-B8C1-0BEF-20BCC501985F}"/>
              </a:ext>
            </a:extLst>
          </p:cNvPr>
          <p:cNvSpPr txBox="1"/>
          <p:nvPr/>
        </p:nvSpPr>
        <p:spPr>
          <a:xfrm>
            <a:off x="5284719" y="5239657"/>
            <a:ext cx="16225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중앙값 케이스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EE4C156-6DB6-848B-1ED1-79E0B494BE8D}"/>
              </a:ext>
            </a:extLst>
          </p:cNvPr>
          <p:cNvSpPr txBox="1"/>
          <p:nvPr/>
        </p:nvSpPr>
        <p:spPr>
          <a:xfrm>
            <a:off x="9315004" y="5239657"/>
            <a:ext cx="1391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최악 </a:t>
            </a:r>
            <a:r>
              <a:rPr lang="ko-KR" altLang="en-US" dirty="0"/>
              <a:t>케이스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272ACF5-1B7E-01EF-1533-BCF8C899AD12}"/>
              </a:ext>
            </a:extLst>
          </p:cNvPr>
          <p:cNvSpPr txBox="1"/>
          <p:nvPr/>
        </p:nvSpPr>
        <p:spPr>
          <a:xfrm>
            <a:off x="1349828" y="5561301"/>
            <a:ext cx="12875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오차</a:t>
            </a:r>
            <a:r>
              <a:rPr lang="en-US" altLang="ko-KR" dirty="0"/>
              <a:t>: 0.324</a:t>
            </a:r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82907BE-0327-27ED-C596-EB6CC9298D68}"/>
              </a:ext>
            </a:extLst>
          </p:cNvPr>
          <p:cNvSpPr txBox="1"/>
          <p:nvPr/>
        </p:nvSpPr>
        <p:spPr>
          <a:xfrm>
            <a:off x="5284719" y="5561301"/>
            <a:ext cx="12875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오차</a:t>
            </a:r>
            <a:r>
              <a:rPr lang="en-US" altLang="ko-KR" dirty="0"/>
              <a:t>: 0.703</a:t>
            </a:r>
            <a:endParaRPr lang="ko-KR" alt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E0DBA44-E421-1ECF-4E8C-32A213776888}"/>
              </a:ext>
            </a:extLst>
          </p:cNvPr>
          <p:cNvSpPr txBox="1"/>
          <p:nvPr/>
        </p:nvSpPr>
        <p:spPr>
          <a:xfrm>
            <a:off x="9315004" y="5565978"/>
            <a:ext cx="12875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오차</a:t>
            </a:r>
            <a:r>
              <a:rPr lang="en-US" altLang="ko-KR" dirty="0"/>
              <a:t>: 1.765</a:t>
            </a:r>
            <a:endParaRPr lang="ko-KR" altLang="en-US" dirty="0"/>
          </a:p>
        </p:txBody>
      </p:sp>
      <p:sp>
        <p:nvSpPr>
          <p:cNvPr id="27" name="Rectangle 5">
            <a:extLst>
              <a:ext uri="{FF2B5EF4-FFF2-40B4-BE49-F238E27FC236}">
                <a16:creationId xmlns:a16="http://schemas.microsoft.com/office/drawing/2014/main" id="{2803890E-DF54-703A-797E-3EA2AEBB159C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1426896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604926C-B922-E3FF-2218-BA7AE502EBA5}"/>
              </a:ext>
            </a:extLst>
          </p:cNvPr>
          <p:cNvSpPr txBox="1"/>
          <p:nvPr/>
        </p:nvSpPr>
        <p:spPr>
          <a:xfrm>
            <a:off x="658368" y="384048"/>
            <a:ext cx="542969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 defTabSz="457200" latinLnBrk="0">
              <a:defRPr sz="2800" b="1">
                <a:solidFill>
                  <a:srgbClr val="18233A"/>
                </a:solidFill>
              </a:defRPr>
            </a:pPr>
            <a:r>
              <a:rPr lang="en-US" altLang="ko-KR" sz="2800" b="1" noProof="0" dirty="0">
                <a:solidFill>
                  <a:srgbClr val="18233A"/>
                </a:solidFill>
                <a:latin typeface="+mj-ea"/>
                <a:ea typeface="+mj-ea"/>
              </a:rPr>
              <a:t>4. </a:t>
            </a:r>
            <a:r>
              <a:rPr lang="ko-KR" altLang="en-US" sz="2800" b="1" noProof="0" dirty="0">
                <a:solidFill>
                  <a:srgbClr val="18233A"/>
                </a:solidFill>
                <a:latin typeface="+mj-ea"/>
                <a:ea typeface="+mj-ea"/>
              </a:rPr>
              <a:t>결과 해석</a:t>
            </a:r>
            <a:r>
              <a:rPr lang="en-US" altLang="ko-KR" sz="2800" b="1" noProof="0" dirty="0">
                <a:solidFill>
                  <a:srgbClr val="18233A"/>
                </a:solidFill>
                <a:latin typeface="+mj-ea"/>
                <a:ea typeface="+mj-ea"/>
              </a:rPr>
              <a:t>-1) </a:t>
            </a:r>
            <a:r>
              <a:rPr lang="ko-KR" altLang="en-US" sz="2800" b="1" noProof="0" dirty="0">
                <a:solidFill>
                  <a:srgbClr val="18233A"/>
                </a:solidFill>
                <a:latin typeface="+mj-ea"/>
                <a:ea typeface="+mj-ea"/>
              </a:rPr>
              <a:t>오차의 비선형성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" name="표 3">
                <a:extLst>
                  <a:ext uri="{FF2B5EF4-FFF2-40B4-BE49-F238E27FC236}">
                    <a16:creationId xmlns:a16="http://schemas.microsoft.com/office/drawing/2014/main" id="{60A2929E-C9E5-7518-2631-A622CA18B03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01113195"/>
                  </p:ext>
                </p:extLst>
              </p:nvPr>
            </p:nvGraphicFramePr>
            <p:xfrm>
              <a:off x="2024060" y="1287997"/>
              <a:ext cx="8128000" cy="50697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32000">
                      <a:extLst>
                        <a:ext uri="{9D8B030D-6E8A-4147-A177-3AD203B41FA5}">
                          <a16:colId xmlns:a16="http://schemas.microsoft.com/office/drawing/2014/main" val="1411082048"/>
                        </a:ext>
                      </a:extLst>
                    </a:gridCol>
                    <a:gridCol w="2032000">
                      <a:extLst>
                        <a:ext uri="{9D8B030D-6E8A-4147-A177-3AD203B41FA5}">
                          <a16:colId xmlns:a16="http://schemas.microsoft.com/office/drawing/2014/main" val="1850576194"/>
                        </a:ext>
                      </a:extLst>
                    </a:gridCol>
                    <a:gridCol w="2032000">
                      <a:extLst>
                        <a:ext uri="{9D8B030D-6E8A-4147-A177-3AD203B41FA5}">
                          <a16:colId xmlns:a16="http://schemas.microsoft.com/office/drawing/2014/main" val="3701787801"/>
                        </a:ext>
                      </a:extLst>
                    </a:gridCol>
                    <a:gridCol w="2032000">
                      <a:extLst>
                        <a:ext uri="{9D8B030D-6E8A-4147-A177-3AD203B41FA5}">
                          <a16:colId xmlns:a16="http://schemas.microsoft.com/office/drawing/2014/main" val="2420030416"/>
                        </a:ext>
                      </a:extLst>
                    </a:gridCol>
                  </a:tblGrid>
                  <a:tr h="724255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ko-KR" altLang="en-US" sz="1800" b="1" i="1" kern="120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ko-KR" altLang="en-US" sz="1800" b="1" i="1" kern="120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𝒈</m:t>
                                  </m:r>
                                </m:e>
                                <m:sub>
                                  <m:r>
                                    <a:rPr lang="en-US" altLang="ko-KR" sz="1800" b="1" i="1" kern="120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𝟎𝟓</m:t>
                                  </m:r>
                                </m:sub>
                              </m:sSub>
                            </m:oMath>
                          </a14:m>
                          <a:r>
                            <a:rPr lang="ko-KR" altLang="en-US" dirty="0">
                              <a:solidFill>
                                <a:schemeClr val="bg1"/>
                              </a:solidFill>
                            </a:rPr>
                            <a:t> 제공량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ko-KR" altLang="en-US" sz="1800" b="1" i="1" kern="120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ko-KR" altLang="en-US" sz="1800" b="1" i="1" kern="120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𝒈</m:t>
                                  </m:r>
                                </m:e>
                                <m:sub>
                                  <m:r>
                                    <a:rPr lang="en-US" altLang="ko-KR" sz="1800" b="1" i="1" kern="120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𝟎𝟓</m:t>
                                  </m:r>
                                </m:sub>
                              </m:sSub>
                            </m:oMath>
                          </a14:m>
                          <a:r>
                            <a:rPr lang="ko-KR" altLang="en-US" dirty="0">
                              <a:solidFill>
                                <a:schemeClr val="bg1"/>
                              </a:solidFill>
                            </a:rPr>
                            <a:t> 관측 점 수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dirty="0">
                              <a:solidFill>
                                <a:schemeClr val="bg1"/>
                              </a:solidFill>
                            </a:rPr>
                            <a:t>평균 전하 위치 </a:t>
                          </a:r>
                          <a:endParaRPr lang="en-US" altLang="ko-KR" dirty="0">
                            <a:solidFill>
                              <a:schemeClr val="bg1"/>
                            </a:solidFill>
                          </a:endParaRPr>
                        </a:p>
                        <a:p>
                          <a:pPr algn="ctr" latinLnBrk="1"/>
                          <a:r>
                            <a:rPr lang="ko-KR" altLang="en-US" dirty="0">
                              <a:solidFill>
                                <a:schemeClr val="bg1"/>
                              </a:solidFill>
                            </a:rPr>
                            <a:t>오차</a:t>
                          </a:r>
                          <a:r>
                            <a:rPr lang="en-US" altLang="ko-KR" dirty="0">
                              <a:solidFill>
                                <a:schemeClr val="bg1"/>
                              </a:solidFill>
                            </a:rPr>
                            <a:t>(</a:t>
                          </a:r>
                          <a:r>
                            <a:rPr lang="en-US" altLang="ko-KR" dirty="0" err="1">
                              <a:solidFill>
                                <a:schemeClr val="bg1"/>
                              </a:solidFill>
                            </a:rPr>
                            <a:t>a.u</a:t>
                          </a:r>
                          <a:r>
                            <a:rPr lang="en-US" altLang="ko-KR" dirty="0">
                              <a:solidFill>
                                <a:schemeClr val="bg1"/>
                              </a:solidFill>
                            </a:rPr>
                            <a:t>.)</a:t>
                          </a:r>
                          <a:endParaRPr lang="ko-KR" altLang="en-US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dirty="0">
                              <a:solidFill>
                                <a:schemeClr val="bg1"/>
                              </a:solidFill>
                            </a:rPr>
                            <a:t>평균 전하 크기</a:t>
                          </a:r>
                          <a:endParaRPr lang="en-US" altLang="ko-KR" dirty="0">
                            <a:solidFill>
                              <a:schemeClr val="bg1"/>
                            </a:solidFill>
                          </a:endParaRPr>
                        </a:p>
                        <a:p>
                          <a:pPr algn="ctr" latinLnBrk="1"/>
                          <a:r>
                            <a:rPr lang="ko-KR" altLang="en-US" dirty="0">
                              <a:solidFill>
                                <a:schemeClr val="bg1"/>
                              </a:solidFill>
                            </a:rPr>
                            <a:t>오차</a:t>
                          </a:r>
                          <a:r>
                            <a:rPr lang="en-US" altLang="ko-KR" dirty="0">
                              <a:solidFill>
                                <a:schemeClr val="bg1"/>
                              </a:solidFill>
                            </a:rPr>
                            <a:t>(</a:t>
                          </a:r>
                          <a:r>
                            <a:rPr lang="en-US" altLang="ko-KR" dirty="0" err="1">
                              <a:solidFill>
                                <a:schemeClr val="bg1"/>
                              </a:solidFill>
                            </a:rPr>
                            <a:t>a.u</a:t>
                          </a:r>
                          <a:r>
                            <a:rPr lang="en-US" altLang="ko-KR" dirty="0">
                              <a:solidFill>
                                <a:schemeClr val="bg1"/>
                              </a:solidFill>
                            </a:rPr>
                            <a:t>.)</a:t>
                          </a:r>
                          <a:endParaRPr lang="ko-KR" altLang="en-US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12105439"/>
                      </a:ext>
                    </a:extLst>
                  </a:tr>
                  <a:tr h="724255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0%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0.7302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0.1582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223932972"/>
                      </a:ext>
                    </a:extLst>
                  </a:tr>
                  <a:tr h="724255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10%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3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0.7278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0.1548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694382130"/>
                      </a:ext>
                    </a:extLst>
                  </a:tr>
                  <a:tr h="724255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25%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8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0.7338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0.1551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167900972"/>
                      </a:ext>
                    </a:extLst>
                  </a:tr>
                  <a:tr h="724255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50%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16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0.7328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0.1553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738240570"/>
                      </a:ext>
                    </a:extLst>
                  </a:tr>
                  <a:tr h="724255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75%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24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0.7258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0.1558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447207521"/>
                      </a:ext>
                    </a:extLst>
                  </a:tr>
                  <a:tr h="724255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100%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32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0.7231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0.1547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77660629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" name="표 3">
                <a:extLst>
                  <a:ext uri="{FF2B5EF4-FFF2-40B4-BE49-F238E27FC236}">
                    <a16:creationId xmlns:a16="http://schemas.microsoft.com/office/drawing/2014/main" id="{60A2929E-C9E5-7518-2631-A622CA18B03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01113195"/>
                  </p:ext>
                </p:extLst>
              </p:nvPr>
            </p:nvGraphicFramePr>
            <p:xfrm>
              <a:off x="2024060" y="1287997"/>
              <a:ext cx="8128000" cy="50697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32000">
                      <a:extLst>
                        <a:ext uri="{9D8B030D-6E8A-4147-A177-3AD203B41FA5}">
                          <a16:colId xmlns:a16="http://schemas.microsoft.com/office/drawing/2014/main" val="1411082048"/>
                        </a:ext>
                      </a:extLst>
                    </a:gridCol>
                    <a:gridCol w="2032000">
                      <a:extLst>
                        <a:ext uri="{9D8B030D-6E8A-4147-A177-3AD203B41FA5}">
                          <a16:colId xmlns:a16="http://schemas.microsoft.com/office/drawing/2014/main" val="1850576194"/>
                        </a:ext>
                      </a:extLst>
                    </a:gridCol>
                    <a:gridCol w="2032000">
                      <a:extLst>
                        <a:ext uri="{9D8B030D-6E8A-4147-A177-3AD203B41FA5}">
                          <a16:colId xmlns:a16="http://schemas.microsoft.com/office/drawing/2014/main" val="3701787801"/>
                        </a:ext>
                      </a:extLst>
                    </a:gridCol>
                    <a:gridCol w="2032000">
                      <a:extLst>
                        <a:ext uri="{9D8B030D-6E8A-4147-A177-3AD203B41FA5}">
                          <a16:colId xmlns:a16="http://schemas.microsoft.com/office/drawing/2014/main" val="2420030416"/>
                        </a:ext>
                      </a:extLst>
                    </a:gridCol>
                  </a:tblGrid>
                  <a:tr h="724255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599" t="-840" r="-300599" b="-60168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901" t="-840" r="-201502" b="-60168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dirty="0">
                              <a:solidFill>
                                <a:schemeClr val="bg1"/>
                              </a:solidFill>
                            </a:rPr>
                            <a:t>평균 전하 위치 </a:t>
                          </a:r>
                          <a:endParaRPr lang="en-US" altLang="ko-KR" dirty="0">
                            <a:solidFill>
                              <a:schemeClr val="bg1"/>
                            </a:solidFill>
                          </a:endParaRPr>
                        </a:p>
                        <a:p>
                          <a:pPr algn="ctr" latinLnBrk="1"/>
                          <a:r>
                            <a:rPr lang="ko-KR" altLang="en-US" dirty="0">
                              <a:solidFill>
                                <a:schemeClr val="bg1"/>
                              </a:solidFill>
                            </a:rPr>
                            <a:t>오차</a:t>
                          </a:r>
                          <a:r>
                            <a:rPr lang="en-US" altLang="ko-KR" dirty="0">
                              <a:solidFill>
                                <a:schemeClr val="bg1"/>
                              </a:solidFill>
                            </a:rPr>
                            <a:t>(</a:t>
                          </a:r>
                          <a:r>
                            <a:rPr lang="en-US" altLang="ko-KR" dirty="0" err="1">
                              <a:solidFill>
                                <a:schemeClr val="bg1"/>
                              </a:solidFill>
                            </a:rPr>
                            <a:t>a.u</a:t>
                          </a:r>
                          <a:r>
                            <a:rPr lang="en-US" altLang="ko-KR" dirty="0">
                              <a:solidFill>
                                <a:schemeClr val="bg1"/>
                              </a:solidFill>
                            </a:rPr>
                            <a:t>.)</a:t>
                          </a:r>
                          <a:endParaRPr lang="ko-KR" altLang="en-US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dirty="0">
                              <a:solidFill>
                                <a:schemeClr val="bg1"/>
                              </a:solidFill>
                            </a:rPr>
                            <a:t>평균 전하 크기</a:t>
                          </a:r>
                          <a:endParaRPr lang="en-US" altLang="ko-KR" dirty="0">
                            <a:solidFill>
                              <a:schemeClr val="bg1"/>
                            </a:solidFill>
                          </a:endParaRPr>
                        </a:p>
                        <a:p>
                          <a:pPr algn="ctr" latinLnBrk="1"/>
                          <a:r>
                            <a:rPr lang="ko-KR" altLang="en-US" dirty="0">
                              <a:solidFill>
                                <a:schemeClr val="bg1"/>
                              </a:solidFill>
                            </a:rPr>
                            <a:t>오차</a:t>
                          </a:r>
                          <a:r>
                            <a:rPr lang="en-US" altLang="ko-KR" dirty="0">
                              <a:solidFill>
                                <a:schemeClr val="bg1"/>
                              </a:solidFill>
                            </a:rPr>
                            <a:t>(</a:t>
                          </a:r>
                          <a:r>
                            <a:rPr lang="en-US" altLang="ko-KR" dirty="0" err="1">
                              <a:solidFill>
                                <a:schemeClr val="bg1"/>
                              </a:solidFill>
                            </a:rPr>
                            <a:t>a.u</a:t>
                          </a:r>
                          <a:r>
                            <a:rPr lang="en-US" altLang="ko-KR" dirty="0">
                              <a:solidFill>
                                <a:schemeClr val="bg1"/>
                              </a:solidFill>
                            </a:rPr>
                            <a:t>.)</a:t>
                          </a:r>
                          <a:endParaRPr lang="ko-KR" altLang="en-US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12105439"/>
                      </a:ext>
                    </a:extLst>
                  </a:tr>
                  <a:tr h="724255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0%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0.7302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0.1582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223932972"/>
                      </a:ext>
                    </a:extLst>
                  </a:tr>
                  <a:tr h="724255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10%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3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0.7278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0.1548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694382130"/>
                      </a:ext>
                    </a:extLst>
                  </a:tr>
                  <a:tr h="724255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25%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8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0.7338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0.1551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167900972"/>
                      </a:ext>
                    </a:extLst>
                  </a:tr>
                  <a:tr h="724255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50%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16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0.7328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0.1553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738240570"/>
                      </a:ext>
                    </a:extLst>
                  </a:tr>
                  <a:tr h="724255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75%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24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0.7258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0.1558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447207521"/>
                      </a:ext>
                    </a:extLst>
                  </a:tr>
                  <a:tr h="724255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100%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32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0.7231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0.1547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77660629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D1020EE7-135F-6F8F-3960-AC4E7D6BA5FE}"/>
              </a:ext>
            </a:extLst>
          </p:cNvPr>
          <p:cNvCxnSpPr>
            <a:cxnSpLocks/>
          </p:cNvCxnSpPr>
          <p:nvPr/>
        </p:nvCxnSpPr>
        <p:spPr>
          <a:xfrm>
            <a:off x="3468914" y="2968171"/>
            <a:ext cx="0" cy="311331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42F9D327-440D-CE6C-2FF5-BBA2811428FF}"/>
              </a:ext>
            </a:extLst>
          </p:cNvPr>
          <p:cNvCxnSpPr>
            <a:cxnSpLocks/>
          </p:cNvCxnSpPr>
          <p:nvPr/>
        </p:nvCxnSpPr>
        <p:spPr>
          <a:xfrm>
            <a:off x="7583715" y="2837542"/>
            <a:ext cx="0" cy="5116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B5AF65F1-9900-2270-409B-9F72EFF4E780}"/>
              </a:ext>
            </a:extLst>
          </p:cNvPr>
          <p:cNvCxnSpPr>
            <a:cxnSpLocks/>
          </p:cNvCxnSpPr>
          <p:nvPr/>
        </p:nvCxnSpPr>
        <p:spPr>
          <a:xfrm flipV="1">
            <a:off x="7583715" y="3573519"/>
            <a:ext cx="0" cy="49874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56A997CD-A6B1-FF17-0DBB-452F1EAF6083}"/>
              </a:ext>
            </a:extLst>
          </p:cNvPr>
          <p:cNvCxnSpPr>
            <a:cxnSpLocks/>
          </p:cNvCxnSpPr>
          <p:nvPr/>
        </p:nvCxnSpPr>
        <p:spPr>
          <a:xfrm>
            <a:off x="7583715" y="4267199"/>
            <a:ext cx="0" cy="5116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2CA266FF-03F7-A78A-2B32-AF09C8295DE8}"/>
              </a:ext>
            </a:extLst>
          </p:cNvPr>
          <p:cNvCxnSpPr>
            <a:cxnSpLocks/>
          </p:cNvCxnSpPr>
          <p:nvPr/>
        </p:nvCxnSpPr>
        <p:spPr>
          <a:xfrm>
            <a:off x="7583715" y="5014685"/>
            <a:ext cx="0" cy="5116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98F922B3-133B-9F9F-8A5A-BB875D7AA2F1}"/>
              </a:ext>
            </a:extLst>
          </p:cNvPr>
          <p:cNvCxnSpPr>
            <a:cxnSpLocks/>
          </p:cNvCxnSpPr>
          <p:nvPr/>
        </p:nvCxnSpPr>
        <p:spPr>
          <a:xfrm>
            <a:off x="7583715" y="5725885"/>
            <a:ext cx="0" cy="5116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4E84878F-5AC9-D845-8E98-4276786D1509}"/>
              </a:ext>
            </a:extLst>
          </p:cNvPr>
          <p:cNvCxnSpPr>
            <a:cxnSpLocks/>
          </p:cNvCxnSpPr>
          <p:nvPr/>
        </p:nvCxnSpPr>
        <p:spPr>
          <a:xfrm>
            <a:off x="9586687" y="5725885"/>
            <a:ext cx="0" cy="5116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4B8784BD-F286-36A6-A6B9-E09E15D72818}"/>
              </a:ext>
            </a:extLst>
          </p:cNvPr>
          <p:cNvCxnSpPr>
            <a:cxnSpLocks/>
          </p:cNvCxnSpPr>
          <p:nvPr/>
        </p:nvCxnSpPr>
        <p:spPr>
          <a:xfrm flipV="1">
            <a:off x="9586687" y="4280088"/>
            <a:ext cx="0" cy="49874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27168D02-46B7-E111-EFCE-E9F00B0DECB6}"/>
              </a:ext>
            </a:extLst>
          </p:cNvPr>
          <p:cNvCxnSpPr>
            <a:cxnSpLocks/>
          </p:cNvCxnSpPr>
          <p:nvPr/>
        </p:nvCxnSpPr>
        <p:spPr>
          <a:xfrm flipV="1">
            <a:off x="9586687" y="5014685"/>
            <a:ext cx="0" cy="49874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547935F1-1038-7221-EEA6-C9DC57B13EEF}"/>
              </a:ext>
            </a:extLst>
          </p:cNvPr>
          <p:cNvCxnSpPr>
            <a:cxnSpLocks/>
          </p:cNvCxnSpPr>
          <p:nvPr/>
        </p:nvCxnSpPr>
        <p:spPr>
          <a:xfrm flipV="1">
            <a:off x="9586687" y="3573519"/>
            <a:ext cx="0" cy="49874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7129E7D7-9A5D-5991-C49F-77DD9BE7811F}"/>
              </a:ext>
            </a:extLst>
          </p:cNvPr>
          <p:cNvCxnSpPr>
            <a:cxnSpLocks/>
          </p:cNvCxnSpPr>
          <p:nvPr/>
        </p:nvCxnSpPr>
        <p:spPr>
          <a:xfrm>
            <a:off x="9586687" y="2917371"/>
            <a:ext cx="0" cy="5116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7D832B0C-5E9F-7288-884A-C24CDE7B55D5}"/>
              </a:ext>
            </a:extLst>
          </p:cNvPr>
          <p:cNvSpPr txBox="1"/>
          <p:nvPr/>
        </p:nvSpPr>
        <p:spPr>
          <a:xfrm>
            <a:off x="1998318" y="3349171"/>
            <a:ext cx="8179483" cy="1169551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3500" b="1" dirty="0">
                <a:latin typeface="+mj-ea"/>
                <a:ea typeface="+mj-ea"/>
              </a:rPr>
              <a:t>결과는 예상과 달리</a:t>
            </a:r>
            <a:r>
              <a:rPr lang="en-US" altLang="ko-KR" sz="3500" b="1" dirty="0">
                <a:latin typeface="+mj-ea"/>
                <a:ea typeface="+mj-ea"/>
              </a:rPr>
              <a:t>, </a:t>
            </a:r>
            <a:r>
              <a:rPr lang="ko-KR" altLang="en-US" sz="3500" b="1" dirty="0" err="1">
                <a:latin typeface="+mj-ea"/>
                <a:ea typeface="+mj-ea"/>
              </a:rPr>
              <a:t>제공량에</a:t>
            </a:r>
            <a:r>
              <a:rPr lang="ko-KR" altLang="en-US" sz="3500" b="1" dirty="0">
                <a:latin typeface="+mj-ea"/>
                <a:ea typeface="+mj-ea"/>
              </a:rPr>
              <a:t> 단조로운 비례 관계를 보이지 않았다</a:t>
            </a:r>
            <a:r>
              <a:rPr lang="en-US" altLang="ko-KR" sz="3500" b="1" dirty="0">
                <a:latin typeface="+mj-ea"/>
                <a:ea typeface="+mj-ea"/>
              </a:rPr>
              <a:t>.</a:t>
            </a:r>
            <a:endParaRPr lang="ko-KR" altLang="en-US" sz="3500" b="1" dirty="0">
              <a:latin typeface="+mj-ea"/>
              <a:ea typeface="+mj-ea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7A4F68F-1587-E35C-5555-9ADA4BA8BB68}"/>
              </a:ext>
            </a:extLst>
          </p:cNvPr>
          <p:cNvSpPr txBox="1"/>
          <p:nvPr/>
        </p:nvSpPr>
        <p:spPr>
          <a:xfrm>
            <a:off x="4863801" y="919908"/>
            <a:ext cx="24208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독립 </a:t>
            </a:r>
            <a:r>
              <a:rPr lang="ko-KR" altLang="en-US" dirty="0" err="1"/>
              <a:t>시드</a:t>
            </a:r>
            <a:r>
              <a:rPr lang="ko-KR" altLang="en-US" dirty="0"/>
              <a:t> 실험의 결과</a:t>
            </a:r>
          </a:p>
        </p:txBody>
      </p:sp>
      <p:sp>
        <p:nvSpPr>
          <p:cNvPr id="28" name="Rectangle 5">
            <a:extLst>
              <a:ext uri="{FF2B5EF4-FFF2-40B4-BE49-F238E27FC236}">
                <a16:creationId xmlns:a16="http://schemas.microsoft.com/office/drawing/2014/main" id="{602244F6-36B6-7BD5-D272-FABC61D82912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667138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6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7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8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9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10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300"/>
                            </p:stCondLst>
                            <p:childTnLst>
                              <p:par>
                                <p:cTn id="3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4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500"/>
                            </p:stCondLst>
                            <p:childTnLst>
                              <p:par>
                                <p:cTn id="4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31AFD0-836C-90C0-2209-A85229DC44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그림 16">
            <a:extLst>
              <a:ext uri="{FF2B5EF4-FFF2-40B4-BE49-F238E27FC236}">
                <a16:creationId xmlns:a16="http://schemas.microsoft.com/office/drawing/2014/main" id="{DD6B66B5-337D-083D-510F-0BD772C075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14" t="9947" r="38571" b="5600"/>
          <a:stretch>
            <a:fillRect/>
          </a:stretch>
        </p:blipFill>
        <p:spPr>
          <a:xfrm>
            <a:off x="8191500" y="1712686"/>
            <a:ext cx="3638737" cy="3432628"/>
          </a:xfrm>
          <a:custGeom>
            <a:avLst/>
            <a:gdLst>
              <a:gd name="csX0" fmla="*/ 0 w 6139543"/>
              <a:gd name="csY0" fmla="*/ 0 h 5791781"/>
              <a:gd name="csX1" fmla="*/ 6139543 w 6139543"/>
              <a:gd name="csY1" fmla="*/ 0 h 5791781"/>
              <a:gd name="csX2" fmla="*/ 6139543 w 6139543"/>
              <a:gd name="csY2" fmla="*/ 5791781 h 5791781"/>
              <a:gd name="csX3" fmla="*/ 0 w 6139543"/>
              <a:gd name="csY3" fmla="*/ 5791781 h 57917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6139543" h="5791781">
                <a:moveTo>
                  <a:pt x="0" y="0"/>
                </a:moveTo>
                <a:lnTo>
                  <a:pt x="6139543" y="0"/>
                </a:lnTo>
                <a:lnTo>
                  <a:pt x="6139543" y="5791781"/>
                </a:lnTo>
                <a:lnTo>
                  <a:pt x="0" y="5791781"/>
                </a:lnTo>
                <a:close/>
              </a:path>
            </a:pathLst>
          </a:cu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07950132-8B4C-2CFA-087E-975A8A84C6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14" t="9947" r="38571" b="5600"/>
          <a:stretch>
            <a:fillRect/>
          </a:stretch>
        </p:blipFill>
        <p:spPr>
          <a:xfrm>
            <a:off x="4276631" y="1712686"/>
            <a:ext cx="3638737" cy="3432628"/>
          </a:xfrm>
          <a:custGeom>
            <a:avLst/>
            <a:gdLst>
              <a:gd name="csX0" fmla="*/ 0 w 6139543"/>
              <a:gd name="csY0" fmla="*/ 0 h 5791781"/>
              <a:gd name="csX1" fmla="*/ 6139543 w 6139543"/>
              <a:gd name="csY1" fmla="*/ 0 h 5791781"/>
              <a:gd name="csX2" fmla="*/ 6139543 w 6139543"/>
              <a:gd name="csY2" fmla="*/ 5791781 h 5791781"/>
              <a:gd name="csX3" fmla="*/ 0 w 6139543"/>
              <a:gd name="csY3" fmla="*/ 5791781 h 57917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6139543" h="5791781">
                <a:moveTo>
                  <a:pt x="0" y="0"/>
                </a:moveTo>
                <a:lnTo>
                  <a:pt x="6139543" y="0"/>
                </a:lnTo>
                <a:lnTo>
                  <a:pt x="6139543" y="5791781"/>
                </a:lnTo>
                <a:lnTo>
                  <a:pt x="0" y="5791781"/>
                </a:lnTo>
                <a:close/>
              </a:path>
            </a:pathLst>
          </a:cu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B089CD26-4AB7-AC42-58D2-B82F426D270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14" t="9947" r="38571" b="5600"/>
          <a:stretch>
            <a:fillRect/>
          </a:stretch>
        </p:blipFill>
        <p:spPr>
          <a:xfrm>
            <a:off x="361763" y="1712686"/>
            <a:ext cx="3638737" cy="3432628"/>
          </a:xfrm>
          <a:custGeom>
            <a:avLst/>
            <a:gdLst>
              <a:gd name="csX0" fmla="*/ 0 w 6139543"/>
              <a:gd name="csY0" fmla="*/ 0 h 5791781"/>
              <a:gd name="csX1" fmla="*/ 6139543 w 6139543"/>
              <a:gd name="csY1" fmla="*/ 0 h 5791781"/>
              <a:gd name="csX2" fmla="*/ 6139543 w 6139543"/>
              <a:gd name="csY2" fmla="*/ 5791781 h 5791781"/>
              <a:gd name="csX3" fmla="*/ 0 w 6139543"/>
              <a:gd name="csY3" fmla="*/ 5791781 h 57917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6139543" h="5791781">
                <a:moveTo>
                  <a:pt x="0" y="0"/>
                </a:moveTo>
                <a:lnTo>
                  <a:pt x="6139543" y="0"/>
                </a:lnTo>
                <a:lnTo>
                  <a:pt x="6139543" y="5791781"/>
                </a:lnTo>
                <a:lnTo>
                  <a:pt x="0" y="5791781"/>
                </a:lnTo>
                <a:close/>
              </a:path>
            </a:pathLst>
          </a:cu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3FB7C1D1-E768-BA78-B92D-E959411E1E2B}"/>
              </a:ext>
            </a:extLst>
          </p:cNvPr>
          <p:cNvSpPr txBox="1"/>
          <p:nvPr/>
        </p:nvSpPr>
        <p:spPr>
          <a:xfrm>
            <a:off x="1349828" y="5239657"/>
            <a:ext cx="1391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최고 케이스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D40104A-972B-B6EB-B6A7-13B31F5B2B42}"/>
              </a:ext>
            </a:extLst>
          </p:cNvPr>
          <p:cNvSpPr txBox="1"/>
          <p:nvPr/>
        </p:nvSpPr>
        <p:spPr>
          <a:xfrm>
            <a:off x="5284719" y="5239657"/>
            <a:ext cx="16225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중앙값 케이스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5ACB184-4CC8-C560-56E1-EDB4B9877E93}"/>
              </a:ext>
            </a:extLst>
          </p:cNvPr>
          <p:cNvSpPr txBox="1"/>
          <p:nvPr/>
        </p:nvSpPr>
        <p:spPr>
          <a:xfrm>
            <a:off x="9315004" y="5239657"/>
            <a:ext cx="1391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최악 </a:t>
            </a:r>
            <a:r>
              <a:rPr lang="ko-KR" altLang="en-US" dirty="0"/>
              <a:t>케이스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AC599D1-4840-B3A0-8BAB-6F1B641BB676}"/>
              </a:ext>
            </a:extLst>
          </p:cNvPr>
          <p:cNvSpPr txBox="1"/>
          <p:nvPr/>
        </p:nvSpPr>
        <p:spPr>
          <a:xfrm>
            <a:off x="1349828" y="5561301"/>
            <a:ext cx="12875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오차</a:t>
            </a:r>
            <a:r>
              <a:rPr lang="en-US" altLang="ko-KR" dirty="0"/>
              <a:t>: 0.324</a:t>
            </a:r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A07C00A-5015-0DB0-232C-0D4F45C650C4}"/>
              </a:ext>
            </a:extLst>
          </p:cNvPr>
          <p:cNvSpPr txBox="1"/>
          <p:nvPr/>
        </p:nvSpPr>
        <p:spPr>
          <a:xfrm>
            <a:off x="5284719" y="5561301"/>
            <a:ext cx="12875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오차</a:t>
            </a:r>
            <a:r>
              <a:rPr lang="en-US" altLang="ko-KR" dirty="0"/>
              <a:t>: 0.703</a:t>
            </a:r>
            <a:endParaRPr lang="ko-KR" alt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EDB43B6-C660-38E3-BA32-9785516B9FB1}"/>
              </a:ext>
            </a:extLst>
          </p:cNvPr>
          <p:cNvSpPr txBox="1"/>
          <p:nvPr/>
        </p:nvSpPr>
        <p:spPr>
          <a:xfrm>
            <a:off x="9315004" y="5565978"/>
            <a:ext cx="12875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오차</a:t>
            </a:r>
            <a:r>
              <a:rPr lang="en-US" altLang="ko-KR" dirty="0"/>
              <a:t>: 1.765</a:t>
            </a:r>
            <a:endParaRPr lang="ko-KR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3859855-6CDD-C7AE-6B6F-B5F46C2A1C49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8190512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noProof="0" dirty="0">
                    <a:solidFill>
                      <a:srgbClr val="18233A"/>
                    </a:solidFill>
                    <a:latin typeface="+mj-ea"/>
                    <a:ea typeface="+mj-ea"/>
                  </a:rPr>
                  <a:t>4. </a:t>
                </a:r>
                <a:r>
                  <a:rPr lang="ko-KR" altLang="en-US" sz="2800" b="1" noProof="0" dirty="0">
                    <a:solidFill>
                      <a:srgbClr val="18233A"/>
                    </a:solidFill>
                    <a:latin typeface="+mj-ea"/>
                    <a:ea typeface="+mj-ea"/>
                  </a:rPr>
                  <a:t>결과 해석</a:t>
                </a:r>
                <a:r>
                  <a:rPr lang="en-US" altLang="ko-KR" sz="2800" b="1" noProof="0" dirty="0">
                    <a:solidFill>
                      <a:srgbClr val="18233A"/>
                    </a:solidFill>
                    <a:latin typeface="+mj-ea"/>
                    <a:ea typeface="+mj-ea"/>
                  </a:rPr>
                  <a:t>-2)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solidFill>
                              <a:srgbClr val="18233A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solidFill>
                              <a:srgbClr val="18233A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en-US" altLang="ko-KR" sz="2800" b="1" i="1">
                            <a:solidFill>
                              <a:srgbClr val="18233A"/>
                            </a:solidFill>
                            <a:latin typeface="Cambria Math" panose="02040503050406030204" pitchFamily="18" charset="0"/>
                          </a:rPr>
                          <m:t>𝟎𝟓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rgbClr val="18233A"/>
                    </a:solidFill>
                    <a:latin typeface="+mj-ea"/>
                  </a:rPr>
                  <a:t> </a:t>
                </a:r>
                <a:r>
                  <a:rPr lang="en-US" altLang="ko-KR" sz="2800" b="1" dirty="0">
                    <a:solidFill>
                      <a:srgbClr val="18233A"/>
                    </a:solidFill>
                    <a:latin typeface="+mj-ea"/>
                  </a:rPr>
                  <a:t>10%</a:t>
                </a:r>
                <a:r>
                  <a:rPr lang="ko-KR" altLang="en-US" sz="2800" b="1" dirty="0">
                    <a:solidFill>
                      <a:srgbClr val="18233A"/>
                    </a:solidFill>
                    <a:latin typeface="+mj-ea"/>
                  </a:rPr>
                  <a:t>만으로도 복원 오차 감소</a:t>
                </a:r>
                <a:endParaRPr kumimoji="0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18233A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3859855-6CDD-C7AE-6B6F-B5F46C2A1C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8190512" cy="523220"/>
              </a:xfrm>
              <a:prstGeom prst="rect">
                <a:avLst/>
              </a:prstGeom>
              <a:blipFill>
                <a:blip r:embed="rId5"/>
                <a:stretch>
                  <a:fillRect l="-1488" t="-11628" r="-446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DF5262A5-1283-0FC4-6116-D1B73685F2F2}"/>
              </a:ext>
            </a:extLst>
          </p:cNvPr>
          <p:cNvSpPr txBox="1"/>
          <p:nvPr/>
        </p:nvSpPr>
        <p:spPr>
          <a:xfrm>
            <a:off x="5000171" y="291737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CF6377F-1C49-086F-BBCE-9A5689ACEFEF}"/>
                  </a:ext>
                </a:extLst>
              </p:cNvPr>
              <p:cNvSpPr txBox="1"/>
              <p:nvPr/>
            </p:nvSpPr>
            <p:spPr>
              <a:xfrm>
                <a:off x="2006257" y="1386365"/>
                <a:ext cx="8179483" cy="1200329"/>
              </a:xfrm>
              <a:prstGeom prst="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 w="3810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3600" b="1" dirty="0">
                    <a:solidFill>
                      <a:srgbClr val="18233A"/>
                    </a:solidFill>
                  </a:rPr>
                  <a:t>단 </a:t>
                </a:r>
                <a:r>
                  <a:rPr lang="en-US" altLang="ko-KR" sz="3600" b="1" dirty="0">
                    <a:solidFill>
                      <a:srgbClr val="18233A"/>
                    </a:solidFill>
                  </a:rPr>
                  <a:t>3</a:t>
                </a:r>
                <a:r>
                  <a:rPr lang="ko-KR" altLang="en-US" sz="3600" b="1" dirty="0">
                    <a:solidFill>
                      <a:srgbClr val="18233A"/>
                    </a:solidFill>
                  </a:rPr>
                  <a:t>개의 </a:t>
                </a:r>
                <a14:m>
                  <m:oMath xmlns:m="http://schemas.openxmlformats.org/officeDocument/2006/math">
                    <m:r>
                      <a:rPr lang="en-US" altLang="ko-KR" sz="3600" b="1" i="0" smtClean="0">
                        <a:solidFill>
                          <a:srgbClr val="18233A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ko-KR" altLang="en-US" sz="3600" b="1" i="1">
                            <a:solidFill>
                              <a:srgbClr val="18233A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3600" b="1" i="1">
                            <a:solidFill>
                              <a:srgbClr val="18233A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en-US" altLang="ko-KR" sz="3600" b="1" i="1">
                            <a:solidFill>
                              <a:srgbClr val="18233A"/>
                            </a:solidFill>
                            <a:latin typeface="Cambria Math" panose="02040503050406030204" pitchFamily="18" charset="0"/>
                          </a:rPr>
                          <m:t>𝟎𝟓</m:t>
                        </m:r>
                      </m:sub>
                    </m:sSub>
                  </m:oMath>
                </a14:m>
                <a:r>
                  <a:rPr lang="ko-KR" altLang="en-US" sz="3600" b="1" dirty="0">
                    <a:solidFill>
                      <a:srgbClr val="18233A"/>
                    </a:solidFill>
                    <a:latin typeface="+mj-ea"/>
                  </a:rPr>
                  <a:t> 만으로도 특히 전하 크기복원 오차가 감소하였다</a:t>
                </a:r>
                <a:r>
                  <a:rPr lang="en-US" altLang="ko-KR" sz="3600" b="1" dirty="0">
                    <a:solidFill>
                      <a:srgbClr val="18233A"/>
                    </a:solidFill>
                    <a:latin typeface="+mj-ea"/>
                  </a:rPr>
                  <a:t>.</a:t>
                </a:r>
                <a:endParaRPr lang="ko-KR" altLang="en-US" sz="3500" b="1" dirty="0">
                  <a:latin typeface="+mj-ea"/>
                  <a:ea typeface="+mj-ea"/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CF6377F-1C49-086F-BBCE-9A5689ACEF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6257" y="1386365"/>
                <a:ext cx="8179483" cy="1200329"/>
              </a:xfrm>
              <a:prstGeom prst="rect">
                <a:avLst/>
              </a:prstGeom>
              <a:blipFill>
                <a:blip r:embed="rId6"/>
                <a:stretch>
                  <a:fillRect l="-2003" t="-7389" r="-297" b="-16256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5">
            <a:extLst>
              <a:ext uri="{FF2B5EF4-FFF2-40B4-BE49-F238E27FC236}">
                <a16:creationId xmlns:a16="http://schemas.microsoft.com/office/drawing/2014/main" id="{9F374A73-DC7A-6984-4A16-498E182C64FA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77424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691C5A-5D35-AA72-C7B8-1A6E8F093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D21E21F-B95D-4F3E-DA0F-C79BAE378908}"/>
              </a:ext>
            </a:extLst>
          </p:cNvPr>
          <p:cNvSpPr txBox="1"/>
          <p:nvPr/>
        </p:nvSpPr>
        <p:spPr>
          <a:xfrm>
            <a:off x="658368" y="384048"/>
            <a:ext cx="3381054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 defTabSz="457200" latinLnBrk="0">
              <a:defRPr sz="2800" b="1">
                <a:solidFill>
                  <a:srgbClr val="18233A"/>
                </a:solidFill>
              </a:defRPr>
            </a:pPr>
            <a:r>
              <a:rPr lang="en-US" altLang="ko-KR" sz="2800" b="1" noProof="0" dirty="0">
                <a:solidFill>
                  <a:srgbClr val="18233A"/>
                </a:solidFill>
                <a:latin typeface="+mj-ea"/>
                <a:ea typeface="+mj-ea"/>
              </a:rPr>
              <a:t>4. </a:t>
            </a:r>
            <a:r>
              <a:rPr lang="ko-KR" altLang="en-US" sz="2800" b="1" noProof="0" dirty="0">
                <a:solidFill>
                  <a:srgbClr val="18233A"/>
                </a:solidFill>
                <a:latin typeface="+mj-ea"/>
                <a:ea typeface="+mj-ea"/>
              </a:rPr>
              <a:t>종합적 결과 해석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A371F0-5EC8-A79D-B73A-C9C9B56D6BA9}"/>
                  </a:ext>
                </a:extLst>
              </p:cNvPr>
              <p:cNvSpPr txBox="1"/>
              <p:nvPr/>
            </p:nvSpPr>
            <p:spPr>
              <a:xfrm>
                <a:off x="716642" y="2151727"/>
                <a:ext cx="10758715" cy="31700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4000" b="1" i="1">
                            <a:solidFill>
                              <a:srgbClr val="18233A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4000" b="1" i="1">
                            <a:solidFill>
                              <a:srgbClr val="18233A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en-US" altLang="ko-KR" sz="4000" b="1" i="1">
                            <a:solidFill>
                              <a:srgbClr val="18233A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  <m:r>
                          <a:rPr lang="en-US" altLang="ko-KR" sz="4000" b="1" i="1" smtClean="0">
                            <a:solidFill>
                              <a:srgbClr val="18233A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</m:oMath>
                </a14:m>
                <a:r>
                  <a:rPr lang="ko-KR" altLang="en-US" sz="4000" b="1" dirty="0">
                    <a:solidFill>
                      <a:srgbClr val="18233A"/>
                    </a:solidFill>
                    <a:latin typeface="+mj-ea"/>
                  </a:rPr>
                  <a:t> </a:t>
                </a:r>
                <a:r>
                  <a:rPr lang="ko-KR" altLang="ko-KR" sz="4000" dirty="0"/>
                  <a:t>은 전하 분포의 주된 구조 정보를 제공하고, 소량의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4000" b="1" i="1">
                            <a:solidFill>
                              <a:srgbClr val="18233A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4000" b="1" i="1">
                            <a:solidFill>
                              <a:srgbClr val="18233A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en-US" altLang="ko-KR" sz="4000" b="1" i="1">
                            <a:solidFill>
                              <a:srgbClr val="18233A"/>
                            </a:solidFill>
                            <a:latin typeface="Cambria Math" panose="02040503050406030204" pitchFamily="18" charset="0"/>
                          </a:rPr>
                          <m:t>𝟎𝟓</m:t>
                        </m:r>
                      </m:sub>
                    </m:sSub>
                  </m:oMath>
                </a14:m>
                <a:r>
                  <a:rPr lang="ko-KR" altLang="en-US" sz="4000" b="1" dirty="0">
                    <a:solidFill>
                      <a:srgbClr val="18233A"/>
                    </a:solidFill>
                    <a:latin typeface="+mj-ea"/>
                  </a:rPr>
                  <a:t> </a:t>
                </a:r>
                <a:r>
                  <a:rPr lang="ko-KR" altLang="ko-KR" sz="4000" dirty="0"/>
                  <a:t>만으로도 추가 정보가 복원 성능에 기여했다. </a:t>
                </a:r>
                <a:endParaRPr lang="en-US" altLang="ko-KR" sz="4000" dirty="0"/>
              </a:p>
              <a:p>
                <a:r>
                  <a:rPr lang="ko-KR" altLang="ko-KR" sz="4000" dirty="0"/>
                  <a:t>다만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4000" b="1" i="1">
                            <a:solidFill>
                              <a:srgbClr val="18233A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4000" b="1" i="1">
                            <a:solidFill>
                              <a:srgbClr val="18233A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en-US" altLang="ko-KR" sz="4000" b="1" i="1">
                            <a:solidFill>
                              <a:srgbClr val="18233A"/>
                            </a:solidFill>
                            <a:latin typeface="Cambria Math" panose="02040503050406030204" pitchFamily="18" charset="0"/>
                          </a:rPr>
                          <m:t>𝟎𝟓</m:t>
                        </m:r>
                      </m:sub>
                    </m:sSub>
                  </m:oMath>
                </a14:m>
                <a:r>
                  <a:rPr lang="ko-KR" altLang="ko-KR" sz="4000" dirty="0"/>
                  <a:t> </a:t>
                </a:r>
                <a:r>
                  <a:rPr lang="ko-KR" altLang="ko-KR" sz="4000" dirty="0" err="1"/>
                  <a:t>제공량</a:t>
                </a:r>
                <a:r>
                  <a:rPr lang="ko-KR" altLang="ko-KR" sz="4000" dirty="0"/>
                  <a:t> 증가와 성능 향상은 단조 관계를 보이지 않았다.</a:t>
                </a:r>
                <a:endParaRPr lang="ko-KR" altLang="en-US" sz="40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A371F0-5EC8-A79D-B73A-C9C9B56D6B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642" y="2151727"/>
                <a:ext cx="10758715" cy="3170099"/>
              </a:xfrm>
              <a:prstGeom prst="rect">
                <a:avLst/>
              </a:prstGeom>
              <a:blipFill>
                <a:blip r:embed="rId2"/>
                <a:stretch>
                  <a:fillRect l="-2041" t="-4038" r="-1814" b="-75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5">
            <a:extLst>
              <a:ext uri="{FF2B5EF4-FFF2-40B4-BE49-F238E27FC236}">
                <a16:creationId xmlns:a16="http://schemas.microsoft.com/office/drawing/2014/main" id="{93E06D97-28DB-5850-5CA4-F5860279977F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644593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4AA078-6018-2991-80C4-DDD1580B9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3F2C6B5-4C45-16D7-94E5-3F415951F45D}"/>
              </a:ext>
            </a:extLst>
          </p:cNvPr>
          <p:cNvSpPr txBox="1"/>
          <p:nvPr/>
        </p:nvSpPr>
        <p:spPr>
          <a:xfrm>
            <a:off x="658368" y="384048"/>
            <a:ext cx="1818126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 defTabSz="457200" latinLnBrk="0">
              <a:defRPr sz="2800" b="1">
                <a:solidFill>
                  <a:srgbClr val="18233A"/>
                </a:solidFill>
              </a:defRPr>
            </a:pPr>
            <a:r>
              <a:rPr lang="en-US" altLang="ko-KR" sz="2800" b="1" dirty="0">
                <a:solidFill>
                  <a:srgbClr val="18233A"/>
                </a:solidFill>
                <a:latin typeface="+mj-ea"/>
                <a:ea typeface="+mj-ea"/>
              </a:rPr>
              <a:t>5</a:t>
            </a:r>
            <a:r>
              <a:rPr lang="en-US" altLang="ko-KR" sz="2800" b="1" noProof="0" dirty="0">
                <a:solidFill>
                  <a:srgbClr val="18233A"/>
                </a:solidFill>
                <a:latin typeface="+mj-ea"/>
                <a:ea typeface="+mj-ea"/>
              </a:rPr>
              <a:t>. </a:t>
            </a:r>
            <a:r>
              <a:rPr lang="ko-KR" altLang="en-US" sz="2800" b="1" noProof="0" dirty="0">
                <a:solidFill>
                  <a:srgbClr val="18233A"/>
                </a:solidFill>
                <a:latin typeface="+mj-ea"/>
                <a:ea typeface="+mj-ea"/>
              </a:rPr>
              <a:t>한계 점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6C4E55F-E80C-0A88-FF8F-ED901965AE96}"/>
                  </a:ext>
                </a:extLst>
              </p:cNvPr>
              <p:cNvSpPr txBox="1"/>
              <p:nvPr/>
            </p:nvSpPr>
            <p:spPr>
              <a:xfrm>
                <a:off x="716642" y="2151727"/>
                <a:ext cx="10758715" cy="37856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4000" dirty="0"/>
                  <a:t>점 전하의 개수가 고정적이다</a:t>
                </a:r>
                <a:r>
                  <a:rPr lang="en-US" altLang="ko-KR" sz="4000" dirty="0"/>
                  <a:t>.</a:t>
                </a:r>
              </a:p>
              <a:p>
                <a:endParaRPr lang="en-US" altLang="ko-KR" sz="40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4000" b="1" i="1">
                            <a:solidFill>
                              <a:srgbClr val="18233A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4000" b="1" i="1">
                            <a:solidFill>
                              <a:srgbClr val="18233A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en-US" altLang="ko-KR" sz="4000" b="1" i="1">
                            <a:solidFill>
                              <a:srgbClr val="18233A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  <m:r>
                          <a:rPr lang="en-US" altLang="ko-KR" sz="4000" b="1" i="1" smtClean="0">
                            <a:solidFill>
                              <a:srgbClr val="18233A"/>
                            </a:solidFill>
                            <a:latin typeface="Cambria Math" panose="02040503050406030204" pitchFamily="18" charset="0"/>
                          </a:rPr>
                          <m:t>𝟓</m:t>
                        </m:r>
                      </m:sub>
                    </m:sSub>
                  </m:oMath>
                </a14:m>
                <a:r>
                  <a:rPr lang="ko-KR" altLang="en-US" sz="4000" dirty="0"/>
                  <a:t>의 증가 효과가 </a:t>
                </a:r>
                <a:r>
                  <a:rPr lang="ko-KR" altLang="en-US" sz="4000" dirty="0" err="1"/>
                  <a:t>시드에</a:t>
                </a:r>
                <a:r>
                  <a:rPr lang="ko-KR" altLang="en-US" sz="4000" dirty="0"/>
                  <a:t> 따라 변동한다</a:t>
                </a:r>
                <a:r>
                  <a:rPr lang="en-US" altLang="ko-KR" sz="4000" dirty="0"/>
                  <a:t>.</a:t>
                </a:r>
              </a:p>
              <a:p>
                <a:endParaRPr lang="en-US" altLang="ko-KR" sz="40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4000" b="1" i="1">
                            <a:solidFill>
                              <a:srgbClr val="18233A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4000" b="1" i="1">
                            <a:solidFill>
                              <a:srgbClr val="18233A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en-US" altLang="ko-KR" sz="4000" b="1" i="1">
                            <a:solidFill>
                              <a:srgbClr val="18233A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  <m:r>
                          <a:rPr lang="en-US" altLang="ko-KR" sz="4000" b="1" i="1" smtClean="0">
                            <a:solidFill>
                              <a:srgbClr val="18233A"/>
                            </a:solidFill>
                            <a:latin typeface="Cambria Math" panose="02040503050406030204" pitchFamily="18" charset="0"/>
                          </a:rPr>
                          <m:t>𝟓</m:t>
                        </m:r>
                      </m:sub>
                    </m:sSub>
                  </m:oMath>
                </a14:m>
                <a:r>
                  <a:rPr lang="ko-KR" altLang="en-US" sz="4000" dirty="0"/>
                  <a:t> 제공이 오차 증가로 이어지는 인과를 파악하지 못하였다</a:t>
                </a:r>
                <a:r>
                  <a:rPr lang="en-US" altLang="ko-KR" sz="4000" dirty="0"/>
                  <a:t>.</a:t>
                </a:r>
                <a:endParaRPr lang="ko-KR" altLang="en-US" sz="40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6C4E55F-E80C-0A88-FF8F-ED901965AE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642" y="2151727"/>
                <a:ext cx="10758715" cy="3785652"/>
              </a:xfrm>
              <a:prstGeom prst="rect">
                <a:avLst/>
              </a:prstGeom>
              <a:blipFill>
                <a:blip r:embed="rId2"/>
                <a:stretch>
                  <a:fillRect l="-2041" t="-3382" b="-611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5">
            <a:extLst>
              <a:ext uri="{FF2B5EF4-FFF2-40B4-BE49-F238E27FC236}">
                <a16:creationId xmlns:a16="http://schemas.microsoft.com/office/drawing/2014/main" id="{EEC79262-B4FA-F35A-DB8C-BC20A45D2947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B2C871A-EED6-F52A-0B51-2E7B12B54052}"/>
                  </a:ext>
                </a:extLst>
              </p:cNvPr>
              <p:cNvSpPr txBox="1"/>
              <p:nvPr/>
            </p:nvSpPr>
            <p:spPr>
              <a:xfrm>
                <a:off x="658368" y="2151727"/>
                <a:ext cx="10758715" cy="25545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4000" dirty="0"/>
                  <a:t>1. </a:t>
                </a:r>
                <a:r>
                  <a:rPr lang="ko-KR" altLang="en-US" sz="4000" dirty="0"/>
                  <a:t>전하 개수 가변화</a:t>
                </a:r>
                <a:r>
                  <a:rPr lang="en-US" altLang="ko-KR" sz="4000" dirty="0"/>
                  <a:t>.</a:t>
                </a:r>
              </a:p>
              <a:p>
                <a:endParaRPr lang="en-US" altLang="ko-KR" sz="4000" dirty="0"/>
              </a:p>
              <a:p>
                <a:r>
                  <a:rPr lang="en-US" altLang="ko-KR" sz="4000" b="1" dirty="0">
                    <a:solidFill>
                      <a:srgbClr val="18233A"/>
                    </a:solidFill>
                  </a:rPr>
                  <a:t>2.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4000" b="1" i="1">
                            <a:solidFill>
                              <a:srgbClr val="18233A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4000" b="1" i="1">
                            <a:solidFill>
                              <a:srgbClr val="18233A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en-US" altLang="ko-KR" sz="4000" b="1" i="1">
                            <a:solidFill>
                              <a:srgbClr val="18233A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  <m:r>
                          <a:rPr lang="en-US" altLang="ko-KR" sz="4000" b="1" i="1" smtClean="0">
                            <a:solidFill>
                              <a:srgbClr val="18233A"/>
                            </a:solidFill>
                            <a:latin typeface="Cambria Math" panose="02040503050406030204" pitchFamily="18" charset="0"/>
                          </a:rPr>
                          <m:t>𝟓</m:t>
                        </m:r>
                      </m:sub>
                    </m:sSub>
                  </m:oMath>
                </a14:m>
                <a:r>
                  <a:rPr lang="ko-KR" altLang="en-US" sz="4000" dirty="0"/>
                  <a:t> 관측 위치 최적화</a:t>
                </a:r>
                <a:r>
                  <a:rPr lang="en-US" altLang="ko-KR" sz="4000" dirty="0"/>
                  <a:t>.</a:t>
                </a:r>
              </a:p>
              <a:p>
                <a:r>
                  <a:rPr lang="ko-KR" altLang="en-US" sz="4000" dirty="0"/>
                  <a:t>로 확장한다</a:t>
                </a:r>
                <a:r>
                  <a:rPr lang="en-US" altLang="ko-KR" sz="4000" dirty="0"/>
                  <a:t>.</a:t>
                </a:r>
                <a:endParaRPr lang="ko-KR" altLang="en-US" sz="40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B2C871A-EED6-F52A-0B51-2E7B12B540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2151727"/>
                <a:ext cx="10758715" cy="2554545"/>
              </a:xfrm>
              <a:prstGeom prst="rect">
                <a:avLst/>
              </a:prstGeom>
              <a:blipFill>
                <a:blip r:embed="rId3"/>
                <a:stretch>
                  <a:fillRect l="-1983" t="-5012" b="-95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301400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375E-6 -4.81481E-6 L -0.88242 0.1625 " pathEditMode="relative" rAng="0" ptsTypes="AA">
                                      <p:cBhvr>
                                        <p:cTn id="21" dur="3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44115" y="8125"/>
                                    </p:animMotion>
                                  </p:childTnLst>
                                </p:cTn>
                              </p:par>
                              <p:par>
                                <p:cTn id="22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5E-6 -2.59259E-6 L -1.26432 -0.04815 " pathEditMode="relative" rAng="0" ptsTypes="AA">
                                      <p:cBhvr>
                                        <p:cTn id="23" dur="3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3216" y="-2407"/>
                                    </p:animMotion>
                                  </p:childTnLst>
                                </p:cTn>
                              </p:par>
                              <p:par>
                                <p:cTn id="24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8.33333E-7 -4.81481E-6 L -1.00911 -0.26481 " pathEditMode="relative" rAng="0" ptsTypes="AA">
                                      <p:cBhvr>
                                        <p:cTn id="25" dur="3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0456" y="-1324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allAtOnce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FE13F0D-0C6F-F1F6-B000-E59F15663B1C}"/>
              </a:ext>
            </a:extLst>
          </p:cNvPr>
          <p:cNvSpPr txBox="1"/>
          <p:nvPr/>
        </p:nvSpPr>
        <p:spPr>
          <a:xfrm>
            <a:off x="658368" y="384048"/>
            <a:ext cx="1818126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 defTabSz="457200" latinLnBrk="0">
              <a:defRPr sz="2800" b="1">
                <a:solidFill>
                  <a:srgbClr val="18233A"/>
                </a:solidFill>
              </a:defRPr>
            </a:pPr>
            <a:r>
              <a:rPr lang="en-US" altLang="ko-KR" sz="2800" b="1" noProof="0" dirty="0">
                <a:solidFill>
                  <a:srgbClr val="18233A"/>
                </a:solidFill>
                <a:latin typeface="+mj-ea"/>
                <a:ea typeface="+mj-ea"/>
              </a:rPr>
              <a:t>6. </a:t>
            </a:r>
            <a:r>
              <a:rPr lang="ko-KR" altLang="en-US" sz="2800" b="1" dirty="0">
                <a:solidFill>
                  <a:srgbClr val="18233A"/>
                </a:solidFill>
                <a:latin typeface="+mj-ea"/>
                <a:ea typeface="+mj-ea"/>
              </a:rPr>
              <a:t>느낀 점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05A15444-CDE9-7A46-2BE2-67A5A1158C90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7BCB81-8752-1850-E45E-DFDE8B37F981}"/>
              </a:ext>
            </a:extLst>
          </p:cNvPr>
          <p:cNvSpPr txBox="1"/>
          <p:nvPr/>
        </p:nvSpPr>
        <p:spPr>
          <a:xfrm>
            <a:off x="676656" y="1792109"/>
            <a:ext cx="10696194" cy="41996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/>
              <a:t>처음에는 </a:t>
            </a:r>
            <a:r>
              <a:rPr lang="en-US" altLang="ko-KR" sz="2000" dirty="0"/>
              <a:t>G05 </a:t>
            </a:r>
            <a:r>
              <a:rPr lang="ko-KR" altLang="en-US" sz="2000" dirty="0"/>
              <a:t>정보를 더 많이 제공할수록 복원 정확도가 지속적으로 향상될 것이라 예상했다</a:t>
            </a:r>
            <a:r>
              <a:rPr lang="en-US" altLang="ko-KR" sz="2000" dirty="0"/>
              <a:t>. </a:t>
            </a:r>
            <a:r>
              <a:rPr lang="ko-KR" altLang="en-US" sz="2000" dirty="0"/>
              <a:t>그러나 실제 실험에서는 관측량과 성능 사이에 뚜렷한 단조 관계가 나타나지 않았고</a:t>
            </a:r>
            <a:r>
              <a:rPr lang="en-US" altLang="ko-KR" sz="2000" dirty="0"/>
              <a:t>, </a:t>
            </a:r>
            <a:r>
              <a:rPr lang="ko-KR" altLang="en-US" sz="2000" dirty="0"/>
              <a:t>특히 위치 복원 성능은 기대만큼 개선되지 않았다</a:t>
            </a:r>
            <a:r>
              <a:rPr lang="en-US" altLang="ko-KR" sz="2000" dirty="0"/>
              <a:t>. </a:t>
            </a:r>
          </a:p>
          <a:p>
            <a:pPr>
              <a:lnSpc>
                <a:spcPct val="150000"/>
              </a:lnSpc>
            </a:pPr>
            <a:r>
              <a:rPr lang="ko-KR" altLang="en-US" sz="2000" dirty="0"/>
              <a:t>또한 제한된 시간과 연산 자원으로 인해 더 많은 </a:t>
            </a:r>
            <a:r>
              <a:rPr lang="ko-KR" altLang="en-US" sz="2000" dirty="0" err="1"/>
              <a:t>시드와</a:t>
            </a:r>
            <a:r>
              <a:rPr lang="ko-KR" altLang="en-US" sz="2000" dirty="0"/>
              <a:t> 다양한 모델 구조를 충분히 비교하지 못한 점도 아쉬움으로 남았다</a:t>
            </a:r>
            <a:r>
              <a:rPr lang="en-US" altLang="ko-KR" sz="2000" dirty="0"/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2000" dirty="0"/>
              <a:t>하지만 이러한 아쉬움이 있었기에</a:t>
            </a:r>
            <a:r>
              <a:rPr lang="en-US" altLang="ko-KR" sz="2000" dirty="0"/>
              <a:t>, </a:t>
            </a:r>
            <a:r>
              <a:rPr lang="ko-KR" altLang="en-US" sz="2000" dirty="0"/>
              <a:t>연구에 몰두하고 즐길 수 있었다고 생각한다</a:t>
            </a:r>
            <a:r>
              <a:rPr lang="en-US" altLang="ko-KR" sz="2000" dirty="0"/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2000" dirty="0"/>
              <a:t>이후에는 </a:t>
            </a:r>
            <a:r>
              <a:rPr lang="en-US" altLang="ko-KR" sz="2000" dirty="0"/>
              <a:t>G05</a:t>
            </a:r>
            <a:r>
              <a:rPr lang="ko-KR" altLang="en-US" sz="2000" dirty="0"/>
              <a:t>의 양이 아니라 가장 정보량이 높은 관측 위치를 찾는 방향으로 탐구를 확장하고 싶다</a:t>
            </a:r>
            <a:r>
              <a:rPr lang="en-US" altLang="ko-KR" sz="2000" dirty="0"/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2000" dirty="0"/>
              <a:t>또한 </a:t>
            </a:r>
            <a:r>
              <a:rPr lang="en-US" altLang="ko-KR" sz="2000" dirty="0"/>
              <a:t>G05</a:t>
            </a:r>
            <a:r>
              <a:rPr lang="ko-KR" altLang="en-US" sz="2000" dirty="0"/>
              <a:t>의 양으로 인해 나타나는 오차의 인과를 명확히 탐구해보고 싶다</a:t>
            </a:r>
            <a:r>
              <a:rPr lang="en-US" altLang="ko-KR" sz="2000"/>
              <a:t>.</a:t>
            </a:r>
            <a:endParaRPr lang="ko-KR" altLang="en-US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D88D968-2761-2969-3488-25D781666EE5}"/>
              </a:ext>
            </a:extLst>
          </p:cNvPr>
          <p:cNvSpPr txBox="1"/>
          <p:nvPr/>
        </p:nvSpPr>
        <p:spPr>
          <a:xfrm>
            <a:off x="4000595" y="2459504"/>
            <a:ext cx="4190810" cy="193899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6000" b="1" i="1" dirty="0">
                <a:latin typeface="+mj-ea"/>
                <a:ea typeface="+mj-ea"/>
              </a:rPr>
              <a:t>Thank You</a:t>
            </a:r>
          </a:p>
          <a:p>
            <a:r>
              <a:rPr lang="ko-KR" altLang="en-US" sz="6000" b="1" i="1" dirty="0">
                <a:latin typeface="+mj-ea"/>
                <a:ea typeface="+mj-ea"/>
              </a:rPr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38272510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25F3F8-E48C-53B9-B86B-4B9927BE9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extBox 50">
            <a:extLst>
              <a:ext uri="{FF2B5EF4-FFF2-40B4-BE49-F238E27FC236}">
                <a16:creationId xmlns:a16="http://schemas.microsoft.com/office/drawing/2014/main" id="{9A5E9731-4A82-3444-B26C-B3BEF85F13C3}"/>
              </a:ext>
            </a:extLst>
          </p:cNvPr>
          <p:cNvSpPr txBox="1"/>
          <p:nvPr/>
        </p:nvSpPr>
        <p:spPr>
          <a:xfrm>
            <a:off x="2026515" y="5501116"/>
            <a:ext cx="8393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>
                <a:solidFill>
                  <a:srgbClr val="F8F9FC"/>
                </a:solidFill>
              </a:rPr>
              <a:t>로런츠</a:t>
            </a:r>
            <a:r>
              <a:rPr lang="ko-KR" altLang="en-US" dirty="0">
                <a:solidFill>
                  <a:srgbClr val="F8F9FC"/>
                </a:solidFill>
              </a:rPr>
              <a:t> </a:t>
            </a:r>
            <a:r>
              <a:rPr lang="ko-KR" altLang="en-US" dirty="0" err="1">
                <a:solidFill>
                  <a:srgbClr val="F8F9FC"/>
                </a:solidFill>
              </a:rPr>
              <a:t>계량텐서</a:t>
            </a:r>
            <a:r>
              <a:rPr lang="en-US" altLang="ko-KR" dirty="0">
                <a:solidFill>
                  <a:srgbClr val="F8F9FC"/>
                </a:solidFill>
              </a:rPr>
              <a:t>: </a:t>
            </a:r>
            <a:r>
              <a:rPr lang="ko-KR" altLang="en-US" dirty="0">
                <a:solidFill>
                  <a:srgbClr val="F8F9FC"/>
                </a:solidFill>
              </a:rPr>
              <a:t>시간 방향 하나가 공간 방향들과 다른 부호를 가지는 </a:t>
            </a:r>
            <a:r>
              <a:rPr lang="ko-KR" altLang="en-US" dirty="0" err="1">
                <a:solidFill>
                  <a:srgbClr val="F8F9FC"/>
                </a:solidFill>
              </a:rPr>
              <a:t>계량텐서</a:t>
            </a:r>
            <a:endParaRPr lang="ko-KR" altLang="en-US" dirty="0">
              <a:solidFill>
                <a:srgbClr val="F8F9FC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ECB08E-8CB8-E2E4-424A-9DEF6569BB18}"/>
              </a:ext>
            </a:extLst>
          </p:cNvPr>
          <p:cNvSpPr txBox="1"/>
          <p:nvPr/>
        </p:nvSpPr>
        <p:spPr>
          <a:xfrm>
            <a:off x="658368" y="384048"/>
            <a:ext cx="243092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Details-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KK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2EA9DE-D405-12B4-70FF-DCE880A9B084}"/>
              </a:ext>
            </a:extLst>
          </p:cNvPr>
          <p:cNvSpPr txBox="1"/>
          <p:nvPr/>
        </p:nvSpPr>
        <p:spPr>
          <a:xfrm>
            <a:off x="676656" y="987552"/>
            <a:ext cx="118333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255A3DA-2F07-2FB4-A41D-D391CC451FB9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70CA7B5-9EA5-3666-30A6-B6BBDDFC6064}"/>
              </a:ext>
            </a:extLst>
          </p:cNvPr>
          <p:cNvSpPr txBox="1"/>
          <p:nvPr/>
        </p:nvSpPr>
        <p:spPr>
          <a:xfrm>
            <a:off x="1325880" y="1975104"/>
            <a:ext cx="9509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200" b="1">
                <a:solidFill>
                  <a:srgbClr val="315EBE"/>
                </a:solidFill>
                <a:latin typeface="Cambria Math"/>
              </a:defRPr>
            </a:pPr>
            <a:r>
              <a:rPr kumimoji="0" sz="2200" b="1" i="0" u="none" strike="noStrike" kern="1200" cap="none" spc="0" normalizeH="0" baseline="0" noProof="0" dirty="0">
                <a:ln>
                  <a:noFill/>
                </a:ln>
                <a:solidFill>
                  <a:srgbClr val="315EBE"/>
                </a:solidFill>
                <a:effectLst/>
                <a:uLnTx/>
                <a:uFillTx/>
                <a:latin typeface="Cambria Math"/>
                <a:ea typeface="+mn-ea"/>
                <a:cs typeface="+mn-cs"/>
              </a:rPr>
              <a:t>G₀₀ ∝ V²</a:t>
            </a:r>
          </a:p>
        </p:txBody>
      </p:sp>
      <p:sp>
        <p:nvSpPr>
          <p:cNvPr id="10" name="왼쪽 대괄호 9">
            <a:extLst>
              <a:ext uri="{FF2B5EF4-FFF2-40B4-BE49-F238E27FC236}">
                <a16:creationId xmlns:a16="http://schemas.microsoft.com/office/drawing/2014/main" id="{2030E6F3-1205-D133-7B4D-554FC86901A2}"/>
              </a:ext>
            </a:extLst>
          </p:cNvPr>
          <p:cNvSpPr/>
          <p:nvPr/>
        </p:nvSpPr>
        <p:spPr>
          <a:xfrm>
            <a:off x="3879613" y="1811436"/>
            <a:ext cx="263478" cy="3823455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8" name="표 27">
                <a:extLst>
                  <a:ext uri="{FF2B5EF4-FFF2-40B4-BE49-F238E27FC236}">
                    <a16:creationId xmlns:a16="http://schemas.microsoft.com/office/drawing/2014/main" id="{627F2CF0-24EA-EDEA-8B20-7F1BBE5E75C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81093390"/>
                  </p:ext>
                </p:extLst>
              </p:nvPr>
            </p:nvGraphicFramePr>
            <p:xfrm>
              <a:off x="4156696" y="1755019"/>
              <a:ext cx="3878608" cy="38881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69652">
                      <a:extLst>
                        <a:ext uri="{9D8B030D-6E8A-4147-A177-3AD203B41FA5}">
                          <a16:colId xmlns:a16="http://schemas.microsoft.com/office/drawing/2014/main" val="3210524151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4197934473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759925240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4117084695"/>
                        </a:ext>
                      </a:extLst>
                    </a:gridCol>
                  </a:tblGrid>
                  <a:tr h="972038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01170507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95923781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98366377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6526685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8" name="표 27">
                <a:extLst>
                  <a:ext uri="{FF2B5EF4-FFF2-40B4-BE49-F238E27FC236}">
                    <a16:creationId xmlns:a16="http://schemas.microsoft.com/office/drawing/2014/main" id="{627F2CF0-24EA-EDEA-8B20-7F1BBE5E75C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81093390"/>
                  </p:ext>
                </p:extLst>
              </p:nvPr>
            </p:nvGraphicFramePr>
            <p:xfrm>
              <a:off x="4156696" y="1755019"/>
              <a:ext cx="3878608" cy="38881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69652">
                      <a:extLst>
                        <a:ext uri="{9D8B030D-6E8A-4147-A177-3AD203B41FA5}">
                          <a16:colId xmlns:a16="http://schemas.microsoft.com/office/drawing/2014/main" val="3210524151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4197934473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759925240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4117084695"/>
                        </a:ext>
                      </a:extLst>
                    </a:gridCol>
                  </a:tblGrid>
                  <a:tr h="972038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r="-298750" b="-2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629" r="-200629" b="-2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99375" r="-99375" b="-2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301258" b="-2993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01170507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t="-100000" r="-298750" b="-1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629" t="-100000" r="-200629" b="-1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99375" t="-100000" r="-99375" b="-1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301258" t="-100000" b="-1993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95923781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t="-201258" r="-298750" b="-1006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629" t="-201258" r="-200629" b="-1006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99375" t="-201258" r="-99375" b="-1006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301258" t="-201258" b="-10062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98366377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t="-299375" r="-298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629" t="-299375" r="-2006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99375" t="-299375" r="-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301258" t="-2993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6526685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0" name="왼쪽 대괄호 29">
            <a:extLst>
              <a:ext uri="{FF2B5EF4-FFF2-40B4-BE49-F238E27FC236}">
                <a16:creationId xmlns:a16="http://schemas.microsoft.com/office/drawing/2014/main" id="{F69B093C-689F-C25E-F47F-25EBDF298092}"/>
              </a:ext>
            </a:extLst>
          </p:cNvPr>
          <p:cNvSpPr/>
          <p:nvPr/>
        </p:nvSpPr>
        <p:spPr>
          <a:xfrm rot="10800000">
            <a:off x="8035304" y="1819716"/>
            <a:ext cx="263478" cy="3823455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4504CC22-89C5-1293-158B-1F6FF92F1153}"/>
              </a:ext>
            </a:extLst>
          </p:cNvPr>
          <p:cNvSpPr/>
          <p:nvPr/>
        </p:nvSpPr>
        <p:spPr>
          <a:xfrm>
            <a:off x="4262996" y="2068873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E69337D7-9A27-E3F1-F31D-67D8334787A8}"/>
              </a:ext>
            </a:extLst>
          </p:cNvPr>
          <p:cNvSpPr/>
          <p:nvPr/>
        </p:nvSpPr>
        <p:spPr>
          <a:xfrm>
            <a:off x="5197196" y="2068873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19ABEEC4-6C5A-A74D-1B48-AFCA6C76B1A9}"/>
              </a:ext>
            </a:extLst>
          </p:cNvPr>
          <p:cNvSpPr/>
          <p:nvPr/>
        </p:nvSpPr>
        <p:spPr>
          <a:xfrm>
            <a:off x="6223337" y="2068873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B789D8B-79AC-2093-574B-F4C3E67DC186}"/>
              </a:ext>
            </a:extLst>
          </p:cNvPr>
          <p:cNvSpPr/>
          <p:nvPr/>
        </p:nvSpPr>
        <p:spPr>
          <a:xfrm>
            <a:off x="7157537" y="2068873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B62A0420-8D11-D2D7-62D8-860C676C8A09}"/>
              </a:ext>
            </a:extLst>
          </p:cNvPr>
          <p:cNvSpPr/>
          <p:nvPr/>
        </p:nvSpPr>
        <p:spPr>
          <a:xfrm>
            <a:off x="7157537" y="30192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E9879D28-82AF-1213-137D-5B9BF1F9C5E0}"/>
              </a:ext>
            </a:extLst>
          </p:cNvPr>
          <p:cNvSpPr/>
          <p:nvPr/>
        </p:nvSpPr>
        <p:spPr>
          <a:xfrm>
            <a:off x="6223337" y="30192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77AAD94B-1DF9-327E-9D62-76303A48B722}"/>
              </a:ext>
            </a:extLst>
          </p:cNvPr>
          <p:cNvSpPr/>
          <p:nvPr/>
        </p:nvSpPr>
        <p:spPr>
          <a:xfrm>
            <a:off x="5208919" y="30192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6FBBED1D-7EB7-F66A-9286-DF2961F20B0D}"/>
              </a:ext>
            </a:extLst>
          </p:cNvPr>
          <p:cNvSpPr/>
          <p:nvPr/>
        </p:nvSpPr>
        <p:spPr>
          <a:xfrm>
            <a:off x="4246341" y="30192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7AFF51EC-2337-2D4E-3A1F-74C3701CCB97}"/>
              </a:ext>
            </a:extLst>
          </p:cNvPr>
          <p:cNvSpPr/>
          <p:nvPr/>
        </p:nvSpPr>
        <p:spPr>
          <a:xfrm>
            <a:off x="4246341" y="40345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9F9E2CCC-2BFB-EA94-3FA6-9027C42112BB}"/>
              </a:ext>
            </a:extLst>
          </p:cNvPr>
          <p:cNvSpPr/>
          <p:nvPr/>
        </p:nvSpPr>
        <p:spPr>
          <a:xfrm>
            <a:off x="5272482" y="40345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039DBB61-CAFA-8C63-DD4E-B2C46E893EC8}"/>
              </a:ext>
            </a:extLst>
          </p:cNvPr>
          <p:cNvSpPr/>
          <p:nvPr/>
        </p:nvSpPr>
        <p:spPr>
          <a:xfrm>
            <a:off x="6206682" y="40345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2E648C17-107B-16B8-95E4-5AC5EB9B4F75}"/>
              </a:ext>
            </a:extLst>
          </p:cNvPr>
          <p:cNvSpPr/>
          <p:nvPr/>
        </p:nvSpPr>
        <p:spPr>
          <a:xfrm>
            <a:off x="7137182" y="40345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5F4C7FB6-FB47-7E14-1AC6-4EC4C4A8E0AE}"/>
              </a:ext>
            </a:extLst>
          </p:cNvPr>
          <p:cNvSpPr/>
          <p:nvPr/>
        </p:nvSpPr>
        <p:spPr>
          <a:xfrm>
            <a:off x="7137182" y="4965005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1E395085-2ECB-690C-C24A-0DC3E4E8F95C}"/>
              </a:ext>
            </a:extLst>
          </p:cNvPr>
          <p:cNvSpPr/>
          <p:nvPr/>
        </p:nvSpPr>
        <p:spPr>
          <a:xfrm>
            <a:off x="6210717" y="4965005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A338867D-C54A-045E-6ABF-501D1EAED85E}"/>
              </a:ext>
            </a:extLst>
          </p:cNvPr>
          <p:cNvSpPr/>
          <p:nvPr/>
        </p:nvSpPr>
        <p:spPr>
          <a:xfrm>
            <a:off x="5208919" y="4965005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AFCE936F-617B-8910-65E2-88A4A60FD5CD}"/>
              </a:ext>
            </a:extLst>
          </p:cNvPr>
          <p:cNvSpPr/>
          <p:nvPr/>
        </p:nvSpPr>
        <p:spPr>
          <a:xfrm>
            <a:off x="4272845" y="4965005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2" name="그림 21" descr="초공간 - 교보문고">
            <a:extLst>
              <a:ext uri="{FF2B5EF4-FFF2-40B4-BE49-F238E27FC236}">
                <a16:creationId xmlns:a16="http://schemas.microsoft.com/office/drawing/2014/main" id="{958FEACA-6C5A-6E48-DE89-2749A93EF9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0679" y="1698997"/>
            <a:ext cx="2718993" cy="4064895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5083FE0B-9433-6B4E-AFB8-6744453A1D4E}"/>
              </a:ext>
            </a:extLst>
          </p:cNvPr>
          <p:cNvSpPr txBox="1"/>
          <p:nvPr/>
        </p:nvSpPr>
        <p:spPr>
          <a:xfrm>
            <a:off x="3915851" y="561689"/>
            <a:ext cx="5753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리만의 </a:t>
            </a:r>
            <a:r>
              <a:rPr lang="ko-KR" altLang="en-US" dirty="0" err="1"/>
              <a:t>계량텐서</a:t>
            </a:r>
            <a:r>
              <a:rPr lang="en-US" altLang="ko-KR" dirty="0"/>
              <a:t>: </a:t>
            </a:r>
            <a:r>
              <a:rPr lang="ko-KR" altLang="en-US" dirty="0"/>
              <a:t>시공간의 곡률을 계산할 수 있게 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9" name="표 48">
                <a:extLst>
                  <a:ext uri="{FF2B5EF4-FFF2-40B4-BE49-F238E27FC236}">
                    <a16:creationId xmlns:a16="http://schemas.microsoft.com/office/drawing/2014/main" id="{21E41EB4-0CF5-6319-936E-FF5741C1865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49588212"/>
                  </p:ext>
                </p:extLst>
              </p:nvPr>
            </p:nvGraphicFramePr>
            <p:xfrm>
              <a:off x="3166917" y="809203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9" name="표 48">
                <a:extLst>
                  <a:ext uri="{FF2B5EF4-FFF2-40B4-BE49-F238E27FC236}">
                    <a16:creationId xmlns:a16="http://schemas.microsoft.com/office/drawing/2014/main" id="{21E41EB4-0CF5-6319-936E-FF5741C1865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49588212"/>
                  </p:ext>
                </p:extLst>
              </p:nvPr>
            </p:nvGraphicFramePr>
            <p:xfrm>
              <a:off x="3166917" y="809203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r="-501250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99379" r="-398137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200625" r="-3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00625" r="-2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98137" r="-99379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501250" b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t="-100000" r="-501250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99379" t="-100000" r="-398137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200625" t="-100000" r="-3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00625" t="-100000" r="-2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98137" t="-100000" r="-99379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501250" t="-100000" b="-4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t="-198742" r="-501250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99379" t="-198742" r="-398137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200625" t="-198742" r="-3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00625" t="-198742" r="-2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98137" t="-198742" r="-99379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501250" t="-198742" b="-2981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t="-300633" r="-50125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99379" t="-300633" r="-398137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200625" t="-300633" r="-3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00625" t="-300633" r="-2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98137" t="-300633" r="-99379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501250" t="-300633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t="-400633" r="-501250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99379" t="-400633" r="-398137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200625" t="-400633" r="-3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00625" t="-400633" r="-2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98137" t="-400633" r="-99379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501250" t="-400633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t="-500633" r="-5012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99379" t="-500633" r="-398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200625" t="-500633" r="-3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00625" t="-500633" r="-2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98137" t="-500633" r="-993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501250" t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53" name="그래픽 52" descr="리만 다양체 - 나무위키">
            <a:extLst>
              <a:ext uri="{FF2B5EF4-FFF2-40B4-BE49-F238E27FC236}">
                <a16:creationId xmlns:a16="http://schemas.microsoft.com/office/drawing/2014/main" id="{31A4A46E-35AE-B131-8848-D595E108EE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236722" y="689680"/>
            <a:ext cx="2739320" cy="2739320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45106707-548F-E7DC-A034-58F650FC54FD}"/>
              </a:ext>
            </a:extLst>
          </p:cNvPr>
          <p:cNvSpPr txBox="1"/>
          <p:nvPr/>
        </p:nvSpPr>
        <p:spPr>
          <a:xfrm>
            <a:off x="9287125" y="3495561"/>
            <a:ext cx="285180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리만 다양체의 곡률을 </a:t>
            </a:r>
            <a:endParaRPr lang="en-US" altLang="ko-KR" dirty="0"/>
          </a:p>
          <a:p>
            <a:r>
              <a:rPr lang="ko-KR" altLang="en-US" dirty="0"/>
              <a:t>표시하기 위해 고안되었다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0017991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183 0.00046 L -0.32174 0.00046 " pathEditMode="relative" rAng="0" ptsTypes="AA">
                                      <p:cBhvr>
                                        <p:cTn id="1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6185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"/>
                            </p:stCondLst>
                            <p:childTnLst>
                              <p:par>
                                <p:cTn id="2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2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2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2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"/>
                            </p:stCondLst>
                            <p:childTnLst>
                              <p:par>
                                <p:cTn id="2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1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1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1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" dur="1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1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" dur="1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600"/>
                            </p:stCondLst>
                            <p:childTnLst>
                              <p:par>
                                <p:cTn id="4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" dur="1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1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" dur="1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1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700"/>
                            </p:stCondLst>
                            <p:childTnLst>
                              <p:par>
                                <p:cTn id="62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" dur="1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" dur="1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" dur="1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800"/>
                            </p:stCondLst>
                            <p:childTnLst>
                              <p:par>
                                <p:cTn id="72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" dur="1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6" dur="1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900"/>
                            </p:stCondLst>
                            <p:childTnLst>
                              <p:par>
                                <p:cTn id="7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0" dur="1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000"/>
                            </p:stCondLst>
                            <p:childTnLst>
                              <p:par>
                                <p:cTn id="8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2151"/>
                            </p:stCondLst>
                            <p:childTnLst>
                              <p:par>
                                <p:cTn id="8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/>
      <p:bldP spid="54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BD877B-86E1-B10A-7645-9A90B135E7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3" name="표 52">
                <a:extLst>
                  <a:ext uri="{FF2B5EF4-FFF2-40B4-BE49-F238E27FC236}">
                    <a16:creationId xmlns:a16="http://schemas.microsoft.com/office/drawing/2014/main" id="{C51CD332-6A5B-117C-ECED-B8E971D363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59400460"/>
                  </p:ext>
                </p:extLst>
              </p:nvPr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3" name="표 52">
                <a:extLst>
                  <a:ext uri="{FF2B5EF4-FFF2-40B4-BE49-F238E27FC236}">
                    <a16:creationId xmlns:a16="http://schemas.microsoft.com/office/drawing/2014/main" id="{C51CD332-6A5B-117C-ECED-B8E971D363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59400460"/>
                  </p:ext>
                </p:extLst>
              </p:nvPr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r="-501250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r="-398137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r="-3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r="-2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r="-99379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b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00000" r="-501250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100000" r="-398137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100000" r="-3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100000" r="-2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100000" r="-99379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100000" b="-4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98742" r="-501250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198742" r="-398137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198742" r="-3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198742" r="-2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198742" r="-99379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198742" b="-2981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300633" r="-50125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300633" r="-398137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300633" r="-3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300633" r="-2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300633" r="-99379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300633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400633" r="-501250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400633" r="-398137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400633" r="-3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400633" r="-2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400633" r="-99379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400633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500633" r="-5012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500633" r="-398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500633" r="-3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500633" r="-2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500633" r="-993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10B302E8-4FE2-74DE-E92B-4712BD6EA03F}"/>
              </a:ext>
            </a:extLst>
          </p:cNvPr>
          <p:cNvSpPr txBox="1"/>
          <p:nvPr/>
        </p:nvSpPr>
        <p:spPr>
          <a:xfrm>
            <a:off x="676656" y="876258"/>
            <a:ext cx="308544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38618AE-C051-E77E-FDF3-7C1B14B377C5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2" name="그림 21" descr="초공간 - 교보문고">
            <a:extLst>
              <a:ext uri="{FF2B5EF4-FFF2-40B4-BE49-F238E27FC236}">
                <a16:creationId xmlns:a16="http://schemas.microsoft.com/office/drawing/2014/main" id="{23473E1F-0B5E-F7ED-471A-345A9643BA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1666647"/>
            <a:ext cx="2718993" cy="4064895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72F97BE8-2B48-11AE-2E92-309C2A23FD03}"/>
              </a:ext>
            </a:extLst>
          </p:cNvPr>
          <p:cNvSpPr/>
          <p:nvPr/>
        </p:nvSpPr>
        <p:spPr>
          <a:xfrm>
            <a:off x="6198326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0C34E14-9E14-97AE-0E2B-6C46AF5225D7}"/>
              </a:ext>
            </a:extLst>
          </p:cNvPr>
          <p:cNvSpPr/>
          <p:nvPr/>
        </p:nvSpPr>
        <p:spPr>
          <a:xfrm>
            <a:off x="7184157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614C0959-A7BB-1AF2-0351-5E83C1D03933}"/>
              </a:ext>
            </a:extLst>
          </p:cNvPr>
          <p:cNvSpPr/>
          <p:nvPr/>
        </p:nvSpPr>
        <p:spPr>
          <a:xfrm>
            <a:off x="6198326" y="163239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AE735D9-3D0A-72C4-3A30-BFEBD2E2E5F0}"/>
              </a:ext>
            </a:extLst>
          </p:cNvPr>
          <p:cNvSpPr/>
          <p:nvPr/>
        </p:nvSpPr>
        <p:spPr>
          <a:xfrm>
            <a:off x="6198326" y="263380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C633F854-D0F2-D5B7-5800-AA9DD54D7EED}"/>
              </a:ext>
            </a:extLst>
          </p:cNvPr>
          <p:cNvSpPr/>
          <p:nvPr/>
        </p:nvSpPr>
        <p:spPr>
          <a:xfrm>
            <a:off x="8169988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EA002CB-98AF-4582-A27D-59CF679A5C33}"/>
              </a:ext>
            </a:extLst>
          </p:cNvPr>
          <p:cNvSpPr/>
          <p:nvPr/>
        </p:nvSpPr>
        <p:spPr>
          <a:xfrm>
            <a:off x="6198326" y="3608089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43128B2-7C96-F214-4515-85DB96CA841D}"/>
              </a:ext>
            </a:extLst>
          </p:cNvPr>
          <p:cNvSpPr/>
          <p:nvPr/>
        </p:nvSpPr>
        <p:spPr>
          <a:xfrm>
            <a:off x="9165125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9D4974C1-9B0B-EDE7-3805-1B7FB13DD306}"/>
              </a:ext>
            </a:extLst>
          </p:cNvPr>
          <p:cNvSpPr/>
          <p:nvPr/>
        </p:nvSpPr>
        <p:spPr>
          <a:xfrm>
            <a:off x="6198326" y="458237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0D7A9CDE-DE61-766D-38C1-2CBFD31A3BBF}"/>
              </a:ext>
            </a:extLst>
          </p:cNvPr>
          <p:cNvSpPr/>
          <p:nvPr/>
        </p:nvSpPr>
        <p:spPr>
          <a:xfrm>
            <a:off x="10091788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1E1793A0-49B6-510B-DD15-C5360BBA081D}"/>
              </a:ext>
            </a:extLst>
          </p:cNvPr>
          <p:cNvSpPr/>
          <p:nvPr/>
        </p:nvSpPr>
        <p:spPr>
          <a:xfrm>
            <a:off x="6198326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8DB83DF8-7B54-3779-B682-5AA4FA6BDA8B}"/>
              </a:ext>
            </a:extLst>
          </p:cNvPr>
          <p:cNvSpPr/>
          <p:nvPr/>
        </p:nvSpPr>
        <p:spPr>
          <a:xfrm>
            <a:off x="11018451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F7FB6DAB-7644-DF8D-4B21-7761FC26B012}"/>
              </a:ext>
            </a:extLst>
          </p:cNvPr>
          <p:cNvSpPr/>
          <p:nvPr/>
        </p:nvSpPr>
        <p:spPr>
          <a:xfrm>
            <a:off x="7184157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EC1DF0C5-4881-EFF5-1919-F75CEDB3CC3B}"/>
              </a:ext>
            </a:extLst>
          </p:cNvPr>
          <p:cNvSpPr/>
          <p:nvPr/>
        </p:nvSpPr>
        <p:spPr>
          <a:xfrm>
            <a:off x="11018451" y="166420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212E8D25-1D1E-AD8C-AF48-CA038FBBD252}"/>
              </a:ext>
            </a:extLst>
          </p:cNvPr>
          <p:cNvSpPr/>
          <p:nvPr/>
        </p:nvSpPr>
        <p:spPr>
          <a:xfrm>
            <a:off x="8169988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968D8D2C-32AC-7532-71BE-901FCA73F637}"/>
              </a:ext>
            </a:extLst>
          </p:cNvPr>
          <p:cNvSpPr/>
          <p:nvPr/>
        </p:nvSpPr>
        <p:spPr>
          <a:xfrm>
            <a:off x="11018451" y="2670089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1ED849F9-F7EE-A28D-F1DB-D82421CD2E83}"/>
              </a:ext>
            </a:extLst>
          </p:cNvPr>
          <p:cNvSpPr/>
          <p:nvPr/>
        </p:nvSpPr>
        <p:spPr>
          <a:xfrm>
            <a:off x="9076246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149AAB51-3169-CDD1-08F4-8DB7688F8069}"/>
              </a:ext>
            </a:extLst>
          </p:cNvPr>
          <p:cNvSpPr/>
          <p:nvPr/>
        </p:nvSpPr>
        <p:spPr>
          <a:xfrm>
            <a:off x="11018451" y="3567892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5598292E-43DC-98AA-8B07-200FF8732E3B}"/>
              </a:ext>
            </a:extLst>
          </p:cNvPr>
          <p:cNvSpPr/>
          <p:nvPr/>
        </p:nvSpPr>
        <p:spPr>
          <a:xfrm>
            <a:off x="10036366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5D16B175-B912-4735-5139-AD7E9C8AEBAD}"/>
              </a:ext>
            </a:extLst>
          </p:cNvPr>
          <p:cNvSpPr/>
          <p:nvPr/>
        </p:nvSpPr>
        <p:spPr>
          <a:xfrm>
            <a:off x="11018451" y="4539556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292E34E6-F2EB-201C-8620-974E41AD3571}"/>
              </a:ext>
            </a:extLst>
          </p:cNvPr>
          <p:cNvSpPr/>
          <p:nvPr/>
        </p:nvSpPr>
        <p:spPr>
          <a:xfrm>
            <a:off x="11018451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0912CC68-D342-13FC-4AC1-B3178A554A29}"/>
              </a:ext>
            </a:extLst>
          </p:cNvPr>
          <p:cNvSpPr/>
          <p:nvPr/>
        </p:nvSpPr>
        <p:spPr>
          <a:xfrm>
            <a:off x="4251960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055AE5F1-22C6-C6E5-6A3A-6DCB1045E433}"/>
              </a:ext>
            </a:extLst>
          </p:cNvPr>
          <p:cNvSpPr/>
          <p:nvPr/>
        </p:nvSpPr>
        <p:spPr>
          <a:xfrm>
            <a:off x="5237791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0AAA8C65-26C5-BFBE-2D97-91C1ADCDF18E}"/>
              </a:ext>
            </a:extLst>
          </p:cNvPr>
          <p:cNvSpPr/>
          <p:nvPr/>
        </p:nvSpPr>
        <p:spPr>
          <a:xfrm>
            <a:off x="4251960" y="203211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502FC78F-62AC-EC6B-2B1A-3EC360722AFA}"/>
              </a:ext>
            </a:extLst>
          </p:cNvPr>
          <p:cNvSpPr/>
          <p:nvPr/>
        </p:nvSpPr>
        <p:spPr>
          <a:xfrm>
            <a:off x="4251960" y="3033528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B8682186-950F-D9EE-49C3-577C54E78FF1}"/>
              </a:ext>
            </a:extLst>
          </p:cNvPr>
          <p:cNvSpPr/>
          <p:nvPr/>
        </p:nvSpPr>
        <p:spPr>
          <a:xfrm>
            <a:off x="6223622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B2A9534B-FDF9-1805-49DD-9C37EB9762BB}"/>
              </a:ext>
            </a:extLst>
          </p:cNvPr>
          <p:cNvSpPr/>
          <p:nvPr/>
        </p:nvSpPr>
        <p:spPr>
          <a:xfrm>
            <a:off x="4251960" y="400781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C0E607B3-A569-0254-E496-D3824CAC8CE8}"/>
              </a:ext>
            </a:extLst>
          </p:cNvPr>
          <p:cNvSpPr/>
          <p:nvPr/>
        </p:nvSpPr>
        <p:spPr>
          <a:xfrm>
            <a:off x="7218759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9DDBC678-A236-1DDA-11F1-4A158F4ECA64}"/>
              </a:ext>
            </a:extLst>
          </p:cNvPr>
          <p:cNvSpPr/>
          <p:nvPr/>
        </p:nvSpPr>
        <p:spPr>
          <a:xfrm>
            <a:off x="4251960" y="4982097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DC755150-B17D-53C1-3246-AEED39784643}"/>
              </a:ext>
            </a:extLst>
          </p:cNvPr>
          <p:cNvSpPr/>
          <p:nvPr/>
        </p:nvSpPr>
        <p:spPr>
          <a:xfrm>
            <a:off x="8145422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09635ACD-27E2-DC99-A355-65720E4FA472}"/>
              </a:ext>
            </a:extLst>
          </p:cNvPr>
          <p:cNvSpPr/>
          <p:nvPr/>
        </p:nvSpPr>
        <p:spPr>
          <a:xfrm>
            <a:off x="425196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06305EB2-5762-1AC6-E264-77FDAB9C3BE6}"/>
              </a:ext>
            </a:extLst>
          </p:cNvPr>
          <p:cNvSpPr/>
          <p:nvPr/>
        </p:nvSpPr>
        <p:spPr>
          <a:xfrm>
            <a:off x="9072085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A85D0141-62D6-B067-0B3C-B6156DAA02F2}"/>
              </a:ext>
            </a:extLst>
          </p:cNvPr>
          <p:cNvSpPr/>
          <p:nvPr/>
        </p:nvSpPr>
        <p:spPr>
          <a:xfrm>
            <a:off x="5237791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97B5A67B-0139-E63F-AF54-124F2001AFCE}"/>
              </a:ext>
            </a:extLst>
          </p:cNvPr>
          <p:cNvSpPr/>
          <p:nvPr/>
        </p:nvSpPr>
        <p:spPr>
          <a:xfrm>
            <a:off x="9072085" y="2063927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CF757A47-5570-4775-7CDC-08E1A0969BF0}"/>
              </a:ext>
            </a:extLst>
          </p:cNvPr>
          <p:cNvSpPr/>
          <p:nvPr/>
        </p:nvSpPr>
        <p:spPr>
          <a:xfrm>
            <a:off x="6223622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D579FB30-7DA4-FF6E-F439-50EDA763B32F}"/>
              </a:ext>
            </a:extLst>
          </p:cNvPr>
          <p:cNvSpPr/>
          <p:nvPr/>
        </p:nvSpPr>
        <p:spPr>
          <a:xfrm>
            <a:off x="9072085" y="306981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직사각형 68">
            <a:extLst>
              <a:ext uri="{FF2B5EF4-FFF2-40B4-BE49-F238E27FC236}">
                <a16:creationId xmlns:a16="http://schemas.microsoft.com/office/drawing/2014/main" id="{F46C1E8B-C450-0B1A-AC05-3A89B8E10E94}"/>
              </a:ext>
            </a:extLst>
          </p:cNvPr>
          <p:cNvSpPr/>
          <p:nvPr/>
        </p:nvSpPr>
        <p:spPr>
          <a:xfrm>
            <a:off x="712988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18532430-9F71-BA3B-ADB9-CC5384B2540D}"/>
              </a:ext>
            </a:extLst>
          </p:cNvPr>
          <p:cNvSpPr/>
          <p:nvPr/>
        </p:nvSpPr>
        <p:spPr>
          <a:xfrm>
            <a:off x="9072085" y="3967616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직사각형 70">
            <a:extLst>
              <a:ext uri="{FF2B5EF4-FFF2-40B4-BE49-F238E27FC236}">
                <a16:creationId xmlns:a16="http://schemas.microsoft.com/office/drawing/2014/main" id="{9DF2032F-504F-BCD5-7BD3-2403EBB6818D}"/>
              </a:ext>
            </a:extLst>
          </p:cNvPr>
          <p:cNvSpPr/>
          <p:nvPr/>
        </p:nvSpPr>
        <p:spPr>
          <a:xfrm>
            <a:off x="809000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직사각형 71">
            <a:extLst>
              <a:ext uri="{FF2B5EF4-FFF2-40B4-BE49-F238E27FC236}">
                <a16:creationId xmlns:a16="http://schemas.microsoft.com/office/drawing/2014/main" id="{4F49BC03-8DF6-2046-1C0A-4474013ED57B}"/>
              </a:ext>
            </a:extLst>
          </p:cNvPr>
          <p:cNvSpPr/>
          <p:nvPr/>
        </p:nvSpPr>
        <p:spPr>
          <a:xfrm>
            <a:off x="9072085" y="493928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F8B513E1-937E-5E6D-A8CE-575517D7C650}"/>
              </a:ext>
            </a:extLst>
          </p:cNvPr>
          <p:cNvSpPr/>
          <p:nvPr/>
        </p:nvSpPr>
        <p:spPr>
          <a:xfrm>
            <a:off x="9072085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40CEF84-0614-CB93-F71F-43C9E309F9DA}"/>
              </a:ext>
            </a:extLst>
          </p:cNvPr>
          <p:cNvSpPr txBox="1"/>
          <p:nvPr/>
        </p:nvSpPr>
        <p:spPr>
          <a:xfrm>
            <a:off x="4882084" y="426638"/>
            <a:ext cx="46041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로런츠</a:t>
            </a:r>
            <a:r>
              <a:rPr lang="ko-KR" altLang="en-US" dirty="0"/>
              <a:t> </a:t>
            </a:r>
            <a:r>
              <a:rPr lang="ko-KR" altLang="en-US" dirty="0" err="1"/>
              <a:t>계량텐서</a:t>
            </a:r>
            <a:r>
              <a:rPr lang="en-US" altLang="ko-KR" dirty="0"/>
              <a:t>: </a:t>
            </a:r>
            <a:r>
              <a:rPr lang="ko-KR" altLang="en-US" dirty="0"/>
              <a:t>시간 방향 하나가 </a:t>
            </a:r>
            <a:endParaRPr lang="en-US" altLang="ko-KR" dirty="0"/>
          </a:p>
          <a:p>
            <a:r>
              <a:rPr lang="ko-KR" altLang="en-US" dirty="0"/>
              <a:t>공간 방향들과 다른 부호를 가지는 </a:t>
            </a:r>
            <a:r>
              <a:rPr lang="ko-KR" altLang="en-US" dirty="0" err="1"/>
              <a:t>계량텐서</a:t>
            </a:r>
            <a:endParaRPr lang="ko-KR" altLang="en-US" dirty="0"/>
          </a:p>
        </p:txBody>
      </p:sp>
      <p:sp>
        <p:nvSpPr>
          <p:cNvPr id="30" name="왼쪽 대괄호 29">
            <a:extLst>
              <a:ext uri="{FF2B5EF4-FFF2-40B4-BE49-F238E27FC236}">
                <a16:creationId xmlns:a16="http://schemas.microsoft.com/office/drawing/2014/main" id="{33796FBF-7B83-495B-31B3-60CD67A28F2A}"/>
              </a:ext>
            </a:extLst>
          </p:cNvPr>
          <p:cNvSpPr/>
          <p:nvPr/>
        </p:nvSpPr>
        <p:spPr>
          <a:xfrm rot="10800000">
            <a:off x="8773030" y="1787366"/>
            <a:ext cx="263478" cy="3823455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왼쪽 대괄호 9">
            <a:extLst>
              <a:ext uri="{FF2B5EF4-FFF2-40B4-BE49-F238E27FC236}">
                <a16:creationId xmlns:a16="http://schemas.microsoft.com/office/drawing/2014/main" id="{E4EA7A4F-F017-FB86-A1E2-42B826001C6C}"/>
              </a:ext>
            </a:extLst>
          </p:cNvPr>
          <p:cNvSpPr/>
          <p:nvPr/>
        </p:nvSpPr>
        <p:spPr>
          <a:xfrm>
            <a:off x="4918067" y="1761935"/>
            <a:ext cx="263478" cy="3823455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D25C06F-A097-680D-A59F-D9AB6B73703D}"/>
              </a:ext>
            </a:extLst>
          </p:cNvPr>
          <p:cNvSpPr txBox="1"/>
          <p:nvPr/>
        </p:nvSpPr>
        <p:spPr>
          <a:xfrm>
            <a:off x="658368" y="384048"/>
            <a:ext cx="243092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Details-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KK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5804497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100">
        <p159:morph option="byObject"/>
      </p:transition>
    </mc:Choice>
    <mc:Fallback>
      <p:transition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CE1D2F-295F-75E9-CD96-FBA3D29B8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표 6">
                <a:extLst>
                  <a:ext uri="{FF2B5EF4-FFF2-40B4-BE49-F238E27FC236}">
                    <a16:creationId xmlns:a16="http://schemas.microsoft.com/office/drawing/2014/main" id="{03820937-E10D-DED0-8DED-C59795FF2B2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59337558"/>
                  </p:ext>
                </p:extLst>
              </p:nvPr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표 6">
                <a:extLst>
                  <a:ext uri="{FF2B5EF4-FFF2-40B4-BE49-F238E27FC236}">
                    <a16:creationId xmlns:a16="http://schemas.microsoft.com/office/drawing/2014/main" id="{03820937-E10D-DED0-8DED-C59795FF2B2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59337558"/>
                  </p:ext>
                </p:extLst>
              </p:nvPr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r="-501250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r="-398137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r="-3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r="-2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r="-99379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b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00000" r="-501250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100000" r="-398137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100000" r="-3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100000" r="-2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100000" r="-99379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100000" b="-4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98742" r="-501250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198742" r="-398137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198742" r="-3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198742" r="-2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198742" r="-99379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198742" b="-2981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300633" r="-50125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300633" r="-398137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300633" r="-3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300633" r="-2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300633" r="-99379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300633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400633" r="-501250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400633" r="-398137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400633" r="-3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400633" r="-2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400633" r="-99379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400633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500633" r="-5012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500633" r="-398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500633" r="-3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500633" r="-2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500633" r="-993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642A7374-E046-31B0-0E4B-C7719CEAE00A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2" name="그림 21" descr="초공간 - 교보문고">
            <a:extLst>
              <a:ext uri="{FF2B5EF4-FFF2-40B4-BE49-F238E27FC236}">
                <a16:creationId xmlns:a16="http://schemas.microsoft.com/office/drawing/2014/main" id="{DB9AEB84-60C2-49A2-8EF9-7BCD1857FA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1666647"/>
            <a:ext cx="2718993" cy="4064895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4141EF49-A00C-A19D-9D24-5FB255116F17}"/>
              </a:ext>
            </a:extLst>
          </p:cNvPr>
          <p:cNvSpPr/>
          <p:nvPr/>
        </p:nvSpPr>
        <p:spPr>
          <a:xfrm>
            <a:off x="4251960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192D81D-7A63-256E-91A8-534999E4CD16}"/>
              </a:ext>
            </a:extLst>
          </p:cNvPr>
          <p:cNvSpPr/>
          <p:nvPr/>
        </p:nvSpPr>
        <p:spPr>
          <a:xfrm>
            <a:off x="5237791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E0EBDC7-2A6E-4BC0-6791-382114264D6C}"/>
              </a:ext>
            </a:extLst>
          </p:cNvPr>
          <p:cNvSpPr/>
          <p:nvPr/>
        </p:nvSpPr>
        <p:spPr>
          <a:xfrm>
            <a:off x="4251960" y="203211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DDC6131-B81D-EC1A-A1E4-5C2CC58E9395}"/>
              </a:ext>
            </a:extLst>
          </p:cNvPr>
          <p:cNvSpPr/>
          <p:nvPr/>
        </p:nvSpPr>
        <p:spPr>
          <a:xfrm>
            <a:off x="4251960" y="3033528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09FDC98-AFB9-6438-2ECF-21A37DB4E609}"/>
              </a:ext>
            </a:extLst>
          </p:cNvPr>
          <p:cNvSpPr/>
          <p:nvPr/>
        </p:nvSpPr>
        <p:spPr>
          <a:xfrm>
            <a:off x="6223622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B8B0416-33F8-C6B6-4604-0981D966551C}"/>
              </a:ext>
            </a:extLst>
          </p:cNvPr>
          <p:cNvSpPr/>
          <p:nvPr/>
        </p:nvSpPr>
        <p:spPr>
          <a:xfrm>
            <a:off x="4251960" y="400781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E458E02-AEC6-7CAC-D0EE-996A309AB50D}"/>
              </a:ext>
            </a:extLst>
          </p:cNvPr>
          <p:cNvSpPr/>
          <p:nvPr/>
        </p:nvSpPr>
        <p:spPr>
          <a:xfrm>
            <a:off x="7218759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3C5A23C7-0163-39C0-148D-98777C79F7A7}"/>
              </a:ext>
            </a:extLst>
          </p:cNvPr>
          <p:cNvSpPr/>
          <p:nvPr/>
        </p:nvSpPr>
        <p:spPr>
          <a:xfrm>
            <a:off x="4251960" y="4982097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D8DAC0C-CABD-16AB-8101-82E4A838061A}"/>
              </a:ext>
            </a:extLst>
          </p:cNvPr>
          <p:cNvSpPr/>
          <p:nvPr/>
        </p:nvSpPr>
        <p:spPr>
          <a:xfrm>
            <a:off x="8145422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919D11DC-C639-6F0F-1059-AFDBC3AD9DB7}"/>
              </a:ext>
            </a:extLst>
          </p:cNvPr>
          <p:cNvSpPr/>
          <p:nvPr/>
        </p:nvSpPr>
        <p:spPr>
          <a:xfrm>
            <a:off x="425196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09CAAF9-E525-0089-BE5A-F63DE81BB04D}"/>
              </a:ext>
            </a:extLst>
          </p:cNvPr>
          <p:cNvSpPr/>
          <p:nvPr/>
        </p:nvSpPr>
        <p:spPr>
          <a:xfrm>
            <a:off x="9072085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E4515D30-8099-F516-DB81-97E995D85576}"/>
              </a:ext>
            </a:extLst>
          </p:cNvPr>
          <p:cNvSpPr/>
          <p:nvPr/>
        </p:nvSpPr>
        <p:spPr>
          <a:xfrm>
            <a:off x="5237791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FB185BAC-D7B2-2610-F31D-D0680FFD68B5}"/>
              </a:ext>
            </a:extLst>
          </p:cNvPr>
          <p:cNvSpPr/>
          <p:nvPr/>
        </p:nvSpPr>
        <p:spPr>
          <a:xfrm>
            <a:off x="9072085" y="2063927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41667FFD-6341-020F-BDE3-A3373C4D70E6}"/>
              </a:ext>
            </a:extLst>
          </p:cNvPr>
          <p:cNvSpPr/>
          <p:nvPr/>
        </p:nvSpPr>
        <p:spPr>
          <a:xfrm>
            <a:off x="6223622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6F096C47-DE62-856E-1E4D-359FED66174A}"/>
              </a:ext>
            </a:extLst>
          </p:cNvPr>
          <p:cNvSpPr/>
          <p:nvPr/>
        </p:nvSpPr>
        <p:spPr>
          <a:xfrm>
            <a:off x="9072085" y="306981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03D0C90-64FE-25AE-6F8E-FD81101BF26D}"/>
              </a:ext>
            </a:extLst>
          </p:cNvPr>
          <p:cNvSpPr/>
          <p:nvPr/>
        </p:nvSpPr>
        <p:spPr>
          <a:xfrm>
            <a:off x="712988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2C812BF8-BF18-7407-1579-DCD644BEFEF0}"/>
              </a:ext>
            </a:extLst>
          </p:cNvPr>
          <p:cNvSpPr/>
          <p:nvPr/>
        </p:nvSpPr>
        <p:spPr>
          <a:xfrm>
            <a:off x="9072085" y="3967616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435A2F90-2459-FC3A-08F0-3FBAA9A7140D}"/>
              </a:ext>
            </a:extLst>
          </p:cNvPr>
          <p:cNvSpPr/>
          <p:nvPr/>
        </p:nvSpPr>
        <p:spPr>
          <a:xfrm>
            <a:off x="809000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DC346638-7CC6-8A18-A4EF-112156D92B0C}"/>
              </a:ext>
            </a:extLst>
          </p:cNvPr>
          <p:cNvSpPr/>
          <p:nvPr/>
        </p:nvSpPr>
        <p:spPr>
          <a:xfrm>
            <a:off x="9072085" y="493928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B17C5AEC-56CF-0300-C6B7-1F045AACF9DD}"/>
              </a:ext>
            </a:extLst>
          </p:cNvPr>
          <p:cNvSpPr/>
          <p:nvPr/>
        </p:nvSpPr>
        <p:spPr>
          <a:xfrm>
            <a:off x="9072085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1AFAE3-F87E-1D9F-E1F7-8053E8200720}"/>
              </a:ext>
            </a:extLst>
          </p:cNvPr>
          <p:cNvSpPr txBox="1"/>
          <p:nvPr/>
        </p:nvSpPr>
        <p:spPr>
          <a:xfrm>
            <a:off x="4607349" y="211295"/>
            <a:ext cx="46041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로런츠</a:t>
            </a:r>
            <a:r>
              <a:rPr lang="ko-KR" altLang="en-US" dirty="0"/>
              <a:t> </a:t>
            </a:r>
            <a:r>
              <a:rPr lang="ko-KR" altLang="en-US" dirty="0" err="1"/>
              <a:t>계량텐서</a:t>
            </a:r>
            <a:r>
              <a:rPr lang="en-US" altLang="ko-KR" dirty="0"/>
              <a:t>: </a:t>
            </a:r>
            <a:r>
              <a:rPr lang="ko-KR" altLang="en-US" dirty="0"/>
              <a:t>시간 방향 하나가 </a:t>
            </a:r>
            <a:endParaRPr lang="en-US" altLang="ko-KR" dirty="0"/>
          </a:p>
          <a:p>
            <a:r>
              <a:rPr lang="ko-KR" altLang="en-US" dirty="0"/>
              <a:t>공간 방향들과 다른 부호를 가지는 </a:t>
            </a:r>
            <a:r>
              <a:rPr lang="ko-KR" altLang="en-US" dirty="0" err="1"/>
              <a:t>계량텐서</a:t>
            </a:r>
            <a:endParaRPr lang="ko-KR" altLang="en-US" dirty="0"/>
          </a:p>
        </p:txBody>
      </p:sp>
      <p:sp>
        <p:nvSpPr>
          <p:cNvPr id="8" name="왼쪽 대괄호 7">
            <a:extLst>
              <a:ext uri="{FF2B5EF4-FFF2-40B4-BE49-F238E27FC236}">
                <a16:creationId xmlns:a16="http://schemas.microsoft.com/office/drawing/2014/main" id="{F8FEDFE5-2DD7-19F1-186E-0CAD41E46CAE}"/>
              </a:ext>
            </a:extLst>
          </p:cNvPr>
          <p:cNvSpPr/>
          <p:nvPr/>
        </p:nvSpPr>
        <p:spPr>
          <a:xfrm>
            <a:off x="3902127" y="1001457"/>
            <a:ext cx="317542" cy="4608004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왼쪽 대괄호 16">
            <a:extLst>
              <a:ext uri="{FF2B5EF4-FFF2-40B4-BE49-F238E27FC236}">
                <a16:creationId xmlns:a16="http://schemas.microsoft.com/office/drawing/2014/main" id="{F310E753-1541-940F-D926-2B716CECA1D1}"/>
              </a:ext>
            </a:extLst>
          </p:cNvPr>
          <p:cNvSpPr/>
          <p:nvPr/>
        </p:nvSpPr>
        <p:spPr>
          <a:xfrm rot="10800000">
            <a:off x="8963957" y="1009736"/>
            <a:ext cx="317542" cy="4608004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B4D26DE-401F-573F-20E7-379C2E32E455}"/>
              </a:ext>
            </a:extLst>
          </p:cNvPr>
          <p:cNvSpPr txBox="1"/>
          <p:nvPr/>
        </p:nvSpPr>
        <p:spPr>
          <a:xfrm>
            <a:off x="676656" y="876258"/>
            <a:ext cx="308544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pic>
        <p:nvPicPr>
          <p:cNvPr id="32" name="그림 31" descr="아인슈타인 표기법 - 나무위키">
            <a:extLst>
              <a:ext uri="{FF2B5EF4-FFF2-40B4-BE49-F238E27FC236}">
                <a16:creationId xmlns:a16="http://schemas.microsoft.com/office/drawing/2014/main" id="{26702DC7-F47C-E712-D307-ECE4BCFCBB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18257" y="1935849"/>
            <a:ext cx="1822677" cy="190060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E249FEB7-0212-BACC-8859-061C5418EF75}"/>
                  </a:ext>
                </a:extLst>
              </p:cNvPr>
              <p:cNvSpPr txBox="1"/>
              <p:nvPr/>
            </p:nvSpPr>
            <p:spPr>
              <a:xfrm>
                <a:off x="9687188" y="3991632"/>
                <a:ext cx="2149193" cy="5080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2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5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ko-KR" altLang="en-US" sz="2500" b="0" i="1" smtClean="0">
                              <a:latin typeface="Cambria Math" panose="02040503050406030204" pitchFamily="18" charset="0"/>
                            </a:rPr>
                            <m:t>𝜇𝜈</m:t>
                          </m:r>
                        </m:sub>
                      </m:sSub>
                      <m:r>
                        <a:rPr lang="en-US" altLang="ko-KR" sz="2500" b="0" i="1" smtClean="0">
                          <a:latin typeface="Cambria Math" panose="02040503050406030204" pitchFamily="18" charset="0"/>
                        </a:rPr>
                        <m:t>=8</m:t>
                      </m:r>
                      <m:r>
                        <a:rPr lang="ko-KR" altLang="en-US" sz="2500" b="0" i="1" smtClean="0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altLang="ko-KR" sz="2500" b="0" i="1" smtClean="0">
                          <a:latin typeface="Cambria Math" panose="02040503050406030204" pitchFamily="18" charset="0"/>
                        </a:rPr>
                        <m:t>𝐺</m:t>
                      </m:r>
                      <m:sSub>
                        <m:sSubPr>
                          <m:ctrlPr>
                            <a:rPr lang="en-US" altLang="ko-KR" sz="2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5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ko-KR" altLang="en-US" sz="2500" b="0" i="1" smtClean="0">
                              <a:latin typeface="Cambria Math" panose="02040503050406030204" pitchFamily="18" charset="0"/>
                            </a:rPr>
                            <m:t>𝜇𝜈</m:t>
                          </m:r>
                        </m:sub>
                      </m:sSub>
                    </m:oMath>
                  </m:oMathPara>
                </a14:m>
                <a:endParaRPr lang="ko-KR" altLang="en-US" sz="25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E249FEB7-0212-BACC-8859-061C5418EF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87188" y="3991632"/>
                <a:ext cx="2149193" cy="508024"/>
              </a:xfrm>
              <a:prstGeom prst="rect">
                <a:avLst/>
              </a:prstGeom>
              <a:blipFill>
                <a:blip r:embed="rId5"/>
                <a:stretch>
                  <a:fillRect b="-602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ECD3096F-29C5-5725-A07E-99C1A552CAAB}"/>
              </a:ext>
            </a:extLst>
          </p:cNvPr>
          <p:cNvSpPr txBox="1"/>
          <p:nvPr/>
        </p:nvSpPr>
        <p:spPr>
          <a:xfrm>
            <a:off x="658368" y="384048"/>
            <a:ext cx="243092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Details-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KK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5921727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"/>
                            </p:stCondLst>
                            <p:childTnLst>
                              <p:par>
                                <p:cTn id="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1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1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00"/>
                            </p:stCondLst>
                            <p:childTnLst>
                              <p:par>
                                <p:cTn id="16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1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" dur="1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00"/>
                            </p:stCondLst>
                            <p:childTnLst>
                              <p:par>
                                <p:cTn id="2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1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1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00"/>
                            </p:stCondLst>
                            <p:childTnLst>
                              <p:par>
                                <p:cTn id="30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1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1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8" grpId="0" animBg="1"/>
      <p:bldP spid="19" grpId="0" animBg="1"/>
      <p:bldP spid="20" grpId="0" animBg="1"/>
      <p:bldP spid="33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EC7C5DB-1C72-85C5-C739-EDB8A41301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77E237C-7FAB-65DC-A259-5029D904F5A1}"/>
                  </a:ext>
                </a:extLst>
              </p:cNvPr>
              <p:cNvSpPr txBox="1"/>
              <p:nvPr/>
            </p:nvSpPr>
            <p:spPr>
              <a:xfrm>
                <a:off x="4174324" y="5644083"/>
                <a:ext cx="833498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05</m:t>
                          </m:r>
                        </m:sub>
                      </m:sSub>
                    </m:oMath>
                  </m:oMathPara>
                </a14:m>
                <a:endParaRPr lang="ko-KR" altLang="en-US" sz="3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77E237C-7FAB-65DC-A259-5029D904F5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4324" y="5644083"/>
                <a:ext cx="833498" cy="55399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F47B643-2F6E-463E-0530-BE10586F09B3}"/>
                  </a:ext>
                </a:extLst>
              </p:cNvPr>
              <p:cNvSpPr txBox="1"/>
              <p:nvPr/>
            </p:nvSpPr>
            <p:spPr>
              <a:xfrm>
                <a:off x="4178515" y="994292"/>
                <a:ext cx="833498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ko-KR" altLang="en-US" sz="3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F47B643-2F6E-463E-0530-BE10586F0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8515" y="994292"/>
                <a:ext cx="833498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표 6">
                <a:extLst>
                  <a:ext uri="{FF2B5EF4-FFF2-40B4-BE49-F238E27FC236}">
                    <a16:creationId xmlns:a16="http://schemas.microsoft.com/office/drawing/2014/main" id="{151FDD4D-6169-13D4-BD42-E81C5D3FC67E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표 6">
                <a:extLst>
                  <a:ext uri="{FF2B5EF4-FFF2-40B4-BE49-F238E27FC236}">
                    <a16:creationId xmlns:a16="http://schemas.microsoft.com/office/drawing/2014/main" id="{151FDD4D-6169-13D4-BD42-E81C5D3FC67E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r="-501250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r="-398137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r="-3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r="-2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r="-99379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b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00000" r="-501250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100000" r="-398137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100000" r="-3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100000" r="-2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100000" r="-99379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100000" b="-4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98742" r="-501250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198742" r="-398137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198742" r="-3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198742" r="-2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198742" r="-99379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198742" b="-2981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300633" r="-50125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300633" r="-398137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300633" r="-3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300633" r="-2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300633" r="-99379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300633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400633" r="-501250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400633" r="-398137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400633" r="-3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400633" r="-2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400633" r="-99379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400633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500633" r="-5012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500633" r="-398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500633" r="-3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500633" r="-2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500633" r="-993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9D1468E6-2B99-80A3-BBF5-FAFAA44BCE51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2" name="그림 21" descr="초공간 - 교보문고">
            <a:extLst>
              <a:ext uri="{FF2B5EF4-FFF2-40B4-BE49-F238E27FC236}">
                <a16:creationId xmlns:a16="http://schemas.microsoft.com/office/drawing/2014/main" id="{0804EEB0-41F3-6EA2-DFB4-9CE4BD6DE0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656" y="1666647"/>
            <a:ext cx="2718993" cy="4064895"/>
          </a:xfrm>
          <a:prstGeom prst="rect">
            <a:avLst/>
          </a:prstGeom>
        </p:spPr>
      </p:pic>
      <p:sp>
        <p:nvSpPr>
          <p:cNvPr id="21" name="직사각형 20">
            <a:extLst>
              <a:ext uri="{FF2B5EF4-FFF2-40B4-BE49-F238E27FC236}">
                <a16:creationId xmlns:a16="http://schemas.microsoft.com/office/drawing/2014/main" id="{84A52BF0-2780-5496-FDA6-E85313EAFAA4}"/>
              </a:ext>
            </a:extLst>
          </p:cNvPr>
          <p:cNvSpPr/>
          <p:nvPr/>
        </p:nvSpPr>
        <p:spPr>
          <a:xfrm>
            <a:off x="425196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7775AC38-C1EF-4532-5A5D-C97225D9FF25}"/>
              </a:ext>
            </a:extLst>
          </p:cNvPr>
          <p:cNvSpPr/>
          <p:nvPr/>
        </p:nvSpPr>
        <p:spPr>
          <a:xfrm>
            <a:off x="9072085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2D64E4B3-8321-BE1F-B31B-27219CDE4294}"/>
              </a:ext>
            </a:extLst>
          </p:cNvPr>
          <p:cNvSpPr/>
          <p:nvPr/>
        </p:nvSpPr>
        <p:spPr>
          <a:xfrm>
            <a:off x="5237791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FE52AEA5-698F-62C8-0705-1591D9701CCF}"/>
              </a:ext>
            </a:extLst>
          </p:cNvPr>
          <p:cNvSpPr/>
          <p:nvPr/>
        </p:nvSpPr>
        <p:spPr>
          <a:xfrm>
            <a:off x="9072085" y="2063927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E8AD4925-6A9C-B5AB-4E01-E0FDAFE13FE9}"/>
              </a:ext>
            </a:extLst>
          </p:cNvPr>
          <p:cNvSpPr/>
          <p:nvPr/>
        </p:nvSpPr>
        <p:spPr>
          <a:xfrm>
            <a:off x="6223622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2D457EF5-0652-16CA-707C-D15F8B3E5CD5}"/>
              </a:ext>
            </a:extLst>
          </p:cNvPr>
          <p:cNvSpPr/>
          <p:nvPr/>
        </p:nvSpPr>
        <p:spPr>
          <a:xfrm>
            <a:off x="9072085" y="306981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416414FC-23CE-02EC-120F-97D0B6443955}"/>
              </a:ext>
            </a:extLst>
          </p:cNvPr>
          <p:cNvSpPr/>
          <p:nvPr/>
        </p:nvSpPr>
        <p:spPr>
          <a:xfrm>
            <a:off x="712988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FE42158F-C3BE-E3B0-CE41-285EB8AA25E7}"/>
              </a:ext>
            </a:extLst>
          </p:cNvPr>
          <p:cNvSpPr/>
          <p:nvPr/>
        </p:nvSpPr>
        <p:spPr>
          <a:xfrm>
            <a:off x="9072085" y="3967616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EACC9CF9-255E-AF63-5FAD-9B10107B06F7}"/>
              </a:ext>
            </a:extLst>
          </p:cNvPr>
          <p:cNvSpPr/>
          <p:nvPr/>
        </p:nvSpPr>
        <p:spPr>
          <a:xfrm>
            <a:off x="809000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0CD5F273-7142-CE6A-70A3-52C75A10C8D4}"/>
              </a:ext>
            </a:extLst>
          </p:cNvPr>
          <p:cNvSpPr/>
          <p:nvPr/>
        </p:nvSpPr>
        <p:spPr>
          <a:xfrm>
            <a:off x="9072085" y="493928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14B3BFA2-1FAB-7844-16BA-74A3AEEBD1C9}"/>
              </a:ext>
            </a:extLst>
          </p:cNvPr>
          <p:cNvSpPr/>
          <p:nvPr/>
        </p:nvSpPr>
        <p:spPr>
          <a:xfrm>
            <a:off x="9072085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24DC0F-D1E2-889F-11DC-164CB5986CA7}"/>
              </a:ext>
            </a:extLst>
          </p:cNvPr>
          <p:cNvSpPr txBox="1"/>
          <p:nvPr/>
        </p:nvSpPr>
        <p:spPr>
          <a:xfrm>
            <a:off x="4722413" y="229927"/>
            <a:ext cx="55153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KK</a:t>
            </a:r>
            <a:r>
              <a:rPr lang="ko-KR" altLang="en-US" dirty="0"/>
              <a:t>계량</a:t>
            </a:r>
            <a:r>
              <a:rPr lang="en-US" altLang="ko-KR" dirty="0"/>
              <a:t>(Kaluza-Klein metric): </a:t>
            </a:r>
            <a:r>
              <a:rPr lang="ko-KR" altLang="en-US" dirty="0" err="1"/>
              <a:t>로런츠</a:t>
            </a:r>
            <a:r>
              <a:rPr lang="ko-KR" altLang="en-US" dirty="0"/>
              <a:t>  </a:t>
            </a:r>
            <a:r>
              <a:rPr lang="en-US" altLang="ko-KR" dirty="0"/>
              <a:t>+ 1</a:t>
            </a:r>
            <a:r>
              <a:rPr lang="ko-KR" altLang="en-US" dirty="0"/>
              <a:t>차원 </a:t>
            </a:r>
            <a:r>
              <a:rPr lang="ko-KR" altLang="en-US" dirty="0" err="1"/>
              <a:t>계량텐서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중력</a:t>
            </a:r>
            <a:r>
              <a:rPr lang="en-US" altLang="ko-KR" dirty="0"/>
              <a:t>-</a:t>
            </a:r>
            <a:r>
              <a:rPr lang="ko-KR" altLang="en-US" dirty="0"/>
              <a:t>전자기 퍼텐셜 통합 시도에서 탄생한 계량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8" name="왼쪽 대괄호 7">
            <a:extLst>
              <a:ext uri="{FF2B5EF4-FFF2-40B4-BE49-F238E27FC236}">
                <a16:creationId xmlns:a16="http://schemas.microsoft.com/office/drawing/2014/main" id="{6E638B75-0D97-F2C6-1A98-01D8F34B49D6}"/>
              </a:ext>
            </a:extLst>
          </p:cNvPr>
          <p:cNvSpPr/>
          <p:nvPr/>
        </p:nvSpPr>
        <p:spPr>
          <a:xfrm>
            <a:off x="3902127" y="1001456"/>
            <a:ext cx="369620" cy="5363733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왼쪽 대괄호 16">
            <a:extLst>
              <a:ext uri="{FF2B5EF4-FFF2-40B4-BE49-F238E27FC236}">
                <a16:creationId xmlns:a16="http://schemas.microsoft.com/office/drawing/2014/main" id="{F7F5BD22-4EE7-88C8-FFE8-7C38F9F9119B}"/>
              </a:ext>
            </a:extLst>
          </p:cNvPr>
          <p:cNvSpPr/>
          <p:nvPr/>
        </p:nvSpPr>
        <p:spPr>
          <a:xfrm rot="10800000">
            <a:off x="9740506" y="1009735"/>
            <a:ext cx="369620" cy="5363733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54D7CA2-25C3-BC0F-58C3-0853E998CD26}"/>
              </a:ext>
            </a:extLst>
          </p:cNvPr>
          <p:cNvSpPr txBox="1"/>
          <p:nvPr/>
        </p:nvSpPr>
        <p:spPr>
          <a:xfrm>
            <a:off x="676656" y="876258"/>
            <a:ext cx="308544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A4B788-408F-8AB6-B62E-184A3C0FC5A8}"/>
              </a:ext>
            </a:extLst>
          </p:cNvPr>
          <p:cNvSpPr txBox="1"/>
          <p:nvPr/>
        </p:nvSpPr>
        <p:spPr>
          <a:xfrm>
            <a:off x="658368" y="384048"/>
            <a:ext cx="243092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Details-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KK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6238411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1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"/>
                            </p:stCondLst>
                            <p:childTnLst>
                              <p:par>
                                <p:cTn id="12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1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1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"/>
                            </p:stCondLst>
                            <p:childTnLst>
                              <p:par>
                                <p:cTn id="1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" dur="1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1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"/>
                            </p:stCondLst>
                            <p:childTnLst>
                              <p:par>
                                <p:cTn id="26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1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1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00"/>
                            </p:stCondLst>
                            <p:childTnLst>
                              <p:par>
                                <p:cTn id="3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1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1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1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3" grpId="0" animBg="1"/>
      <p:bldP spid="24" grpId="0" animBg="1"/>
      <p:bldP spid="25" grpId="0" animBg="1"/>
      <p:bldP spid="27" grpId="0" animBg="1"/>
      <p:bldP spid="29" grpId="0" animBg="1"/>
      <p:bldP spid="48" grpId="0" animBg="1"/>
      <p:bldP spid="49" grpId="0" animBg="1"/>
      <p:bldP spid="50" grpId="0" animBg="1"/>
      <p:bldP spid="51" grpId="0" animBg="1"/>
      <p:bldP spid="52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8E37D5-B793-5D9E-415D-0CD96D450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0646912-CA46-F99E-BFC3-DF2F4E1A988C}"/>
                  </a:ext>
                </a:extLst>
              </p:cNvPr>
              <p:cNvSpPr txBox="1"/>
              <p:nvPr/>
            </p:nvSpPr>
            <p:spPr>
              <a:xfrm>
                <a:off x="4174324" y="5644083"/>
                <a:ext cx="833498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05</m:t>
                          </m:r>
                        </m:sub>
                      </m:sSub>
                    </m:oMath>
                  </m:oMathPara>
                </a14:m>
                <a:endParaRPr lang="ko-KR" altLang="en-US" sz="3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0646912-CA46-F99E-BFC3-DF2F4E1A98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4324" y="5644083"/>
                <a:ext cx="833498" cy="55399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2F436B2-9771-BD92-2A70-DD87DC1E5567}"/>
                  </a:ext>
                </a:extLst>
              </p:cNvPr>
              <p:cNvSpPr txBox="1"/>
              <p:nvPr/>
            </p:nvSpPr>
            <p:spPr>
              <a:xfrm>
                <a:off x="4178515" y="994292"/>
                <a:ext cx="833498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ko-KR" altLang="en-US" sz="3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2F436B2-9771-BD92-2A70-DD87DC1E55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8515" y="994292"/>
                <a:ext cx="833498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9CB260E1-FA45-C14C-0867-EE82579DAB5A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2" name="그림 21" descr="초공간 - 교보문고">
            <a:extLst>
              <a:ext uri="{FF2B5EF4-FFF2-40B4-BE49-F238E27FC236}">
                <a16:creationId xmlns:a16="http://schemas.microsoft.com/office/drawing/2014/main" id="{A38393E0-9326-36DD-C1A7-FE14B38AA0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1666647"/>
            <a:ext cx="2718993" cy="40648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81B9216-9EF0-B9B6-8DDD-115976230AF8}"/>
              </a:ext>
            </a:extLst>
          </p:cNvPr>
          <p:cNvSpPr txBox="1"/>
          <p:nvPr/>
        </p:nvSpPr>
        <p:spPr>
          <a:xfrm>
            <a:off x="4722413" y="229927"/>
            <a:ext cx="55153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KK</a:t>
            </a:r>
            <a:r>
              <a:rPr lang="ko-KR" altLang="en-US" dirty="0"/>
              <a:t>계량</a:t>
            </a:r>
            <a:r>
              <a:rPr lang="en-US" altLang="ko-KR" dirty="0"/>
              <a:t>(Kaluza-Klein metric): </a:t>
            </a:r>
            <a:r>
              <a:rPr lang="ko-KR" altLang="en-US" dirty="0" err="1"/>
              <a:t>로런츠</a:t>
            </a:r>
            <a:r>
              <a:rPr lang="ko-KR" altLang="en-US" dirty="0"/>
              <a:t>  </a:t>
            </a:r>
            <a:r>
              <a:rPr lang="en-US" altLang="ko-KR" dirty="0"/>
              <a:t>+ 1</a:t>
            </a:r>
            <a:r>
              <a:rPr lang="ko-KR" altLang="en-US" dirty="0"/>
              <a:t>차원 </a:t>
            </a:r>
            <a:r>
              <a:rPr lang="ko-KR" altLang="en-US" dirty="0" err="1"/>
              <a:t>계량텐서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중력</a:t>
            </a:r>
            <a:r>
              <a:rPr lang="en-US" altLang="ko-KR" dirty="0"/>
              <a:t>-</a:t>
            </a:r>
            <a:r>
              <a:rPr lang="ko-KR" altLang="en-US" dirty="0"/>
              <a:t>전자기 퍼텐셜 통합 시도에서 탄생한 계량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8" name="왼쪽 대괄호 7">
            <a:extLst>
              <a:ext uri="{FF2B5EF4-FFF2-40B4-BE49-F238E27FC236}">
                <a16:creationId xmlns:a16="http://schemas.microsoft.com/office/drawing/2014/main" id="{A757ED41-657E-E7BC-A963-2E271A0FC310}"/>
              </a:ext>
            </a:extLst>
          </p:cNvPr>
          <p:cNvSpPr/>
          <p:nvPr/>
        </p:nvSpPr>
        <p:spPr>
          <a:xfrm>
            <a:off x="3902127" y="1001456"/>
            <a:ext cx="369620" cy="5363733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왼쪽 대괄호 16">
            <a:extLst>
              <a:ext uri="{FF2B5EF4-FFF2-40B4-BE49-F238E27FC236}">
                <a16:creationId xmlns:a16="http://schemas.microsoft.com/office/drawing/2014/main" id="{D5D00B8A-F36A-F53B-86B5-E9CDA8F7D9A9}"/>
              </a:ext>
            </a:extLst>
          </p:cNvPr>
          <p:cNvSpPr/>
          <p:nvPr/>
        </p:nvSpPr>
        <p:spPr>
          <a:xfrm rot="10800000">
            <a:off x="9740506" y="1009735"/>
            <a:ext cx="369620" cy="5363733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1C5D563-F1D7-B392-0536-F4F293445DAA}"/>
              </a:ext>
            </a:extLst>
          </p:cNvPr>
          <p:cNvSpPr txBox="1"/>
          <p:nvPr/>
        </p:nvSpPr>
        <p:spPr>
          <a:xfrm>
            <a:off x="676656" y="876258"/>
            <a:ext cx="308544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53F9CC-4F9A-B168-FC5A-960C34268E2D}"/>
              </a:ext>
            </a:extLst>
          </p:cNvPr>
          <p:cNvSpPr txBox="1"/>
          <p:nvPr/>
        </p:nvSpPr>
        <p:spPr>
          <a:xfrm>
            <a:off x="658368" y="384048"/>
            <a:ext cx="243092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Details-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KK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1073749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 descr="가우스 법칙] [푸아송 법칙][라플라시안]">
            <a:extLst>
              <a:ext uri="{FF2B5EF4-FFF2-40B4-BE49-F238E27FC236}">
                <a16:creationId xmlns:a16="http://schemas.microsoft.com/office/drawing/2014/main" id="{CEEF9EFF-0331-C69B-0AAD-B672FCA453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7034" y="907268"/>
            <a:ext cx="7837932" cy="585810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D0AE627-F2FD-E8C9-EDD3-276719A3EECE}"/>
              </a:ext>
            </a:extLst>
          </p:cNvPr>
          <p:cNvSpPr txBox="1"/>
          <p:nvPr/>
        </p:nvSpPr>
        <p:spPr>
          <a:xfrm>
            <a:off x="658368" y="384048"/>
            <a:ext cx="3195555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Details-</a:t>
            </a:r>
            <a:r>
              <a:rPr lang="ko-KR" altLang="en-US" sz="2800" b="1" dirty="0">
                <a:solidFill>
                  <a:srgbClr val="18233A"/>
                </a:solidFill>
                <a:latin typeface="Calibri"/>
              </a:rPr>
              <a:t>가우스 법칙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7EE70B-9822-3FDC-4C49-F0D89C1A6838}"/>
              </a:ext>
            </a:extLst>
          </p:cNvPr>
          <p:cNvSpPr txBox="1"/>
          <p:nvPr/>
        </p:nvSpPr>
        <p:spPr>
          <a:xfrm>
            <a:off x="9944100" y="3244334"/>
            <a:ext cx="1846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출처</a:t>
            </a:r>
            <a:r>
              <a:rPr lang="en-US" altLang="ko-KR" dirty="0"/>
              <a:t>: KAU </a:t>
            </a:r>
            <a:r>
              <a:rPr lang="en-US" altLang="ko-KR" dirty="0" err="1"/>
              <a:t>Tistory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0456550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7|1.9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3|1.3|2.2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8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3|1.3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3|1.3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7|1|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|0.9|2.1|3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2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9|1.8|2.3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8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|1.8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3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8|1.4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8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4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6|1.3|1.5|3.3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3|4.8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8|1.1|1.1"/>
</p:tagLst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12681</TotalTime>
  <Words>1544</Words>
  <Application>Microsoft Office PowerPoint</Application>
  <PresentationFormat>와이드스크린</PresentationFormat>
  <Paragraphs>469</Paragraphs>
  <Slides>51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51</vt:i4>
      </vt:variant>
    </vt:vector>
  </HeadingPairs>
  <TitlesOfParts>
    <vt:vector size="57" baseType="lpstr">
      <vt:lpstr>맑은 고딕</vt:lpstr>
      <vt:lpstr>Arial</vt:lpstr>
      <vt:lpstr>Calibri</vt:lpstr>
      <vt:lpstr>Cambria Math</vt:lpstr>
      <vt:lpstr>Office 테마</vt:lpstr>
      <vt:lpstr>Office Theme</vt:lpstr>
      <vt:lpstr>AI를 활용한 전하 분포 역추정</vt:lpstr>
      <vt:lpstr>목차</vt:lpstr>
      <vt:lpstr>탐구 정체성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연우 오</dc:creator>
  <cp:lastModifiedBy>연우 오</cp:lastModifiedBy>
  <cp:revision>541</cp:revision>
  <dcterms:created xsi:type="dcterms:W3CDTF">2026-08-20T04:49:28Z</dcterms:created>
  <dcterms:modified xsi:type="dcterms:W3CDTF">2026-08-31T09:36:56Z</dcterms:modified>
</cp:coreProperties>
</file>