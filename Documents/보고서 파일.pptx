
<file path=[Content_Types].xml><?xml version="1.0" encoding="utf-8"?>
<Types xmlns="http://schemas.openxmlformats.org/package/2006/content-types">
  <Default Extension="glb" ContentType="model/gltf.binary"/>
  <Default Extension="jpeg" ContentType="image/jpeg"/>
  <Default Extension="jpg" ContentType="image/jpeg"/>
  <Default Extension="png" ContentType="image/png"/>
  <Default Extension="rels" ContentType="application/vnd.openxmlformats-package.relationships+xml"/>
  <Default Extension="svg" ContentType="image/svg+xml"/>
  <Default Extension="wdp" ContentType="image/vnd.ms-photo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Masters/slideMaster2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slides/slide33.xml" ContentType="application/vnd.openxmlformats-officedocument.presentationml.slide+xml"/>
  <Override PartName="/ppt/slides/slide34.xml" ContentType="application/vnd.openxmlformats-officedocument.presentationml.slide+xml"/>
  <Override PartName="/ppt/slides/slide35.xml" ContentType="application/vnd.openxmlformats-officedocument.presentationml.slide+xml"/>
  <Override PartName="/ppt/slides/slide36.xml" ContentType="application/vnd.openxmlformats-officedocument.presentationml.slide+xml"/>
  <Override PartName="/ppt/slides/slide37.xml" ContentType="application/vnd.openxmlformats-officedocument.presentationml.slide+xml"/>
  <Override PartName="/ppt/slides/slide38.xml" ContentType="application/vnd.openxmlformats-officedocument.presentationml.slide+xml"/>
  <Override PartName="/ppt/slides/slide39.xml" ContentType="application/vnd.openxmlformats-officedocument.presentationml.slide+xml"/>
  <Override PartName="/ppt/slides/slide40.xml" ContentType="application/vnd.openxmlformats-officedocument.presentationml.slide+xml"/>
  <Override PartName="/ppt/slides/slide41.xml" ContentType="application/vnd.openxmlformats-officedocument.presentationml.slide+xml"/>
  <Override PartName="/ppt/slides/slide42.xml" ContentType="application/vnd.openxmlformats-officedocument.presentationml.slide+xml"/>
  <Override PartName="/ppt/slides/slide43.xml" ContentType="application/vnd.openxmlformats-officedocument.presentationml.slide+xml"/>
  <Override PartName="/ppt/slides/slide44.xml" ContentType="application/vnd.openxmlformats-officedocument.presentationml.slide+xml"/>
  <Override PartName="/ppt/slides/slide45.xml" ContentType="application/vnd.openxmlformats-officedocument.presentationml.slide+xml"/>
  <Override PartName="/ppt/slides/slide46.xml" ContentType="application/vnd.openxmlformats-officedocument.presentationml.slide+xml"/>
  <Override PartName="/ppt/slides/slide47.xml" ContentType="application/vnd.openxmlformats-officedocument.presentationml.slide+xml"/>
  <Override PartName="/ppt/slides/slide48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12.xml" ContentType="application/vnd.openxmlformats-officedocument.presentationml.slideLayout+xml"/>
  <Override PartName="/ppt/slideLayouts/slideLayout13.xml" ContentType="application/vnd.openxmlformats-officedocument.presentationml.slideLayout+xml"/>
  <Override PartName="/ppt/slideLayouts/slideLayout14.xml" ContentType="application/vnd.openxmlformats-officedocument.presentationml.slideLayout+xml"/>
  <Override PartName="/ppt/slideLayouts/slideLayout15.xml" ContentType="application/vnd.openxmlformats-officedocument.presentationml.slideLayout+xml"/>
  <Override PartName="/ppt/slideLayouts/slideLayout16.xml" ContentType="application/vnd.openxmlformats-officedocument.presentationml.slideLayout+xml"/>
  <Override PartName="/ppt/slideLayouts/slideLayout17.xml" ContentType="application/vnd.openxmlformats-officedocument.presentationml.slideLayout+xml"/>
  <Override PartName="/ppt/slideLayouts/slideLayout18.xml" ContentType="application/vnd.openxmlformats-officedocument.presentationml.slideLayout+xml"/>
  <Override PartName="/ppt/slideLayouts/slideLayout19.xml" ContentType="application/vnd.openxmlformats-officedocument.presentationml.slideLayout+xml"/>
  <Override PartName="/ppt/slideLayouts/slideLayout20.xml" ContentType="application/vnd.openxmlformats-officedocument.presentationml.slideLayout+xml"/>
  <Override PartName="/ppt/slideLayouts/slideLayout21.xml" ContentType="application/vnd.openxmlformats-officedocument.presentationml.slideLayout+xml"/>
  <Override PartName="/ppt/slideLayouts/slideLayout22.xml" ContentType="application/vnd.openxmlformats-officedocument.presentationml.slideLayout+xml"/>
  <Override PartName="/ppt/theme/theme2.xml" ContentType="application/vnd.openxmlformats-officedocument.theme+xml"/>
  <Override PartName="/ppt/theme/theme3.xml" ContentType="application/vnd.openxmlformats-officedocument.theme+xml"/>
  <Override PartName="/ppt/tags/tag1.xml" ContentType="application/vnd.openxmlformats-officedocument.presentationml.tags+xml"/>
  <Override PartName="/ppt/tags/tag2.xml" ContentType="application/vnd.openxmlformats-officedocument.presentationml.tags+xml"/>
  <Override PartName="/ppt/tags/tag3.xml" ContentType="application/vnd.openxmlformats-officedocument.presentationml.tags+xml"/>
  <Override PartName="/ppt/tags/tag4.xml" ContentType="application/vnd.openxmlformats-officedocument.presentationml.tags+xml"/>
  <Override PartName="/ppt/tags/tag5.xml" ContentType="application/vnd.openxmlformats-officedocument.presentationml.tags+xml"/>
  <Override PartName="/ppt/tags/tag6.xml" ContentType="application/vnd.openxmlformats-officedocument.presentationml.tags+xml"/>
  <Override PartName="/ppt/tags/tag7.xml" ContentType="application/vnd.openxmlformats-officedocument.presentationml.tags+xml"/>
  <Override PartName="/ppt/tags/tag8.xml" ContentType="application/vnd.openxmlformats-officedocument.presentationml.tags+xml"/>
  <Override PartName="/ppt/notesSlides/notesSlide1.xml" ContentType="application/vnd.openxmlformats-officedocument.presentationml.notesSlide+xml"/>
  <Override PartName="/ppt/tags/tag9.xml" ContentType="application/vnd.openxmlformats-officedocument.presentationml.tags+xml"/>
  <Override PartName="/ppt/tags/tag10.xml" ContentType="application/vnd.openxmlformats-officedocument.presentationml.tags+xml"/>
  <Override PartName="/ppt/tags/tag11.xml" ContentType="application/vnd.openxmlformats-officedocument.presentationml.tags+xml"/>
  <Override PartName="/ppt/tags/tag12.xml" ContentType="application/vnd.openxmlformats-officedocument.presentationml.tags+xml"/>
  <Override PartName="/ppt/tags/tag13.xml" ContentType="application/vnd.openxmlformats-officedocument.presentationml.tags+xml"/>
  <Override PartName="/ppt/tags/tag14.xml" ContentType="application/vnd.openxmlformats-officedocument.presentationml.tags+xml"/>
  <Override PartName="/ppt/tags/tag15.xml" ContentType="application/vnd.openxmlformats-officedocument.presentationml.tags+xml"/>
  <Override PartName="/ppt/tags/tag16.xml" ContentType="application/vnd.openxmlformats-officedocument.presentationml.tags+xml"/>
  <Override PartName="/ppt/tags/tag17.xml" ContentType="application/vnd.openxmlformats-officedocument.presentationml.tags+xml"/>
  <Override PartName="/ppt/tags/tag18.xml" ContentType="application/vnd.openxmlformats-officedocument.presentationml.tags+xml"/>
  <Override PartName="/ppt/changesInfos/changesInfo1.xml" ContentType="application/vnd.ms-powerpoint.changesinfo+xml"/>
  <Override PartName="/ppt/revisionInfo.xml" ContentType="application/vnd.ms-powerpoint.revisioninfo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  <p:sldMasterId id="2147483660" r:id="rId2"/>
  </p:sldMasterIdLst>
  <p:notesMasterIdLst>
    <p:notesMasterId r:id="rId51"/>
  </p:notesMasterIdLst>
  <p:sldIdLst>
    <p:sldId id="256" r:id="rId3"/>
    <p:sldId id="257" r:id="rId4"/>
    <p:sldId id="311" r:id="rId5"/>
    <p:sldId id="272" r:id="rId6"/>
    <p:sldId id="258" r:id="rId7"/>
    <p:sldId id="267" r:id="rId8"/>
    <p:sldId id="268" r:id="rId9"/>
    <p:sldId id="274" r:id="rId10"/>
    <p:sldId id="273" r:id="rId11"/>
    <p:sldId id="276" r:id="rId12"/>
    <p:sldId id="329" r:id="rId13"/>
    <p:sldId id="331" r:id="rId14"/>
    <p:sldId id="277" r:id="rId15"/>
    <p:sldId id="279" r:id="rId16"/>
    <p:sldId id="282" r:id="rId17"/>
    <p:sldId id="283" r:id="rId18"/>
    <p:sldId id="288" r:id="rId19"/>
    <p:sldId id="332" r:id="rId20"/>
    <p:sldId id="280" r:id="rId21"/>
    <p:sldId id="325" r:id="rId22"/>
    <p:sldId id="310" r:id="rId23"/>
    <p:sldId id="314" r:id="rId24"/>
    <p:sldId id="265" r:id="rId25"/>
    <p:sldId id="316" r:id="rId26"/>
    <p:sldId id="315" r:id="rId27"/>
    <p:sldId id="319" r:id="rId28"/>
    <p:sldId id="289" r:id="rId29"/>
    <p:sldId id="320" r:id="rId30"/>
    <p:sldId id="318" r:id="rId31"/>
    <p:sldId id="291" r:id="rId32"/>
    <p:sldId id="312" r:id="rId33"/>
    <p:sldId id="322" r:id="rId34"/>
    <p:sldId id="323" r:id="rId35"/>
    <p:sldId id="321" r:id="rId36"/>
    <p:sldId id="324" r:id="rId37"/>
    <p:sldId id="292" r:id="rId38"/>
    <p:sldId id="313" r:id="rId39"/>
    <p:sldId id="326" r:id="rId40"/>
    <p:sldId id="290" r:id="rId41"/>
    <p:sldId id="309" r:id="rId42"/>
    <p:sldId id="333" r:id="rId43"/>
    <p:sldId id="334" r:id="rId44"/>
    <p:sldId id="327" r:id="rId45"/>
    <p:sldId id="281" r:id="rId46"/>
    <p:sldId id="284" r:id="rId47"/>
    <p:sldId id="285" r:id="rId48"/>
    <p:sldId id="286" r:id="rId49"/>
    <p:sldId id="287" r:id="rId50"/>
  </p:sldIdLst>
  <p:sldSz cx="12192000" cy="6858000"/>
  <p:notesSz cx="6858000" cy="9144000"/>
  <p:defaultTextStyle>
    <a:defPPr>
      <a:defRPr lang="ko-KR"/>
    </a:defPPr>
    <a:lvl1pPr marL="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521415D9-36F7-43E2-AB2F-B90AF26B5E84}">
      <p14:sectionLst xmlns:p14="http://schemas.microsoft.com/office/powerpoint/2010/main">
        <p14:section name="제목과 목차" id="{070720AE-5B92-4DFA-A91E-C4AF5206D6EF}">
          <p14:sldIdLst>
            <p14:sldId id="256"/>
            <p14:sldId id="257"/>
          </p14:sldIdLst>
        </p14:section>
        <p14:section name="탐구 정체성" id="{D202829A-1289-4B5B-B235-18A9A200B619}">
          <p14:sldIdLst>
            <p14:sldId id="311"/>
          </p14:sldIdLst>
        </p14:section>
        <p14:section name="탐구 동기" id="{15E1E9EC-8296-49D7-8896-40C31C017E70}">
          <p14:sldIdLst>
            <p14:sldId id="272"/>
            <p14:sldId id="258"/>
            <p14:sldId id="267"/>
            <p14:sldId id="268"/>
            <p14:sldId id="274"/>
            <p14:sldId id="273"/>
            <p14:sldId id="276"/>
            <p14:sldId id="329"/>
            <p14:sldId id="331"/>
            <p14:sldId id="277"/>
            <p14:sldId id="279"/>
            <p14:sldId id="282"/>
          </p14:sldIdLst>
        </p14:section>
        <p14:section name="탐구 동기" id="{5B108BFD-1B3B-4B7A-A617-97F08E0BAD06}">
          <p14:sldIdLst>
            <p14:sldId id="283"/>
            <p14:sldId id="288"/>
            <p14:sldId id="332"/>
            <p14:sldId id="280"/>
          </p14:sldIdLst>
        </p14:section>
        <p14:section name="탐구 과정" id="{DD7FB1F4-153D-4847-B17A-68EEAC5E78DB}">
          <p14:sldIdLst>
            <p14:sldId id="325"/>
          </p14:sldIdLst>
        </p14:section>
        <p14:section name="탐구 과정-1) 데이터 생성" id="{7A31BE09-3A30-4DCC-B496-0EEC888692A2}">
          <p14:sldIdLst>
            <p14:sldId id="310"/>
            <p14:sldId id="314"/>
          </p14:sldIdLst>
        </p14:section>
        <p14:section name="탐구 과정-2) AI" id="{55CCE8CF-3CED-4214-8597-5CD11B0DAA9D}">
          <p14:sldIdLst>
            <p14:sldId id="265"/>
            <p14:sldId id="316"/>
            <p14:sldId id="315"/>
            <p14:sldId id="319"/>
            <p14:sldId id="289"/>
            <p14:sldId id="320"/>
            <p14:sldId id="318"/>
            <p14:sldId id="291"/>
            <p14:sldId id="312"/>
            <p14:sldId id="322"/>
            <p14:sldId id="323"/>
            <p14:sldId id="321"/>
            <p14:sldId id="324"/>
            <p14:sldId id="292"/>
            <p14:sldId id="313"/>
            <p14:sldId id="326"/>
          </p14:sldIdLst>
        </p14:section>
        <p14:section name="탐구 결과 분석" id="{0E94D959-7BFC-44A2-984E-6A8399320528}">
          <p14:sldIdLst>
            <p14:sldId id="290"/>
            <p14:sldId id="309"/>
            <p14:sldId id="333"/>
            <p14:sldId id="334"/>
          </p14:sldIdLst>
        </p14:section>
        <p14:section name="느낀점" id="{24EFFBF0-5F96-42A7-9C45-6A74E515B8DC}">
          <p14:sldIdLst>
            <p14:sldId id="327"/>
          </p14:sldIdLst>
        </p14:section>
        <p14:section name="Details-KK" id="{51796E8D-2770-4A1A-99A5-54D5AEA10880}">
          <p14:sldIdLst>
            <p14:sldId id="281"/>
            <p14:sldId id="284"/>
            <p14:sldId id="285"/>
            <p14:sldId id="286"/>
            <p14:sldId id="287"/>
          </p14:sldIdLst>
        </p14:section>
      </p14:sectionLst>
    </p:ex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clrMru>
    <a:srgbClr val="F8F9FC"/>
    <a:srgbClr val="1F8987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revisionInfo.xml><?xml version="1.0" encoding="utf-8"?>
<p1510:revInfo xmlns:a="http://schemas.openxmlformats.org/drawingml/2006/main" xmlns:r="http://schemas.openxmlformats.org/officeDocument/2006/relationships" xmlns:p1510="http://schemas.microsoft.com/office/powerpoint/2015/10/main">
  <p1510:revLst>
    <p1510:client id="{677F6D55-966C-4D09-8244-D4902671CCF2}" v="1366" dt="2026-08-26T06:53:41.426"/>
  </p1510:revLst>
</p1510:revInfo>
</file>

<file path=ppt/tableStyles.xml><?xml version="1.0" encoding="utf-8"?>
<a:tblStyleLst xmlns:a="http://schemas.openxmlformats.org/drawingml/2006/main" def="{5C22544A-7EE6-4342-B048-85BDC9FD1C3A}">
  <a:tblStyle styleId="{5C22544A-7EE6-4342-B048-85BDC9FD1C3A}" styleName="보통 스타일 2 - 강조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2613" autoAdjust="0"/>
    <p:restoredTop sz="94660"/>
  </p:normalViewPr>
  <p:slideViewPr>
    <p:cSldViewPr snapToGrid="0">
      <p:cViewPr>
        <p:scale>
          <a:sx n="66" d="100"/>
          <a:sy n="66" d="100"/>
        </p:scale>
        <p:origin x="279" y="360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13" Type="http://schemas.openxmlformats.org/officeDocument/2006/relationships/slide" Target="slides/slide11.xml"/><Relationship Id="rId18" Type="http://schemas.openxmlformats.org/officeDocument/2006/relationships/slide" Target="slides/slide16.xml"/><Relationship Id="rId26" Type="http://schemas.openxmlformats.org/officeDocument/2006/relationships/slide" Target="slides/slide24.xml"/><Relationship Id="rId39" Type="http://schemas.openxmlformats.org/officeDocument/2006/relationships/slide" Target="slides/slide37.xml"/><Relationship Id="rId21" Type="http://schemas.openxmlformats.org/officeDocument/2006/relationships/slide" Target="slides/slide19.xml"/><Relationship Id="rId34" Type="http://schemas.openxmlformats.org/officeDocument/2006/relationships/slide" Target="slides/slide32.xml"/><Relationship Id="rId42" Type="http://schemas.openxmlformats.org/officeDocument/2006/relationships/slide" Target="slides/slide40.xml"/><Relationship Id="rId47" Type="http://schemas.openxmlformats.org/officeDocument/2006/relationships/slide" Target="slides/slide45.xml"/><Relationship Id="rId50" Type="http://schemas.openxmlformats.org/officeDocument/2006/relationships/slide" Target="slides/slide48.xml"/><Relationship Id="rId55" Type="http://schemas.openxmlformats.org/officeDocument/2006/relationships/tableStyles" Target="tableStyles.xml"/><Relationship Id="rId7" Type="http://schemas.openxmlformats.org/officeDocument/2006/relationships/slide" Target="slides/slide5.xml"/><Relationship Id="rId2" Type="http://schemas.openxmlformats.org/officeDocument/2006/relationships/slideMaster" Target="slideMasters/slideMaster2.xml"/><Relationship Id="rId16" Type="http://schemas.openxmlformats.org/officeDocument/2006/relationships/slide" Target="slides/slide14.xml"/><Relationship Id="rId29" Type="http://schemas.openxmlformats.org/officeDocument/2006/relationships/slide" Target="slides/slide27.xml"/><Relationship Id="rId11" Type="http://schemas.openxmlformats.org/officeDocument/2006/relationships/slide" Target="slides/slide9.xml"/><Relationship Id="rId24" Type="http://schemas.openxmlformats.org/officeDocument/2006/relationships/slide" Target="slides/slide22.xml"/><Relationship Id="rId32" Type="http://schemas.openxmlformats.org/officeDocument/2006/relationships/slide" Target="slides/slide30.xml"/><Relationship Id="rId37" Type="http://schemas.openxmlformats.org/officeDocument/2006/relationships/slide" Target="slides/slide35.xml"/><Relationship Id="rId40" Type="http://schemas.openxmlformats.org/officeDocument/2006/relationships/slide" Target="slides/slide38.xml"/><Relationship Id="rId45" Type="http://schemas.openxmlformats.org/officeDocument/2006/relationships/slide" Target="slides/slide43.xml"/><Relationship Id="rId53" Type="http://schemas.openxmlformats.org/officeDocument/2006/relationships/viewProps" Target="viewProps.xml"/><Relationship Id="rId5" Type="http://schemas.openxmlformats.org/officeDocument/2006/relationships/slide" Target="slides/slide3.xml"/><Relationship Id="rId19" Type="http://schemas.openxmlformats.org/officeDocument/2006/relationships/slide" Target="slides/slide17.xml"/><Relationship Id="rId4" Type="http://schemas.openxmlformats.org/officeDocument/2006/relationships/slide" Target="slides/slide2.xml"/><Relationship Id="rId9" Type="http://schemas.openxmlformats.org/officeDocument/2006/relationships/slide" Target="slides/slide7.xml"/><Relationship Id="rId14" Type="http://schemas.openxmlformats.org/officeDocument/2006/relationships/slide" Target="slides/slide12.xml"/><Relationship Id="rId22" Type="http://schemas.openxmlformats.org/officeDocument/2006/relationships/slide" Target="slides/slide20.xml"/><Relationship Id="rId27" Type="http://schemas.openxmlformats.org/officeDocument/2006/relationships/slide" Target="slides/slide25.xml"/><Relationship Id="rId30" Type="http://schemas.openxmlformats.org/officeDocument/2006/relationships/slide" Target="slides/slide28.xml"/><Relationship Id="rId35" Type="http://schemas.openxmlformats.org/officeDocument/2006/relationships/slide" Target="slides/slide33.xml"/><Relationship Id="rId43" Type="http://schemas.openxmlformats.org/officeDocument/2006/relationships/slide" Target="slides/slide41.xml"/><Relationship Id="rId48" Type="http://schemas.openxmlformats.org/officeDocument/2006/relationships/slide" Target="slides/slide46.xml"/><Relationship Id="rId56" Type="http://schemas.microsoft.com/office/2016/11/relationships/changesInfo" Target="changesInfos/changesInfo1.xml"/><Relationship Id="rId8" Type="http://schemas.openxmlformats.org/officeDocument/2006/relationships/slide" Target="slides/slide6.xml"/><Relationship Id="rId51" Type="http://schemas.openxmlformats.org/officeDocument/2006/relationships/notesMaster" Target="notesMasters/notesMaster1.xml"/><Relationship Id="rId3" Type="http://schemas.openxmlformats.org/officeDocument/2006/relationships/slide" Target="slides/slide1.xml"/><Relationship Id="rId12" Type="http://schemas.openxmlformats.org/officeDocument/2006/relationships/slide" Target="slides/slide10.xml"/><Relationship Id="rId17" Type="http://schemas.openxmlformats.org/officeDocument/2006/relationships/slide" Target="slides/slide15.xml"/><Relationship Id="rId25" Type="http://schemas.openxmlformats.org/officeDocument/2006/relationships/slide" Target="slides/slide23.xml"/><Relationship Id="rId33" Type="http://schemas.openxmlformats.org/officeDocument/2006/relationships/slide" Target="slides/slide31.xml"/><Relationship Id="rId38" Type="http://schemas.openxmlformats.org/officeDocument/2006/relationships/slide" Target="slides/slide36.xml"/><Relationship Id="rId46" Type="http://schemas.openxmlformats.org/officeDocument/2006/relationships/slide" Target="slides/slide44.xml"/><Relationship Id="rId20" Type="http://schemas.openxmlformats.org/officeDocument/2006/relationships/slide" Target="slides/slide18.xml"/><Relationship Id="rId41" Type="http://schemas.openxmlformats.org/officeDocument/2006/relationships/slide" Target="slides/slide39.xml"/><Relationship Id="rId54" Type="http://schemas.openxmlformats.org/officeDocument/2006/relationships/theme" Target="theme/theme1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4.xml"/><Relationship Id="rId15" Type="http://schemas.openxmlformats.org/officeDocument/2006/relationships/slide" Target="slides/slide13.xml"/><Relationship Id="rId23" Type="http://schemas.openxmlformats.org/officeDocument/2006/relationships/slide" Target="slides/slide21.xml"/><Relationship Id="rId28" Type="http://schemas.openxmlformats.org/officeDocument/2006/relationships/slide" Target="slides/slide26.xml"/><Relationship Id="rId36" Type="http://schemas.openxmlformats.org/officeDocument/2006/relationships/slide" Target="slides/slide34.xml"/><Relationship Id="rId49" Type="http://schemas.openxmlformats.org/officeDocument/2006/relationships/slide" Target="slides/slide47.xml"/><Relationship Id="rId57" Type="http://schemas.microsoft.com/office/2015/10/relationships/revisionInfo" Target="revisionInfo.xml"/><Relationship Id="rId10" Type="http://schemas.openxmlformats.org/officeDocument/2006/relationships/slide" Target="slides/slide8.xml"/><Relationship Id="rId31" Type="http://schemas.openxmlformats.org/officeDocument/2006/relationships/slide" Target="slides/slide29.xml"/><Relationship Id="rId44" Type="http://schemas.openxmlformats.org/officeDocument/2006/relationships/slide" Target="slides/slide42.xml"/><Relationship Id="rId52" Type="http://schemas.openxmlformats.org/officeDocument/2006/relationships/presProps" Target="presProps.xml"/></Relationships>
</file>

<file path=ppt/changesInfos/changesInfo1.xml><?xml version="1.0" encoding="utf-8"?>
<pc:chgInfo xmlns:a="http://schemas.openxmlformats.org/drawingml/2006/main" xmlns:r="http://schemas.openxmlformats.org/officeDocument/2006/relationships" xmlns:ac="http://schemas.microsoft.com/office/drawing/2013/main/command" xmlns:pc="http://schemas.microsoft.com/office/powerpoint/2013/main/command">
  <pc:docChgLst>
    <pc:chgData name="연우 오" userId="c3558644dac54ca4" providerId="LiveId" clId="{9333FDCA-79D6-4088-A778-579BE454CE38}"/>
    <pc:docChg chg="undo redo custSel addSld delSld modSld sldOrd">
      <pc:chgData name="연우 오" userId="c3558644dac54ca4" providerId="LiveId" clId="{9333FDCA-79D6-4088-A778-579BE454CE38}" dt="2026-08-26T06:54:04.059" v="7861" actId="20577"/>
      <pc:docMkLst>
        <pc:docMk/>
      </pc:docMkLst>
      <pc:sldChg chg="addSp delSp modSp mod">
        <pc:chgData name="연우 오" userId="c3558644dac54ca4" providerId="LiveId" clId="{9333FDCA-79D6-4088-A778-579BE454CE38}" dt="2026-08-21T07:52:16.416" v="3281" actId="14100"/>
        <pc:sldMkLst>
          <pc:docMk/>
          <pc:sldMk cId="3694522991" sldId="256"/>
        </pc:sldMkLst>
        <pc:spChg chg="mod ord">
          <ac:chgData name="연우 오" userId="c3558644dac54ca4" providerId="LiveId" clId="{9333FDCA-79D6-4088-A778-579BE454CE38}" dt="2026-08-21T07:49:37.931" v="2327" actId="166"/>
          <ac:spMkLst>
            <pc:docMk/>
            <pc:sldMk cId="3694522991" sldId="256"/>
            <ac:spMk id="2" creationId="{9087F190-AF04-3CAF-D892-F9146164ED6B}"/>
          </ac:spMkLst>
        </pc:spChg>
        <pc:spChg chg="mod">
          <ac:chgData name="연우 오" userId="c3558644dac54ca4" providerId="LiveId" clId="{9333FDCA-79D6-4088-A778-579BE454CE38}" dt="2026-08-21T01:14:06.649" v="397" actId="1076"/>
          <ac:spMkLst>
            <pc:docMk/>
            <pc:sldMk cId="3694522991" sldId="256"/>
            <ac:spMk id="3" creationId="{76452ABD-CDF8-B89F-0707-5D1691B6D25A}"/>
          </ac:spMkLst>
        </pc:spChg>
        <pc:spChg chg="add mod ord">
          <ac:chgData name="연우 오" userId="c3558644dac54ca4" providerId="LiveId" clId="{9333FDCA-79D6-4088-A778-579BE454CE38}" dt="2026-08-21T07:49:37.931" v="2327" actId="166"/>
          <ac:spMkLst>
            <pc:docMk/>
            <pc:sldMk cId="3694522991" sldId="256"/>
            <ac:spMk id="4" creationId="{A0F1D0AE-0809-55A2-50D5-E07C23A03EBA}"/>
          </ac:spMkLst>
        </pc:spChg>
        <pc:spChg chg="add mod ord">
          <ac:chgData name="연우 오" userId="c3558644dac54ca4" providerId="LiveId" clId="{9333FDCA-79D6-4088-A778-579BE454CE38}" dt="2026-08-21T07:49:37.931" v="2327" actId="166"/>
          <ac:spMkLst>
            <pc:docMk/>
            <pc:sldMk cId="3694522991" sldId="256"/>
            <ac:spMk id="5" creationId="{B9F36D4F-DDBA-7F6D-D1CB-92EF3AA6C5F7}"/>
          </ac:spMkLst>
        </pc:spChg>
        <pc:spChg chg="add mod">
          <ac:chgData name="연우 오" userId="c3558644dac54ca4" providerId="LiveId" clId="{9333FDCA-79D6-4088-A778-579BE454CE38}" dt="2026-08-21T01:14:06.649" v="397" actId="1076"/>
          <ac:spMkLst>
            <pc:docMk/>
            <pc:sldMk cId="3694522991" sldId="256"/>
            <ac:spMk id="6" creationId="{6081D9EA-CF99-AFD1-53CC-472B830753FD}"/>
          </ac:spMkLst>
        </pc:spChg>
        <pc:spChg chg="add mod ord">
          <ac:chgData name="연우 오" userId="c3558644dac54ca4" providerId="LiveId" clId="{9333FDCA-79D6-4088-A778-579BE454CE38}" dt="2026-08-21T07:52:03.917" v="3280" actId="207"/>
          <ac:spMkLst>
            <pc:docMk/>
            <pc:sldMk cId="3694522991" sldId="256"/>
            <ac:spMk id="7" creationId="{1988447A-651A-7674-B384-7B128617E260}"/>
          </ac:spMkLst>
        </pc:spChg>
        <pc:picChg chg="add mod ord">
          <ac:chgData name="연우 오" userId="c3558644dac54ca4" providerId="LiveId" clId="{9333FDCA-79D6-4088-A778-579BE454CE38}" dt="2026-08-21T07:52:16.416" v="3281" actId="14100"/>
          <ac:picMkLst>
            <pc:docMk/>
            <pc:sldMk cId="3694522991" sldId="256"/>
            <ac:picMk id="183" creationId="{B8B6668B-4134-8726-B607-F9BB4BD6D775}"/>
          </ac:picMkLst>
        </pc:picChg>
      </pc:sldChg>
      <pc:sldChg chg="modSp new mod">
        <pc:chgData name="연우 오" userId="c3558644dac54ca4" providerId="LiveId" clId="{9333FDCA-79D6-4088-A778-579BE454CE38}" dt="2026-08-21T01:14:49.190" v="490" actId="20577"/>
        <pc:sldMkLst>
          <pc:docMk/>
          <pc:sldMk cId="2241571029" sldId="257"/>
        </pc:sldMkLst>
        <pc:spChg chg="mod">
          <ac:chgData name="연우 오" userId="c3558644dac54ca4" providerId="LiveId" clId="{9333FDCA-79D6-4088-A778-579BE454CE38}" dt="2026-08-20T04:53:44.710" v="22"/>
          <ac:spMkLst>
            <pc:docMk/>
            <pc:sldMk cId="2241571029" sldId="257"/>
            <ac:spMk id="2" creationId="{7B6ED5B7-F4FF-5D58-1496-805765AC91AD}"/>
          </ac:spMkLst>
        </pc:spChg>
        <pc:spChg chg="mod">
          <ac:chgData name="연우 오" userId="c3558644dac54ca4" providerId="LiveId" clId="{9333FDCA-79D6-4088-A778-579BE454CE38}" dt="2026-08-21T01:14:49.190" v="490" actId="20577"/>
          <ac:spMkLst>
            <pc:docMk/>
            <pc:sldMk cId="2241571029" sldId="257"/>
            <ac:spMk id="3" creationId="{7BCAA9C7-8BC1-5B83-AD83-74E2D21CD892}"/>
          </ac:spMkLst>
        </pc:spChg>
      </pc:sldChg>
      <pc:sldChg chg="addSp delSp modSp add del mod modTransition addAnim delAnim modAnim">
        <pc:chgData name="연우 오" userId="c3558644dac54ca4" providerId="LiveId" clId="{9333FDCA-79D6-4088-A778-579BE454CE38}" dt="2026-08-22T11:19:39.335" v="5102"/>
        <pc:sldMkLst>
          <pc:docMk/>
          <pc:sldMk cId="0" sldId="258"/>
        </pc:sldMkLst>
        <pc:spChg chg="mod ord">
          <ac:chgData name="연우 오" userId="c3558644dac54ca4" providerId="LiveId" clId="{9333FDCA-79D6-4088-A778-579BE454CE38}" dt="2026-08-22T08:09:15.412" v="4326" actId="167"/>
          <ac:spMkLst>
            <pc:docMk/>
            <pc:sldMk cId="0" sldId="258"/>
            <ac:spMk id="2" creationId="{00000000-0000-0000-0000-000000000000}"/>
          </ac:spMkLst>
        </pc:spChg>
        <pc:spChg chg="mod">
          <ac:chgData name="연우 오" userId="c3558644dac54ca4" providerId="LiveId" clId="{9333FDCA-79D6-4088-A778-579BE454CE38}" dt="2026-08-21T08:02:10.647" v="3391"/>
          <ac:spMkLst>
            <pc:docMk/>
            <pc:sldMk cId="0" sldId="258"/>
            <ac:spMk id="3" creationId="{00000000-0000-0000-0000-000000000000}"/>
          </ac:spMkLst>
        </pc:spChg>
        <pc:spChg chg="mod ord">
          <ac:chgData name="연우 오" userId="c3558644dac54ca4" providerId="LiveId" clId="{9333FDCA-79D6-4088-A778-579BE454CE38}" dt="2026-08-22T08:09:10.454" v="4324" actId="167"/>
          <ac:spMkLst>
            <pc:docMk/>
            <pc:sldMk cId="0" sldId="258"/>
            <ac:spMk id="7" creationId="{00000000-0000-0000-0000-000000000000}"/>
          </ac:spMkLst>
        </pc:spChg>
        <pc:spChg chg="mod ord">
          <ac:chgData name="연우 오" userId="c3558644dac54ca4" providerId="LiveId" clId="{9333FDCA-79D6-4088-A778-579BE454CE38}" dt="2026-08-22T08:07:48.020" v="4310" actId="167"/>
          <ac:spMkLst>
            <pc:docMk/>
            <pc:sldMk cId="0" sldId="258"/>
            <ac:spMk id="8" creationId="{00000000-0000-0000-0000-000000000000}"/>
          </ac:spMkLst>
        </pc:spChg>
        <pc:spChg chg="mod">
          <ac:chgData name="연우 오" userId="c3558644dac54ca4" providerId="LiveId" clId="{9333FDCA-79D6-4088-A778-579BE454CE38}" dt="2026-08-22T08:04:28.516" v="4279" actId="1076"/>
          <ac:spMkLst>
            <pc:docMk/>
            <pc:sldMk cId="0" sldId="258"/>
            <ac:spMk id="9" creationId="{00000000-0000-0000-0000-000000000000}"/>
          </ac:spMkLst>
        </pc:spChg>
        <pc:spChg chg="mod ord">
          <ac:chgData name="연우 오" userId="c3558644dac54ca4" providerId="LiveId" clId="{9333FDCA-79D6-4088-A778-579BE454CE38}" dt="2026-08-22T07:51:45.967" v="4228" actId="1076"/>
          <ac:spMkLst>
            <pc:docMk/>
            <pc:sldMk cId="0" sldId="258"/>
            <ac:spMk id="10" creationId="{00000000-0000-0000-0000-000000000000}"/>
          </ac:spMkLst>
        </pc:spChg>
        <pc:spChg chg="add mod ord">
          <ac:chgData name="연우 오" userId="c3558644dac54ca4" providerId="LiveId" clId="{9333FDCA-79D6-4088-A778-579BE454CE38}" dt="2026-08-22T08:09:13.754" v="4325" actId="167"/>
          <ac:spMkLst>
            <pc:docMk/>
            <pc:sldMk cId="0" sldId="258"/>
            <ac:spMk id="14" creationId="{1BC14763-48D4-D601-7D32-42FF5D51D465}"/>
          </ac:spMkLst>
        </pc:spChg>
        <pc:spChg chg="add mod ord">
          <ac:chgData name="연우 오" userId="c3558644dac54ca4" providerId="LiveId" clId="{9333FDCA-79D6-4088-A778-579BE454CE38}" dt="2026-08-22T08:08:19.110" v="4314" actId="167"/>
          <ac:spMkLst>
            <pc:docMk/>
            <pc:sldMk cId="0" sldId="258"/>
            <ac:spMk id="16" creationId="{FCB9916F-80A4-BD15-26B8-E072BDD4BC6D}"/>
          </ac:spMkLst>
        </pc:spChg>
        <pc:spChg chg="add mod">
          <ac:chgData name="연우 오" userId="c3558644dac54ca4" providerId="LiveId" clId="{9333FDCA-79D6-4088-A778-579BE454CE38}" dt="2026-08-22T08:04:48.037" v="4281" actId="1076"/>
          <ac:spMkLst>
            <pc:docMk/>
            <pc:sldMk cId="0" sldId="258"/>
            <ac:spMk id="17" creationId="{DD5F9F98-C5DA-F712-AA00-ECD121EC3ED4}"/>
          </ac:spMkLst>
        </pc:spChg>
        <pc:picChg chg="add mod">
          <ac:chgData name="연우 오" userId="c3558644dac54ca4" providerId="LiveId" clId="{9333FDCA-79D6-4088-A778-579BE454CE38}" dt="2026-08-22T08:15:07.796" v="4357" actId="1076"/>
          <ac:picMkLst>
            <pc:docMk/>
            <pc:sldMk cId="0" sldId="258"/>
            <ac:picMk id="12" creationId="{6F836141-F320-57A3-36AA-AD246B1F6298}"/>
          </ac:picMkLst>
        </pc:picChg>
      </pc:sldChg>
      <pc:sldChg chg="modSp add del mod ord">
        <pc:chgData name="연우 오" userId="c3558644dac54ca4" providerId="LiveId" clId="{9333FDCA-79D6-4088-A778-579BE454CE38}" dt="2026-08-26T06:41:01.183" v="7559" actId="20577"/>
        <pc:sldMkLst>
          <pc:docMk/>
          <pc:sldMk cId="0" sldId="260"/>
        </pc:sldMkLst>
        <pc:spChg chg="mod">
          <ac:chgData name="연우 오" userId="c3558644dac54ca4" providerId="LiveId" clId="{9333FDCA-79D6-4088-A778-579BE454CE38}" dt="2026-08-26T06:41:01.183" v="7559" actId="20577"/>
          <ac:spMkLst>
            <pc:docMk/>
            <pc:sldMk cId="0" sldId="260"/>
            <ac:spMk id="3" creationId="{00000000-0000-0000-0000-000000000000}"/>
          </ac:spMkLst>
        </pc:spChg>
      </pc:sldChg>
      <pc:sldChg chg="add del ord">
        <pc:chgData name="연우 오" userId="c3558644dac54ca4" providerId="LiveId" clId="{9333FDCA-79D6-4088-A778-579BE454CE38}" dt="2026-08-22T09:29:09.136" v="5099"/>
        <pc:sldMkLst>
          <pc:docMk/>
          <pc:sldMk cId="0" sldId="262"/>
        </pc:sldMkLst>
      </pc:sldChg>
      <pc:sldChg chg="addSp delSp modSp add del mod ord modAnim">
        <pc:chgData name="연우 오" userId="c3558644dac54ca4" providerId="LiveId" clId="{9333FDCA-79D6-4088-A778-579BE454CE38}" dt="2026-08-26T06:53:51.502" v="7857" actId="47"/>
        <pc:sldMkLst>
          <pc:docMk/>
          <pc:sldMk cId="0" sldId="263"/>
        </pc:sldMkLst>
        <pc:spChg chg="mod">
          <ac:chgData name="연우 오" userId="c3558644dac54ca4" providerId="LiveId" clId="{9333FDCA-79D6-4088-A778-579BE454CE38}" dt="2026-08-22T08:21:59.742" v="4384" actId="1076"/>
          <ac:spMkLst>
            <pc:docMk/>
            <pc:sldMk cId="0" sldId="263"/>
            <ac:spMk id="2" creationId="{00000000-0000-0000-0000-000000000000}"/>
          </ac:spMkLst>
        </pc:spChg>
        <pc:spChg chg="mod">
          <ac:chgData name="연우 오" userId="c3558644dac54ca4" providerId="LiveId" clId="{9333FDCA-79D6-4088-A778-579BE454CE38}" dt="2026-08-22T11:30:36.937" v="5260"/>
          <ac:spMkLst>
            <pc:docMk/>
            <pc:sldMk cId="0" sldId="263"/>
            <ac:spMk id="3" creationId="{00000000-0000-0000-0000-000000000000}"/>
          </ac:spMkLst>
        </pc:spChg>
        <pc:spChg chg="mod">
          <ac:chgData name="연우 오" userId="c3558644dac54ca4" providerId="LiveId" clId="{9333FDCA-79D6-4088-A778-579BE454CE38}" dt="2026-08-22T11:33:35.275" v="5288"/>
          <ac:spMkLst>
            <pc:docMk/>
            <pc:sldMk cId="0" sldId="263"/>
            <ac:spMk id="7" creationId="{00000000-0000-0000-0000-000000000000}"/>
          </ac:spMkLst>
        </pc:spChg>
        <pc:spChg chg="mod">
          <ac:chgData name="연우 오" userId="c3558644dac54ca4" providerId="LiveId" clId="{9333FDCA-79D6-4088-A778-579BE454CE38}" dt="2026-08-22T11:38:34.714" v="5520" actId="255"/>
          <ac:spMkLst>
            <pc:docMk/>
            <pc:sldMk cId="0" sldId="263"/>
            <ac:spMk id="9" creationId="{00000000-0000-0000-0000-000000000000}"/>
          </ac:spMkLst>
        </pc:spChg>
        <pc:spChg chg="mod">
          <ac:chgData name="연우 오" userId="c3558644dac54ca4" providerId="LiveId" clId="{9333FDCA-79D6-4088-A778-579BE454CE38}" dt="2026-08-24T05:12:29.981" v="5606" actId="1076"/>
          <ac:spMkLst>
            <pc:docMk/>
            <pc:sldMk cId="0" sldId="263"/>
            <ac:spMk id="10" creationId="{00000000-0000-0000-0000-000000000000}"/>
          </ac:spMkLst>
        </pc:spChg>
        <pc:spChg chg="mod">
          <ac:chgData name="연우 오" userId="c3558644dac54ca4" providerId="LiveId" clId="{9333FDCA-79D6-4088-A778-579BE454CE38}" dt="2026-08-26T06:42:20.550" v="7610" actId="207"/>
          <ac:spMkLst>
            <pc:docMk/>
            <pc:sldMk cId="0" sldId="263"/>
            <ac:spMk id="11" creationId="{00000000-0000-0000-0000-000000000000}"/>
          </ac:spMkLst>
        </pc:spChg>
        <pc:spChg chg="mod">
          <ac:chgData name="연우 오" userId="c3558644dac54ca4" providerId="LiveId" clId="{9333FDCA-79D6-4088-A778-579BE454CE38}" dt="2026-08-24T05:12:50.089" v="5607" actId="255"/>
          <ac:spMkLst>
            <pc:docMk/>
            <pc:sldMk cId="0" sldId="263"/>
            <ac:spMk id="12" creationId="{00000000-0000-0000-0000-000000000000}"/>
          </ac:spMkLst>
        </pc:spChg>
        <pc:spChg chg="mod">
          <ac:chgData name="연우 오" userId="c3558644dac54ca4" providerId="LiveId" clId="{9333FDCA-79D6-4088-A778-579BE454CE38}" dt="2026-08-24T05:12:57.022" v="5610" actId="1076"/>
          <ac:spMkLst>
            <pc:docMk/>
            <pc:sldMk cId="0" sldId="263"/>
            <ac:spMk id="16" creationId="{00000000-0000-0000-0000-000000000000}"/>
          </ac:spMkLst>
        </pc:spChg>
        <pc:spChg chg="add mod">
          <ac:chgData name="연우 오" userId="c3558644dac54ca4" providerId="LiveId" clId="{9333FDCA-79D6-4088-A778-579BE454CE38}" dt="2026-08-22T11:35:45.296" v="5308" actId="207"/>
          <ac:spMkLst>
            <pc:docMk/>
            <pc:sldMk cId="0" sldId="263"/>
            <ac:spMk id="18" creationId="{429E76F4-8747-D59E-08C8-35E0A3246F44}"/>
          </ac:spMkLst>
        </pc:spChg>
      </pc:sldChg>
      <pc:sldChg chg="modSp add del mod ord">
        <pc:chgData name="연우 오" userId="c3558644dac54ca4" providerId="LiveId" clId="{9333FDCA-79D6-4088-A778-579BE454CE38}" dt="2026-08-26T06:54:04.059" v="7861" actId="20577"/>
        <pc:sldMkLst>
          <pc:docMk/>
          <pc:sldMk cId="0" sldId="264"/>
        </pc:sldMkLst>
        <pc:spChg chg="mod">
          <ac:chgData name="연우 오" userId="c3558644dac54ca4" providerId="LiveId" clId="{9333FDCA-79D6-4088-A778-579BE454CE38}" dt="2026-08-26T06:54:04.059" v="7861" actId="20577"/>
          <ac:spMkLst>
            <pc:docMk/>
            <pc:sldMk cId="0" sldId="264"/>
            <ac:spMk id="3" creationId="{00000000-0000-0000-0000-000000000000}"/>
          </ac:spMkLst>
        </pc:spChg>
      </pc:sldChg>
      <pc:sldChg chg="add del">
        <pc:chgData name="연우 오" userId="c3558644dac54ca4" providerId="LiveId" clId="{9333FDCA-79D6-4088-A778-579BE454CE38}" dt="2026-08-22T07:32:29.055" v="3819"/>
        <pc:sldMkLst>
          <pc:docMk/>
          <pc:sldMk cId="0" sldId="265"/>
        </pc:sldMkLst>
      </pc:sldChg>
      <pc:sldChg chg="addSp delSp modSp add mod modTransition modAnim">
        <pc:chgData name="연우 오" userId="c3558644dac54ca4" providerId="LiveId" clId="{9333FDCA-79D6-4088-A778-579BE454CE38}" dt="2026-08-22T08:24:37.049" v="4569" actId="478"/>
        <pc:sldMkLst>
          <pc:docMk/>
          <pc:sldMk cId="96350533" sldId="267"/>
        </pc:sldMkLst>
        <pc:spChg chg="mod">
          <ac:chgData name="연우 오" userId="c3558644dac54ca4" providerId="LiveId" clId="{9333FDCA-79D6-4088-A778-579BE454CE38}" dt="2026-08-22T08:16:58.856" v="4371" actId="1076"/>
          <ac:spMkLst>
            <pc:docMk/>
            <pc:sldMk cId="96350533" sldId="267"/>
            <ac:spMk id="7" creationId="{CBB12F64-12D9-DF0D-F200-05D9460D23E6}"/>
          </ac:spMkLst>
        </pc:spChg>
        <pc:spChg chg="mod">
          <ac:chgData name="연우 오" userId="c3558644dac54ca4" providerId="LiveId" clId="{9333FDCA-79D6-4088-A778-579BE454CE38}" dt="2026-08-22T08:16:58.856" v="4371" actId="1076"/>
          <ac:spMkLst>
            <pc:docMk/>
            <pc:sldMk cId="96350533" sldId="267"/>
            <ac:spMk id="8" creationId="{BE2EE4C3-3F08-8ACC-A901-639FFAAAAECE}"/>
          </ac:spMkLst>
        </pc:spChg>
        <pc:spChg chg="mod">
          <ac:chgData name="연우 오" userId="c3558644dac54ca4" providerId="LiveId" clId="{9333FDCA-79D6-4088-A778-579BE454CE38}" dt="2026-08-22T08:16:58.856" v="4371" actId="1076"/>
          <ac:spMkLst>
            <pc:docMk/>
            <pc:sldMk cId="96350533" sldId="267"/>
            <ac:spMk id="9" creationId="{8ABB6EDB-60E2-32F7-B321-7F9BD3D27664}"/>
          </ac:spMkLst>
        </pc:spChg>
        <pc:spChg chg="mod">
          <ac:chgData name="연우 오" userId="c3558644dac54ca4" providerId="LiveId" clId="{9333FDCA-79D6-4088-A778-579BE454CE38}" dt="2026-08-22T08:16:58.856" v="4371" actId="1076"/>
          <ac:spMkLst>
            <pc:docMk/>
            <pc:sldMk cId="96350533" sldId="267"/>
            <ac:spMk id="17" creationId="{6C92398E-0F84-BBDB-2D03-BE2A1DE19492}"/>
          </ac:spMkLst>
        </pc:spChg>
        <pc:picChg chg="add mod">
          <ac:chgData name="연우 오" userId="c3558644dac54ca4" providerId="LiveId" clId="{9333FDCA-79D6-4088-A778-579BE454CE38}" dt="2026-08-22T08:24:23.254" v="4565" actId="1076"/>
          <ac:picMkLst>
            <pc:docMk/>
            <pc:sldMk cId="96350533" sldId="267"/>
            <ac:picMk id="15" creationId="{A67BCAA6-D0E9-6960-67CA-D0491AF61F93}"/>
          </ac:picMkLst>
        </pc:picChg>
      </pc:sldChg>
      <pc:sldChg chg="addSp delSp modSp add mod addAnim delAnim modAnim">
        <pc:chgData name="연우 오" userId="c3558644dac54ca4" providerId="LiveId" clId="{9333FDCA-79D6-4088-A778-579BE454CE38}" dt="2026-08-22T11:22:02.791" v="5107" actId="14861"/>
        <pc:sldMkLst>
          <pc:docMk/>
          <pc:sldMk cId="1729818181" sldId="268"/>
        </pc:sldMkLst>
        <pc:spChg chg="mod">
          <ac:chgData name="연우 오" userId="c3558644dac54ca4" providerId="LiveId" clId="{9333FDCA-79D6-4088-A778-579BE454CE38}" dt="2026-08-22T11:22:02.791" v="5107" actId="14861"/>
          <ac:spMkLst>
            <pc:docMk/>
            <pc:sldMk cId="1729818181" sldId="268"/>
            <ac:spMk id="18" creationId="{360CB4A5-BBD7-B12D-4C75-809179E31229}"/>
          </ac:spMkLst>
        </pc:spChg>
        <pc:picChg chg="add mod ord">
          <ac:chgData name="연우 오" userId="c3558644dac54ca4" providerId="LiveId" clId="{9333FDCA-79D6-4088-A778-579BE454CE38}" dt="2026-08-22T08:27:20.619" v="4603" actId="1076"/>
          <ac:picMkLst>
            <pc:docMk/>
            <pc:sldMk cId="1729818181" sldId="268"/>
            <ac:picMk id="10" creationId="{2167DE26-C953-A2CD-4466-D8D49DF924F1}"/>
          </ac:picMkLst>
        </pc:picChg>
      </pc:sldChg>
      <pc:sldChg chg="addSp delSp modSp add mod ord modTransition modAnim">
        <pc:chgData name="연우 오" userId="c3558644dac54ca4" providerId="LiveId" clId="{9333FDCA-79D6-4088-A778-579BE454CE38}" dt="2026-08-22T11:26:00.784" v="5129" actId="1076"/>
        <pc:sldMkLst>
          <pc:docMk/>
          <pc:sldMk cId="329045685" sldId="272"/>
        </pc:sldMkLst>
        <pc:spChg chg="add mod">
          <ac:chgData name="연우 오" userId="c3558644dac54ca4" providerId="LiveId" clId="{9333FDCA-79D6-4088-A778-579BE454CE38}" dt="2026-08-22T11:26:00.784" v="5129" actId="1076"/>
          <ac:spMkLst>
            <pc:docMk/>
            <pc:sldMk cId="329045685" sldId="272"/>
            <ac:spMk id="12" creationId="{F07AC7A4-0456-10D0-4E2B-77714D89D768}"/>
          </ac:spMkLst>
        </pc:spChg>
        <pc:picChg chg="mod ord">
          <ac:chgData name="연우 오" userId="c3558644dac54ca4" providerId="LiveId" clId="{9333FDCA-79D6-4088-A778-579BE454CE38}" dt="2026-08-22T09:15:54.305" v="4764" actId="1076"/>
          <ac:picMkLst>
            <pc:docMk/>
            <pc:sldMk cId="329045685" sldId="272"/>
            <ac:picMk id="11" creationId="{7878F7C8-B08E-BC56-7800-34711E415A79}"/>
          </ac:picMkLst>
        </pc:picChg>
      </pc:sldChg>
      <pc:sldChg chg="addSp delSp modSp add mod ord modTransition">
        <pc:chgData name="연우 오" userId="c3558644dac54ca4" providerId="LiveId" clId="{9333FDCA-79D6-4088-A778-579BE454CE38}" dt="2026-08-22T09:22:33.294" v="4873" actId="21"/>
        <pc:sldMkLst>
          <pc:docMk/>
          <pc:sldMk cId="2393217054" sldId="273"/>
        </pc:sldMkLst>
        <pc:picChg chg="mod ord">
          <ac:chgData name="연우 오" userId="c3558644dac54ca4" providerId="LiveId" clId="{9333FDCA-79D6-4088-A778-579BE454CE38}" dt="2026-08-22T09:16:04.467" v="4768" actId="1076"/>
          <ac:picMkLst>
            <pc:docMk/>
            <pc:sldMk cId="2393217054" sldId="273"/>
            <ac:picMk id="11" creationId="{5BE667EB-0BF8-7892-23A8-7F4B9853A7CD}"/>
          </ac:picMkLst>
        </pc:picChg>
        <pc:picChg chg="add mod">
          <ac:chgData name="연우 오" userId="c3558644dac54ca4" providerId="LiveId" clId="{9333FDCA-79D6-4088-A778-579BE454CE38}" dt="2026-08-22T09:13:10.527" v="4747" actId="1076"/>
          <ac:picMkLst>
            <pc:docMk/>
            <pc:sldMk cId="2393217054" sldId="273"/>
            <ac:picMk id="14" creationId="{C288CC23-7329-EF10-382C-F097D130BE50}"/>
          </ac:picMkLst>
        </pc:picChg>
      </pc:sldChg>
      <pc:sldChg chg="addSp delSp modSp add mod ord modTransition modAnim">
        <pc:chgData name="연우 오" userId="c3558644dac54ca4" providerId="LiveId" clId="{9333FDCA-79D6-4088-A778-579BE454CE38}" dt="2026-08-22T11:26:25.154" v="5133"/>
        <pc:sldMkLst>
          <pc:docMk/>
          <pc:sldMk cId="3543465259" sldId="274"/>
        </pc:sldMkLst>
        <pc:spChg chg="add mod">
          <ac:chgData name="연우 오" userId="c3558644dac54ca4" providerId="LiveId" clId="{9333FDCA-79D6-4088-A778-579BE454CE38}" dt="2026-08-22T11:25:33.923" v="5124" actId="1076"/>
          <ac:spMkLst>
            <pc:docMk/>
            <pc:sldMk cId="3543465259" sldId="274"/>
            <ac:spMk id="12" creationId="{7E055B74-6D07-8027-C2E0-43F217250C44}"/>
          </ac:spMkLst>
        </pc:spChg>
        <pc:picChg chg="mod">
          <ac:chgData name="연우 오" userId="c3558644dac54ca4" providerId="LiveId" clId="{9333FDCA-79D6-4088-A778-579BE454CE38}" dt="2026-08-22T09:15:57.802" v="4766" actId="1076"/>
          <ac:picMkLst>
            <pc:docMk/>
            <pc:sldMk cId="3543465259" sldId="274"/>
            <ac:picMk id="11" creationId="{1B107074-574A-DC3D-16D3-B7A1327024AC}"/>
          </ac:picMkLst>
        </pc:picChg>
      </pc:sldChg>
      <pc:sldChg chg="addSp delSp modSp add mod ord">
        <pc:chgData name="연우 오" userId="c3558644dac54ca4" providerId="LiveId" clId="{9333FDCA-79D6-4088-A778-579BE454CE38}" dt="2026-08-22T09:27:59.634" v="5087" actId="1076"/>
        <pc:sldMkLst>
          <pc:docMk/>
          <pc:sldMk cId="2033718256" sldId="275"/>
        </pc:sldMkLst>
        <pc:spChg chg="mod">
          <ac:chgData name="연우 오" userId="c3558644dac54ca4" providerId="LiveId" clId="{9333FDCA-79D6-4088-A778-579BE454CE38}" dt="2026-08-22T09:27:59.634" v="5087" actId="1076"/>
          <ac:spMkLst>
            <pc:docMk/>
            <pc:sldMk cId="2033718256" sldId="275"/>
            <ac:spMk id="9" creationId="{A82ECAA6-2184-F677-6B89-FB3CA3972837}"/>
          </ac:spMkLst>
        </pc:spChg>
        <pc:picChg chg="mod">
          <ac:chgData name="연우 오" userId="c3558644dac54ca4" providerId="LiveId" clId="{9333FDCA-79D6-4088-A778-579BE454CE38}" dt="2026-08-22T09:17:35.394" v="4789" actId="1076"/>
          <ac:picMkLst>
            <pc:docMk/>
            <pc:sldMk cId="2033718256" sldId="275"/>
            <ac:picMk id="24" creationId="{B22006DD-02B5-4310-0BFB-16AA6EC862E6}"/>
          </ac:picMkLst>
        </pc:picChg>
      </pc:sldChg>
      <pc:sldChg chg="addSp delSp modSp new mod modTransition modAnim">
        <pc:chgData name="연우 오" userId="c3558644dac54ca4" providerId="LiveId" clId="{9333FDCA-79D6-4088-A778-579BE454CE38}" dt="2026-08-22T11:27:12.398" v="5143"/>
        <pc:sldMkLst>
          <pc:docMk/>
          <pc:sldMk cId="1668423257" sldId="276"/>
        </pc:sldMkLst>
        <pc:spChg chg="add mod">
          <ac:chgData name="연우 오" userId="c3558644dac54ca4" providerId="LiveId" clId="{9333FDCA-79D6-4088-A778-579BE454CE38}" dt="2026-08-22T11:26:45.648" v="5135" actId="1076"/>
          <ac:spMkLst>
            <pc:docMk/>
            <pc:sldMk cId="1668423257" sldId="276"/>
            <ac:spMk id="16" creationId="{69E23E5A-DE1E-3A9B-6078-49F0E7AF3D81}"/>
          </ac:spMkLst>
        </pc:spChg>
        <pc:spChg chg="add mod">
          <ac:chgData name="연우 오" userId="c3558644dac54ca4" providerId="LiveId" clId="{9333FDCA-79D6-4088-A778-579BE454CE38}" dt="2026-08-22T11:26:55.553" v="5138" actId="1076"/>
          <ac:spMkLst>
            <pc:docMk/>
            <pc:sldMk cId="1668423257" sldId="276"/>
            <ac:spMk id="18" creationId="{0BD44B7B-EEAB-1931-A1FD-882A9B40D634}"/>
          </ac:spMkLst>
        </pc:spChg>
        <pc:spChg chg="add mod">
          <ac:chgData name="연우 오" userId="c3558644dac54ca4" providerId="LiveId" clId="{9333FDCA-79D6-4088-A778-579BE454CE38}" dt="2026-08-22T11:27:08.482" v="5142" actId="1076"/>
          <ac:spMkLst>
            <pc:docMk/>
            <pc:sldMk cId="1668423257" sldId="276"/>
            <ac:spMk id="20" creationId="{39607578-A191-5B26-370C-FE64CA517EAA}"/>
          </ac:spMkLst>
        </pc:spChg>
        <pc:picChg chg="add mod">
          <ac:chgData name="연우 오" userId="c3558644dac54ca4" providerId="LiveId" clId="{9333FDCA-79D6-4088-A778-579BE454CE38}" dt="2026-08-22T09:13:50.753" v="4752" actId="1076"/>
          <ac:picMkLst>
            <pc:docMk/>
            <pc:sldMk cId="1668423257" sldId="276"/>
            <ac:picMk id="3" creationId="{7DFA16B5-439E-338D-1F2E-2F5AD21B4099}"/>
          </ac:picMkLst>
        </pc:picChg>
        <pc:picChg chg="add">
          <ac:chgData name="연우 오" userId="c3558644dac54ca4" providerId="LiveId" clId="{9333FDCA-79D6-4088-A778-579BE454CE38}" dt="2026-08-22T09:12:37.969" v="4744" actId="22"/>
          <ac:picMkLst>
            <pc:docMk/>
            <pc:sldMk cId="1668423257" sldId="276"/>
            <ac:picMk id="14" creationId="{92798C73-2C09-0228-B26D-AEB5F7D21A6C}"/>
          </ac:picMkLst>
        </pc:picChg>
      </pc:sldChg>
      <pc:sldChg chg="addSp delSp modSp add del mod modTransition delAnim modAnim">
        <pc:chgData name="연우 오" userId="c3558644dac54ca4" providerId="LiveId" clId="{9333FDCA-79D6-4088-A778-579BE454CE38}" dt="2026-08-22T11:29:50.110" v="5168"/>
        <pc:sldMkLst>
          <pc:docMk/>
          <pc:sldMk cId="163252672" sldId="277"/>
        </pc:sldMkLst>
        <pc:spChg chg="add mod">
          <ac:chgData name="연우 오" userId="c3558644dac54ca4" providerId="LiveId" clId="{9333FDCA-79D6-4088-A778-579BE454CE38}" dt="2026-08-22T11:29:09.581" v="5162" actId="14100"/>
          <ac:spMkLst>
            <pc:docMk/>
            <pc:sldMk cId="163252672" sldId="277"/>
            <ac:spMk id="7" creationId="{143F91DC-E3C9-5240-310B-DEDC506789CE}"/>
          </ac:spMkLst>
        </pc:spChg>
        <pc:spChg chg="add mod">
          <ac:chgData name="연우 오" userId="c3558644dac54ca4" providerId="LiveId" clId="{9333FDCA-79D6-4088-A778-579BE454CE38}" dt="2026-08-22T11:29:14.135" v="5163" actId="571"/>
          <ac:spMkLst>
            <pc:docMk/>
            <pc:sldMk cId="163252672" sldId="277"/>
            <ac:spMk id="13" creationId="{D6EF02D0-06D3-894B-A201-F8EA901ECF77}"/>
          </ac:spMkLst>
        </pc:spChg>
        <pc:spChg chg="add mod">
          <ac:chgData name="연우 오" userId="c3558644dac54ca4" providerId="LiveId" clId="{9333FDCA-79D6-4088-A778-579BE454CE38}" dt="2026-08-22T11:29:20.915" v="5166" actId="571"/>
          <ac:spMkLst>
            <pc:docMk/>
            <pc:sldMk cId="163252672" sldId="277"/>
            <ac:spMk id="14" creationId="{6891D03D-FDF9-D6C1-3814-18D536568054}"/>
          </ac:spMkLst>
        </pc:spChg>
        <pc:picChg chg="add del mod">
          <ac:chgData name="연우 오" userId="c3558644dac54ca4" providerId="LiveId" clId="{9333FDCA-79D6-4088-A778-579BE454CE38}" dt="2026-08-22T09:14:32.509" v="4757"/>
          <ac:picMkLst>
            <pc:docMk/>
            <pc:sldMk cId="163252672" sldId="277"/>
            <ac:picMk id="3" creationId="{3052D9DB-6FFD-3C52-F274-0C59790CF13A}"/>
          </ac:picMkLst>
        </pc:picChg>
        <pc:picChg chg="add mod">
          <ac:chgData name="연우 오" userId="c3558644dac54ca4" providerId="LiveId" clId="{9333FDCA-79D6-4088-A778-579BE454CE38}" dt="2026-08-22T11:22:44.397" v="5113" actId="1076"/>
          <ac:picMkLst>
            <pc:docMk/>
            <pc:sldMk cId="163252672" sldId="277"/>
            <ac:picMk id="5" creationId="{5D598E6D-36AC-A64D-433B-C549BC9488B5}"/>
          </ac:picMkLst>
        </pc:picChg>
      </pc:sldChg>
      <pc:sldChg chg="addSp delSp modSp new mod modTransition">
        <pc:chgData name="연우 오" userId="c3558644dac54ca4" providerId="LiveId" clId="{9333FDCA-79D6-4088-A778-579BE454CE38}" dt="2026-08-22T11:23:05.692" v="5117"/>
        <pc:sldMkLst>
          <pc:docMk/>
          <pc:sldMk cId="3741572890" sldId="279"/>
        </pc:sldMkLst>
        <pc:picChg chg="add mod">
          <ac:chgData name="연우 오" userId="c3558644dac54ca4" providerId="LiveId" clId="{9333FDCA-79D6-4088-A778-579BE454CE38}" dt="2026-08-22T09:19:04.365" v="4816"/>
          <ac:picMkLst>
            <pc:docMk/>
            <pc:sldMk cId="3741572890" sldId="279"/>
            <ac:picMk id="5" creationId="{64F5D7D9-B28D-316A-E24A-935AAD2D10E0}"/>
          </ac:picMkLst>
        </pc:picChg>
        <pc:picChg chg="add mod">
          <ac:chgData name="연우 오" userId="c3558644dac54ca4" providerId="LiveId" clId="{9333FDCA-79D6-4088-A778-579BE454CE38}" dt="2026-08-22T11:22:22.042" v="5109" actId="1076"/>
          <ac:picMkLst>
            <pc:docMk/>
            <pc:sldMk cId="3741572890" sldId="279"/>
            <ac:picMk id="13" creationId="{66E1CC64-F6AE-6739-C47D-C8BD5DC146D8}"/>
          </ac:picMkLst>
        </pc:picChg>
      </pc:sldChg>
      <pc:sldChg chg="addSp delSp modSp add mod modTransition">
        <pc:chgData name="연우 오" userId="c3558644dac54ca4" providerId="LiveId" clId="{9333FDCA-79D6-4088-A778-579BE454CE38}" dt="2026-08-22T09:26:40.066" v="5068" actId="22"/>
        <pc:sldMkLst>
          <pc:docMk/>
          <pc:sldMk cId="148479471" sldId="280"/>
        </pc:sldMkLst>
        <pc:picChg chg="mod">
          <ac:chgData name="연우 오" userId="c3558644dac54ca4" providerId="LiveId" clId="{9333FDCA-79D6-4088-A778-579BE454CE38}" dt="2026-08-22T09:21:08.537" v="4835"/>
          <ac:picMkLst>
            <pc:docMk/>
            <pc:sldMk cId="148479471" sldId="280"/>
            <ac:picMk id="5" creationId="{3A56FFD3-4205-E8D2-4A88-E77CC1CE0E3B}"/>
          </ac:picMkLst>
        </pc:picChg>
        <pc:picChg chg="add">
          <ac:chgData name="연우 오" userId="c3558644dac54ca4" providerId="LiveId" clId="{9333FDCA-79D6-4088-A778-579BE454CE38}" dt="2026-08-22T09:26:40.066" v="5068" actId="22"/>
          <ac:picMkLst>
            <pc:docMk/>
            <pc:sldMk cId="148479471" sldId="280"/>
            <ac:picMk id="19" creationId="{CEDE078E-80A8-9335-7D38-7AB2363C96CB}"/>
          </ac:picMkLst>
        </pc:picChg>
      </pc:sldChg>
      <pc:sldChg chg="addSp delSp modSp add mod ord setBg modAnim">
        <pc:chgData name="연우 오" userId="c3558644dac54ca4" providerId="LiveId" clId="{9333FDCA-79D6-4088-A778-579BE454CE38}" dt="2026-08-26T00:32:36.799" v="7385"/>
        <pc:sldMkLst>
          <pc:docMk/>
          <pc:sldMk cId="1001799100" sldId="281"/>
        </pc:sldMkLst>
        <pc:spChg chg="del mod">
          <ac:chgData name="연우 오" userId="c3558644dac54ca4" providerId="LiveId" clId="{9333FDCA-79D6-4088-A778-579BE454CE38}" dt="2026-08-25T14:43:30.913" v="6331" actId="478"/>
          <ac:spMkLst>
            <pc:docMk/>
            <pc:sldMk cId="1001799100" sldId="281"/>
            <ac:spMk id="2" creationId="{431F2684-16FA-93E9-18CA-27CF315BC73C}"/>
          </ac:spMkLst>
        </pc:spChg>
        <pc:spChg chg="mod">
          <ac:chgData name="연우 오" userId="c3558644dac54ca4" providerId="LiveId" clId="{9333FDCA-79D6-4088-A778-579BE454CE38}" dt="2026-08-25T05:40:42.449" v="6100"/>
          <ac:spMkLst>
            <pc:docMk/>
            <pc:sldMk cId="1001799100" sldId="281"/>
            <ac:spMk id="3" creationId="{97ECB08E-8CB8-E2E4-424A-9DEF6569BB18}"/>
          </ac:spMkLst>
        </pc:spChg>
        <pc:spChg chg="mod">
          <ac:chgData name="연우 오" userId="c3558644dac54ca4" providerId="LiveId" clId="{9333FDCA-79D6-4088-A778-579BE454CE38}" dt="2026-08-26T00:12:00.061" v="7065"/>
          <ac:spMkLst>
            <pc:docMk/>
            <pc:sldMk cId="1001799100" sldId="281"/>
            <ac:spMk id="4" creationId="{7E2EA9DE-D405-12B4-70FF-DCE880A9B084}"/>
          </ac:spMkLst>
        </pc:spChg>
        <pc:spChg chg="del">
          <ac:chgData name="연우 오" userId="c3558644dac54ca4" providerId="LiveId" clId="{9333FDCA-79D6-4088-A778-579BE454CE38}" dt="2026-08-25T14:33:23.234" v="6191" actId="478"/>
          <ac:spMkLst>
            <pc:docMk/>
            <pc:sldMk cId="1001799100" sldId="281"/>
            <ac:spMk id="7" creationId="{601AA786-58E7-45C0-5FA8-6D7621D31FAE}"/>
          </ac:spMkLst>
        </pc:spChg>
        <pc:spChg chg="mod">
          <ac:chgData name="연우 오" userId="c3558644dac54ca4" providerId="LiveId" clId="{9333FDCA-79D6-4088-A778-579BE454CE38}" dt="2026-08-25T14:29:46.030" v="6152" actId="1076"/>
          <ac:spMkLst>
            <pc:docMk/>
            <pc:sldMk cId="1001799100" sldId="281"/>
            <ac:spMk id="8" creationId="{470CA7B5-9EA5-3666-30A6-B6BBDDFC6064}"/>
          </ac:spMkLst>
        </pc:spChg>
        <pc:spChg chg="del">
          <ac:chgData name="연우 오" userId="c3558644dac54ca4" providerId="LiveId" clId="{9333FDCA-79D6-4088-A778-579BE454CE38}" dt="2026-08-25T14:33:23.234" v="6191" actId="478"/>
          <ac:spMkLst>
            <pc:docMk/>
            <pc:sldMk cId="1001799100" sldId="281"/>
            <ac:spMk id="9" creationId="{E1CC60A3-DE5A-F883-7F61-BF19D24BBC4D}"/>
          </ac:spMkLst>
        </pc:spChg>
        <pc:spChg chg="add mod ord">
          <ac:chgData name="연우 오" userId="c3558644dac54ca4" providerId="LiveId" clId="{9333FDCA-79D6-4088-A778-579BE454CE38}" dt="2026-08-25T14:45:55.751" v="6345" actId="1076"/>
          <ac:spMkLst>
            <pc:docMk/>
            <pc:sldMk cId="1001799100" sldId="281"/>
            <ac:spMk id="10" creationId="{2030E6F3-1205-D133-7B4D-554FC86901A2}"/>
          </ac:spMkLst>
        </pc:spChg>
        <pc:spChg chg="add del mod">
          <ac:chgData name="연우 오" userId="c3558644dac54ca4" providerId="LiveId" clId="{9333FDCA-79D6-4088-A778-579BE454CE38}" dt="2026-08-25T14:28:51.204" v="6142" actId="478"/>
          <ac:spMkLst>
            <pc:docMk/>
            <pc:sldMk cId="1001799100" sldId="281"/>
            <ac:spMk id="11" creationId="{BC9F4871-15A5-8481-720F-3C58E9FBA15C}"/>
          </ac:spMkLst>
        </pc:spChg>
        <pc:spChg chg="del">
          <ac:chgData name="연우 오" userId="c3558644dac54ca4" providerId="LiveId" clId="{9333FDCA-79D6-4088-A778-579BE454CE38}" dt="2026-08-25T14:33:27.252" v="6193" actId="478"/>
          <ac:spMkLst>
            <pc:docMk/>
            <pc:sldMk cId="1001799100" sldId="281"/>
            <ac:spMk id="13" creationId="{B2FADBB7-D278-11E2-22EA-89E4E1C3DF4D}"/>
          </ac:spMkLst>
        </pc:spChg>
        <pc:spChg chg="del">
          <ac:chgData name="연우 오" userId="c3558644dac54ca4" providerId="LiveId" clId="{9333FDCA-79D6-4088-A778-579BE454CE38}" dt="2026-08-25T14:33:29.861" v="6195" actId="478"/>
          <ac:spMkLst>
            <pc:docMk/>
            <pc:sldMk cId="1001799100" sldId="281"/>
            <ac:spMk id="14" creationId="{5664BB9C-2ED6-1CCF-D704-04D735435900}"/>
          </ac:spMkLst>
        </pc:spChg>
        <pc:spChg chg="del mod">
          <ac:chgData name="연우 오" userId="c3558644dac54ca4" providerId="LiveId" clId="{9333FDCA-79D6-4088-A778-579BE454CE38}" dt="2026-08-25T14:33:31.353" v="6196" actId="478"/>
          <ac:spMkLst>
            <pc:docMk/>
            <pc:sldMk cId="1001799100" sldId="281"/>
            <ac:spMk id="15" creationId="{CE6C7B59-E1C7-C689-109B-97B3B23A6E6A}"/>
          </ac:spMkLst>
        </pc:spChg>
        <pc:spChg chg="del">
          <ac:chgData name="연우 오" userId="c3558644dac54ca4" providerId="LiveId" clId="{9333FDCA-79D6-4088-A778-579BE454CE38}" dt="2026-08-25T14:33:26.211" v="6192" actId="478"/>
          <ac:spMkLst>
            <pc:docMk/>
            <pc:sldMk cId="1001799100" sldId="281"/>
            <ac:spMk id="16" creationId="{F48CF3FC-391B-ACAF-7C2B-D527665EDE1D}"/>
          </ac:spMkLst>
        </pc:spChg>
        <pc:spChg chg="add del">
          <ac:chgData name="연우 오" userId="c3558644dac54ca4" providerId="LiveId" clId="{9333FDCA-79D6-4088-A778-579BE454CE38}" dt="2026-08-25T14:33:23.234" v="6191" actId="478"/>
          <ac:spMkLst>
            <pc:docMk/>
            <pc:sldMk cId="1001799100" sldId="281"/>
            <ac:spMk id="17" creationId="{10AAA47D-ED53-E371-2F27-B89A3C6B28B1}"/>
          </ac:spMkLst>
        </pc:spChg>
        <pc:spChg chg="add del mod ord">
          <ac:chgData name="연우 오" userId="c3558644dac54ca4" providerId="LiveId" clId="{9333FDCA-79D6-4088-A778-579BE454CE38}" dt="2026-08-25T14:42:49.991" v="6324" actId="478"/>
          <ac:spMkLst>
            <pc:docMk/>
            <pc:sldMk cId="1001799100" sldId="281"/>
            <ac:spMk id="18" creationId="{89A98E51-613A-DB39-685D-396BE0DC981E}"/>
          </ac:spMkLst>
        </pc:spChg>
        <pc:spChg chg="add del">
          <ac:chgData name="연우 오" userId="c3558644dac54ca4" providerId="LiveId" clId="{9333FDCA-79D6-4088-A778-579BE454CE38}" dt="2026-08-25T14:33:23.234" v="6191" actId="478"/>
          <ac:spMkLst>
            <pc:docMk/>
            <pc:sldMk cId="1001799100" sldId="281"/>
            <ac:spMk id="19" creationId="{413A8E2D-F421-E66A-0DCA-E7996F15DB20}"/>
          </ac:spMkLst>
        </pc:spChg>
        <pc:spChg chg="add mod">
          <ac:chgData name="연우 오" userId="c3558644dac54ca4" providerId="LiveId" clId="{9333FDCA-79D6-4088-A778-579BE454CE38}" dt="2026-08-25T14:29:44" v="6150" actId="571"/>
          <ac:spMkLst>
            <pc:docMk/>
            <pc:sldMk cId="1001799100" sldId="281"/>
            <ac:spMk id="20" creationId="{6AC5034C-5F32-C675-1E22-BF6BA4320E41}"/>
          </ac:spMkLst>
        </pc:spChg>
        <pc:spChg chg="add del">
          <ac:chgData name="연우 오" userId="c3558644dac54ca4" providerId="LiveId" clId="{9333FDCA-79D6-4088-A778-579BE454CE38}" dt="2026-08-25T14:33:26.211" v="6192" actId="478"/>
          <ac:spMkLst>
            <pc:docMk/>
            <pc:sldMk cId="1001799100" sldId="281"/>
            <ac:spMk id="21" creationId="{A05F3E91-CC37-9018-B886-35FCF5658911}"/>
          </ac:spMkLst>
        </pc:spChg>
        <pc:spChg chg="add mod">
          <ac:chgData name="연우 오" userId="c3558644dac54ca4" providerId="LiveId" clId="{9333FDCA-79D6-4088-A778-579BE454CE38}" dt="2026-08-25T14:29:44" v="6150" actId="571"/>
          <ac:spMkLst>
            <pc:docMk/>
            <pc:sldMk cId="1001799100" sldId="281"/>
            <ac:spMk id="23" creationId="{7743587A-C7A7-2160-3F1F-87460D7061D6}"/>
          </ac:spMkLst>
        </pc:spChg>
        <pc:spChg chg="add del mod">
          <ac:chgData name="연우 오" userId="c3558644dac54ca4" providerId="LiveId" clId="{9333FDCA-79D6-4088-A778-579BE454CE38}" dt="2026-08-25T14:31:40.803" v="6173" actId="478"/>
          <ac:spMkLst>
            <pc:docMk/>
            <pc:sldMk cId="1001799100" sldId="281"/>
            <ac:spMk id="24" creationId="{B5A628E1-ABB9-FABA-0A24-D5DACDAF2BF0}"/>
          </ac:spMkLst>
        </pc:spChg>
        <pc:spChg chg="add del mod">
          <ac:chgData name="연우 오" userId="c3558644dac54ca4" providerId="LiveId" clId="{9333FDCA-79D6-4088-A778-579BE454CE38}" dt="2026-08-25T14:38:10.775" v="6236" actId="478"/>
          <ac:spMkLst>
            <pc:docMk/>
            <pc:sldMk cId="1001799100" sldId="281"/>
            <ac:spMk id="25" creationId="{993F2DE3-C3D5-8530-0D50-43FA2D4F3DB7}"/>
          </ac:spMkLst>
        </pc:spChg>
        <pc:spChg chg="add del mod">
          <ac:chgData name="연우 오" userId="c3558644dac54ca4" providerId="LiveId" clId="{9333FDCA-79D6-4088-A778-579BE454CE38}" dt="2026-08-25T14:41:50.149" v="6316" actId="478"/>
          <ac:spMkLst>
            <pc:docMk/>
            <pc:sldMk cId="1001799100" sldId="281"/>
            <ac:spMk id="26" creationId="{7E3587E6-BF96-393B-5F2F-B94C6080152D}"/>
          </ac:spMkLst>
        </pc:spChg>
        <pc:spChg chg="add mod">
          <ac:chgData name="연우 오" userId="c3558644dac54ca4" providerId="LiveId" clId="{9333FDCA-79D6-4088-A778-579BE454CE38}" dt="2026-08-25T14:45:55.751" v="6345" actId="1076"/>
          <ac:spMkLst>
            <pc:docMk/>
            <pc:sldMk cId="1001799100" sldId="281"/>
            <ac:spMk id="30" creationId="{F69B093C-689F-C25E-F47F-25EBDF298092}"/>
          </ac:spMkLst>
        </pc:spChg>
        <pc:spChg chg="add">
          <ac:chgData name="연우 오" userId="c3558644dac54ca4" providerId="LiveId" clId="{9333FDCA-79D6-4088-A778-579BE454CE38}" dt="2026-08-25T14:48:52.341" v="6358" actId="11529"/>
          <ac:spMkLst>
            <pc:docMk/>
            <pc:sldMk cId="1001799100" sldId="281"/>
            <ac:spMk id="31" creationId="{4504CC22-89C5-1293-158B-1F6FF92F1153}"/>
          </ac:spMkLst>
        </pc:spChg>
        <pc:spChg chg="add mod">
          <ac:chgData name="연우 오" userId="c3558644dac54ca4" providerId="LiveId" clId="{9333FDCA-79D6-4088-A778-579BE454CE38}" dt="2026-08-25T14:48:55.101" v="6359" actId="571"/>
          <ac:spMkLst>
            <pc:docMk/>
            <pc:sldMk cId="1001799100" sldId="281"/>
            <ac:spMk id="32" creationId="{E69337D7-9A27-E3F1-F31D-67D8334787A8}"/>
          </ac:spMkLst>
        </pc:spChg>
        <pc:spChg chg="add mod">
          <ac:chgData name="연우 오" userId="c3558644dac54ca4" providerId="LiveId" clId="{9333FDCA-79D6-4088-A778-579BE454CE38}" dt="2026-08-25T14:48:57.087" v="6360" actId="571"/>
          <ac:spMkLst>
            <pc:docMk/>
            <pc:sldMk cId="1001799100" sldId="281"/>
            <ac:spMk id="33" creationId="{19ABEEC4-6C5A-A74D-1B48-AFCA6C76B1A9}"/>
          </ac:spMkLst>
        </pc:spChg>
        <pc:spChg chg="add mod">
          <ac:chgData name="연우 오" userId="c3558644dac54ca4" providerId="LiveId" clId="{9333FDCA-79D6-4088-A778-579BE454CE38}" dt="2026-08-25T14:54:45.328" v="6410" actId="1076"/>
          <ac:spMkLst>
            <pc:docMk/>
            <pc:sldMk cId="1001799100" sldId="281"/>
            <ac:spMk id="34" creationId="{AB789D8B-79AC-2093-574B-F4C3E67DC186}"/>
          </ac:spMkLst>
        </pc:spChg>
        <pc:spChg chg="add mod">
          <ac:chgData name="연우 오" userId="c3558644dac54ca4" providerId="LiveId" clId="{9333FDCA-79D6-4088-A778-579BE454CE38}" dt="2026-08-25T14:54:45.328" v="6410" actId="1076"/>
          <ac:spMkLst>
            <pc:docMk/>
            <pc:sldMk cId="1001799100" sldId="281"/>
            <ac:spMk id="35" creationId="{B62A0420-8D11-D2D7-62D8-860C676C8A09}"/>
          </ac:spMkLst>
        </pc:spChg>
        <pc:spChg chg="add mod">
          <ac:chgData name="연우 오" userId="c3558644dac54ca4" providerId="LiveId" clId="{9333FDCA-79D6-4088-A778-579BE454CE38}" dt="2026-08-25T14:54:45.328" v="6410" actId="1076"/>
          <ac:spMkLst>
            <pc:docMk/>
            <pc:sldMk cId="1001799100" sldId="281"/>
            <ac:spMk id="36" creationId="{E9879D28-82AF-1213-137D-5B9BF1F9C5E0}"/>
          </ac:spMkLst>
        </pc:spChg>
        <pc:spChg chg="add mod">
          <ac:chgData name="연우 오" userId="c3558644dac54ca4" providerId="LiveId" clId="{9333FDCA-79D6-4088-A778-579BE454CE38}" dt="2026-08-25T14:54:45.328" v="6410" actId="1076"/>
          <ac:spMkLst>
            <pc:docMk/>
            <pc:sldMk cId="1001799100" sldId="281"/>
            <ac:spMk id="37" creationId="{77AAD94B-1DF9-327E-9D62-76303A48B722}"/>
          </ac:spMkLst>
        </pc:spChg>
        <pc:spChg chg="add mod">
          <ac:chgData name="연우 오" userId="c3558644dac54ca4" providerId="LiveId" clId="{9333FDCA-79D6-4088-A778-579BE454CE38}" dt="2026-08-25T14:49:07.376" v="6365" actId="571"/>
          <ac:spMkLst>
            <pc:docMk/>
            <pc:sldMk cId="1001799100" sldId="281"/>
            <ac:spMk id="38" creationId="{6FBBED1D-7EB7-F66A-9286-DF2961F20B0D}"/>
          </ac:spMkLst>
        </pc:spChg>
        <pc:spChg chg="add mod">
          <ac:chgData name="연우 오" userId="c3558644dac54ca4" providerId="LiveId" clId="{9333FDCA-79D6-4088-A778-579BE454CE38}" dt="2026-08-25T14:49:09.011" v="6366" actId="571"/>
          <ac:spMkLst>
            <pc:docMk/>
            <pc:sldMk cId="1001799100" sldId="281"/>
            <ac:spMk id="39" creationId="{7AFF51EC-2337-2D4E-3A1F-74C3701CCB97}"/>
          </ac:spMkLst>
        </pc:spChg>
        <pc:spChg chg="add mod">
          <ac:chgData name="연우 오" userId="c3558644dac54ca4" providerId="LiveId" clId="{9333FDCA-79D6-4088-A778-579BE454CE38}" dt="2026-08-25T14:49:11.560" v="6367" actId="571"/>
          <ac:spMkLst>
            <pc:docMk/>
            <pc:sldMk cId="1001799100" sldId="281"/>
            <ac:spMk id="40" creationId="{9F9E2CCC-2BFB-EA94-3FA6-9027C42112BB}"/>
          </ac:spMkLst>
        </pc:spChg>
        <pc:spChg chg="add mod">
          <ac:chgData name="연우 오" userId="c3558644dac54ca4" providerId="LiveId" clId="{9333FDCA-79D6-4088-A778-579BE454CE38}" dt="2026-08-25T14:54:45.328" v="6410" actId="1076"/>
          <ac:spMkLst>
            <pc:docMk/>
            <pc:sldMk cId="1001799100" sldId="281"/>
            <ac:spMk id="41" creationId="{039DBB61-CAFA-8C63-DD4E-B2C46E893EC8}"/>
          </ac:spMkLst>
        </pc:spChg>
        <pc:spChg chg="add mod">
          <ac:chgData name="연우 오" userId="c3558644dac54ca4" providerId="LiveId" clId="{9333FDCA-79D6-4088-A778-579BE454CE38}" dt="2026-08-25T14:54:45.328" v="6410" actId="1076"/>
          <ac:spMkLst>
            <pc:docMk/>
            <pc:sldMk cId="1001799100" sldId="281"/>
            <ac:spMk id="42" creationId="{2E648C17-107B-16B8-95E4-5AC5EB9B4F75}"/>
          </ac:spMkLst>
        </pc:spChg>
        <pc:spChg chg="add mod">
          <ac:chgData name="연우 오" userId="c3558644dac54ca4" providerId="LiveId" clId="{9333FDCA-79D6-4088-A778-579BE454CE38}" dt="2026-08-25T14:54:45.328" v="6410" actId="1076"/>
          <ac:spMkLst>
            <pc:docMk/>
            <pc:sldMk cId="1001799100" sldId="281"/>
            <ac:spMk id="43" creationId="{5F4C7FB6-FB47-7E14-1AC6-4EC4C4A8E0AE}"/>
          </ac:spMkLst>
        </pc:spChg>
        <pc:spChg chg="add mod">
          <ac:chgData name="연우 오" userId="c3558644dac54ca4" providerId="LiveId" clId="{9333FDCA-79D6-4088-A778-579BE454CE38}" dt="2026-08-25T14:54:45.328" v="6410" actId="1076"/>
          <ac:spMkLst>
            <pc:docMk/>
            <pc:sldMk cId="1001799100" sldId="281"/>
            <ac:spMk id="44" creationId="{1E395085-2ECB-690C-C24A-0DC3E4E8F95C}"/>
          </ac:spMkLst>
        </pc:spChg>
        <pc:spChg chg="add mod">
          <ac:chgData name="연우 오" userId="c3558644dac54ca4" providerId="LiveId" clId="{9333FDCA-79D6-4088-A778-579BE454CE38}" dt="2026-08-25T14:54:45.328" v="6410" actId="1076"/>
          <ac:spMkLst>
            <pc:docMk/>
            <pc:sldMk cId="1001799100" sldId="281"/>
            <ac:spMk id="45" creationId="{A338867D-C54A-045E-6ABF-501D1EAED85E}"/>
          </ac:spMkLst>
        </pc:spChg>
        <pc:spChg chg="add mod">
          <ac:chgData name="연우 오" userId="c3558644dac54ca4" providerId="LiveId" clId="{9333FDCA-79D6-4088-A778-579BE454CE38}" dt="2026-08-25T14:54:45.328" v="6410" actId="1076"/>
          <ac:spMkLst>
            <pc:docMk/>
            <pc:sldMk cId="1001799100" sldId="281"/>
            <ac:spMk id="46" creationId="{AFCE936F-617B-8910-65E2-88A4A60FD5CD}"/>
          </ac:spMkLst>
        </pc:spChg>
        <pc:spChg chg="add mod">
          <ac:chgData name="연우 오" userId="c3558644dac54ca4" providerId="LiveId" clId="{9333FDCA-79D6-4088-A778-579BE454CE38}" dt="2026-08-26T00:12:13.662" v="7066" actId="1076"/>
          <ac:spMkLst>
            <pc:docMk/>
            <pc:sldMk cId="1001799100" sldId="281"/>
            <ac:spMk id="47" creationId="{5083FE0B-9433-6B4E-AFB8-6744453A1D4E}"/>
          </ac:spMkLst>
        </pc:spChg>
        <pc:spChg chg="add mod ord">
          <ac:chgData name="연우 오" userId="c3558644dac54ca4" providerId="LiveId" clId="{9333FDCA-79D6-4088-A778-579BE454CE38}" dt="2026-08-25T16:00:37.340" v="6718" actId="167"/>
          <ac:spMkLst>
            <pc:docMk/>
            <pc:sldMk cId="1001799100" sldId="281"/>
            <ac:spMk id="51" creationId="{9A5E9731-4A82-3444-B26C-B3BEF85F13C3}"/>
          </ac:spMkLst>
        </pc:spChg>
        <pc:spChg chg="add mod">
          <ac:chgData name="연우 오" userId="c3558644dac54ca4" providerId="LiveId" clId="{9333FDCA-79D6-4088-A778-579BE454CE38}" dt="2026-08-26T00:31:49.737" v="7377" actId="1076"/>
          <ac:spMkLst>
            <pc:docMk/>
            <pc:sldMk cId="1001799100" sldId="281"/>
            <ac:spMk id="54" creationId="{45106707-548F-E7DC-A034-58F650FC54FD}"/>
          </ac:spMkLst>
        </pc:spChg>
        <pc:graphicFrameChg chg="add del">
          <ac:chgData name="연우 오" userId="c3558644dac54ca4" providerId="LiveId" clId="{9333FDCA-79D6-4088-A778-579BE454CE38}" dt="2026-08-25T14:35:36.870" v="6206" actId="3680"/>
          <ac:graphicFrameMkLst>
            <pc:docMk/>
            <pc:sldMk cId="1001799100" sldId="281"/>
            <ac:graphicFrameMk id="27" creationId="{8D45D3A9-9C48-84C3-281A-8E7E967E4483}"/>
          </ac:graphicFrameMkLst>
        </pc:graphicFrameChg>
        <pc:graphicFrameChg chg="add mod modGraphic">
          <ac:chgData name="연우 오" userId="c3558644dac54ca4" providerId="LiveId" clId="{9333FDCA-79D6-4088-A778-579BE454CE38}" dt="2026-08-25T14:45:55.751" v="6345" actId="1076"/>
          <ac:graphicFrameMkLst>
            <pc:docMk/>
            <pc:sldMk cId="1001799100" sldId="281"/>
            <ac:graphicFrameMk id="28" creationId="{627F2CF0-24EA-EDEA-8B20-7F1BBE5E75C5}"/>
          </ac:graphicFrameMkLst>
        </pc:graphicFrameChg>
        <pc:graphicFrameChg chg="add modGraphic">
          <ac:chgData name="연우 오" userId="c3558644dac54ca4" providerId="LiveId" clId="{9333FDCA-79D6-4088-A778-579BE454CE38}" dt="2026-08-26T00:11:49.760" v="7018" actId="14734"/>
          <ac:graphicFrameMkLst>
            <pc:docMk/>
            <pc:sldMk cId="1001799100" sldId="281"/>
            <ac:graphicFrameMk id="49" creationId="{21E41EB4-0CF5-6319-936E-FF5741C1865D}"/>
          </ac:graphicFrameMkLst>
        </pc:graphicFrameChg>
        <pc:picChg chg="add del mod">
          <ac:chgData name="연우 오" userId="c3558644dac54ca4" providerId="LiveId" clId="{9333FDCA-79D6-4088-A778-579BE454CE38}" dt="2026-08-25T14:27:28.419" v="6135" actId="478"/>
          <ac:picMkLst>
            <pc:docMk/>
            <pc:sldMk cId="1001799100" sldId="281"/>
            <ac:picMk id="5" creationId="{4EF95321-627D-C478-B136-9613AD4890FF}"/>
          </ac:picMkLst>
        </pc:picChg>
        <pc:picChg chg="add mod ord">
          <ac:chgData name="연우 오" userId="c3558644dac54ca4" providerId="LiveId" clId="{9333FDCA-79D6-4088-A778-579BE454CE38}" dt="2026-08-25T14:54:36.187" v="6409" actId="1076"/>
          <ac:picMkLst>
            <pc:docMk/>
            <pc:sldMk cId="1001799100" sldId="281"/>
            <ac:picMk id="22" creationId="{958FEACA-6C5A-6E48-DE89-2749A93EF9BB}"/>
          </ac:picMkLst>
        </pc:picChg>
        <pc:picChg chg="add del">
          <ac:chgData name="연우 오" userId="c3558644dac54ca4" providerId="LiveId" clId="{9333FDCA-79D6-4088-A778-579BE454CE38}" dt="2026-08-26T00:19:50.365" v="7272" actId="22"/>
          <ac:picMkLst>
            <pc:docMk/>
            <pc:sldMk cId="1001799100" sldId="281"/>
            <ac:picMk id="52" creationId="{02226A97-366A-30A6-AA5F-F34EB349E439}"/>
          </ac:picMkLst>
        </pc:picChg>
        <pc:picChg chg="add mod">
          <ac:chgData name="연우 오" userId="c3558644dac54ca4" providerId="LiveId" clId="{9333FDCA-79D6-4088-A778-579BE454CE38}" dt="2026-08-26T00:19:58.666" v="7277" actId="1076"/>
          <ac:picMkLst>
            <pc:docMk/>
            <pc:sldMk cId="1001799100" sldId="281"/>
            <ac:picMk id="53" creationId="{31A4A46E-35AE-B131-8848-D595E108EE20}"/>
          </ac:picMkLst>
        </pc:picChg>
      </pc:sldChg>
      <pc:sldChg chg="addSp delSp modSp add mod ord delAnim modAnim">
        <pc:chgData name="연우 오" userId="c3558644dac54ca4" providerId="LiveId" clId="{9333FDCA-79D6-4088-A778-579BE454CE38}" dt="2026-08-25T05:41:38.562" v="6105"/>
        <pc:sldMkLst>
          <pc:docMk/>
          <pc:sldMk cId="2797417546" sldId="282"/>
        </pc:sldMkLst>
        <pc:spChg chg="mod ord">
          <ac:chgData name="연우 오" userId="c3558644dac54ca4" providerId="LiveId" clId="{9333FDCA-79D6-4088-A778-579BE454CE38}" dt="2026-08-25T03:57:20.725" v="5690" actId="167"/>
          <ac:spMkLst>
            <pc:docMk/>
            <pc:sldMk cId="2797417546" sldId="282"/>
            <ac:spMk id="2" creationId="{BB0C40F5-940E-4268-7F32-BC3C5A3AC66A}"/>
          </ac:spMkLst>
        </pc:spChg>
        <pc:spChg chg="mod">
          <ac:chgData name="연우 오" userId="c3558644dac54ca4" providerId="LiveId" clId="{9333FDCA-79D6-4088-A778-579BE454CE38}" dt="2026-08-25T05:40:27.468" v="6036" actId="20577"/>
          <ac:spMkLst>
            <pc:docMk/>
            <pc:sldMk cId="2797417546" sldId="282"/>
            <ac:spMk id="3" creationId="{324C18AA-7C39-0EAB-76DD-2FB668EC534A}"/>
          </ac:spMkLst>
        </pc:spChg>
        <pc:spChg chg="add del mod">
          <ac:chgData name="연우 오" userId="c3558644dac54ca4" providerId="LiveId" clId="{9333FDCA-79D6-4088-A778-579BE454CE38}" dt="2026-08-25T05:02:00.007" v="5752" actId="478"/>
          <ac:spMkLst>
            <pc:docMk/>
            <pc:sldMk cId="2797417546" sldId="282"/>
            <ac:spMk id="5" creationId="{4058A72D-BFC0-0E9B-6A39-F90C6ED1B87B}"/>
          </ac:spMkLst>
        </pc:spChg>
        <pc:spChg chg="mod ord">
          <ac:chgData name="연우 오" userId="c3558644dac54ca4" providerId="LiveId" clId="{9333FDCA-79D6-4088-A778-579BE454CE38}" dt="2026-08-25T05:06:28.962" v="5854" actId="1076"/>
          <ac:spMkLst>
            <pc:docMk/>
            <pc:sldMk cId="2797417546" sldId="282"/>
            <ac:spMk id="7" creationId="{EED7F4D3-B606-4D0C-C294-E85A2009D05C}"/>
          </ac:spMkLst>
        </pc:spChg>
        <pc:spChg chg="mod">
          <ac:chgData name="연우 오" userId="c3558644dac54ca4" providerId="LiveId" clId="{9333FDCA-79D6-4088-A778-579BE454CE38}" dt="2026-08-25T05:06:28.962" v="5854" actId="1076"/>
          <ac:spMkLst>
            <pc:docMk/>
            <pc:sldMk cId="2797417546" sldId="282"/>
            <ac:spMk id="9" creationId="{E2EA0AE6-AD4D-EE8D-97EC-929CCB17ABAD}"/>
          </ac:spMkLst>
        </pc:spChg>
        <pc:spChg chg="del mod">
          <ac:chgData name="연우 오" userId="c3558644dac54ca4" providerId="LiveId" clId="{9333FDCA-79D6-4088-A778-579BE454CE38}" dt="2026-08-25T05:28:19.075" v="5878" actId="478"/>
          <ac:spMkLst>
            <pc:docMk/>
            <pc:sldMk cId="2797417546" sldId="282"/>
            <ac:spMk id="13" creationId="{5A7E7113-9FAD-C963-ED6F-AE435C87A952}"/>
          </ac:spMkLst>
        </pc:spChg>
        <pc:spChg chg="del mod">
          <ac:chgData name="연우 오" userId="c3558644dac54ca4" providerId="LiveId" clId="{9333FDCA-79D6-4088-A778-579BE454CE38}" dt="2026-08-25T05:28:48.997" v="5881" actId="478"/>
          <ac:spMkLst>
            <pc:docMk/>
            <pc:sldMk cId="2797417546" sldId="282"/>
            <ac:spMk id="14" creationId="{629B201B-8732-21D5-29C5-E51E80223233}"/>
          </ac:spMkLst>
        </pc:spChg>
        <pc:spChg chg="del mod">
          <ac:chgData name="연우 오" userId="c3558644dac54ca4" providerId="LiveId" clId="{9333FDCA-79D6-4088-A778-579BE454CE38}" dt="2026-08-25T05:28:47.450" v="5880" actId="478"/>
          <ac:spMkLst>
            <pc:docMk/>
            <pc:sldMk cId="2797417546" sldId="282"/>
            <ac:spMk id="15" creationId="{2BDC90F9-7C3F-BC58-1B52-C5E2701FDC49}"/>
          </ac:spMkLst>
        </pc:spChg>
        <pc:spChg chg="del mod">
          <ac:chgData name="연우 오" userId="c3558644dac54ca4" providerId="LiveId" clId="{9333FDCA-79D6-4088-A778-579BE454CE38}" dt="2026-08-25T05:28:39.734" v="5879" actId="478"/>
          <ac:spMkLst>
            <pc:docMk/>
            <pc:sldMk cId="2797417546" sldId="282"/>
            <ac:spMk id="16" creationId="{C471ED58-6AFB-0849-C083-22D59A83A7BF}"/>
          </ac:spMkLst>
        </pc:spChg>
        <pc:spChg chg="add mod ord">
          <ac:chgData name="연우 오" userId="c3558644dac54ca4" providerId="LiveId" clId="{9333FDCA-79D6-4088-A778-579BE454CE38}" dt="2026-08-25T05:06:28.962" v="5854" actId="1076"/>
          <ac:spMkLst>
            <pc:docMk/>
            <pc:sldMk cId="2797417546" sldId="282"/>
            <ac:spMk id="17" creationId="{EB371654-B606-190F-ACE3-50704E39A432}"/>
          </ac:spMkLst>
        </pc:spChg>
        <pc:spChg chg="mod">
          <ac:chgData name="연우 오" userId="c3558644dac54ca4" providerId="LiveId" clId="{9333FDCA-79D6-4088-A778-579BE454CE38}" dt="2026-08-25T05:06:28.962" v="5854" actId="1076"/>
          <ac:spMkLst>
            <pc:docMk/>
            <pc:sldMk cId="2797417546" sldId="282"/>
            <ac:spMk id="18" creationId="{9FD5D486-D495-27A6-A3D1-F99195EEFD56}"/>
          </ac:spMkLst>
        </pc:spChg>
        <pc:spChg chg="add del mod">
          <ac:chgData name="연우 오" userId="c3558644dac54ca4" providerId="LiveId" clId="{9333FDCA-79D6-4088-A778-579BE454CE38}" dt="2026-08-25T03:48:08.119" v="5683" actId="478"/>
          <ac:spMkLst>
            <pc:docMk/>
            <pc:sldMk cId="2797417546" sldId="282"/>
            <ac:spMk id="20" creationId="{46BBFF52-91DD-0784-3561-BA2215E6AE9C}"/>
          </ac:spMkLst>
        </pc:spChg>
        <pc:spChg chg="add del mod">
          <ac:chgData name="연우 오" userId="c3558644dac54ca4" providerId="LiveId" clId="{9333FDCA-79D6-4088-A778-579BE454CE38}" dt="2026-08-25T04:35:23.609" v="5709"/>
          <ac:spMkLst>
            <pc:docMk/>
            <pc:sldMk cId="2797417546" sldId="282"/>
            <ac:spMk id="21" creationId="{792544E1-F277-6B1F-2DFC-7D4A1F089F4E}"/>
          </ac:spMkLst>
        </pc:spChg>
        <pc:spChg chg="add del mod">
          <ac:chgData name="연우 오" userId="c3558644dac54ca4" providerId="LiveId" clId="{9333FDCA-79D6-4088-A778-579BE454CE38}" dt="2026-08-25T04:39:10.528" v="5722"/>
          <ac:spMkLst>
            <pc:docMk/>
            <pc:sldMk cId="2797417546" sldId="282"/>
            <ac:spMk id="22" creationId="{FFAAA2FF-5F58-0CEF-32B8-4FF708F998CA}"/>
          </ac:spMkLst>
        </pc:spChg>
        <pc:spChg chg="add del">
          <ac:chgData name="연우 오" userId="c3558644dac54ca4" providerId="LiveId" clId="{9333FDCA-79D6-4088-A778-579BE454CE38}" dt="2026-08-25T04:39:10.526" v="5720" actId="478"/>
          <ac:spMkLst>
            <pc:docMk/>
            <pc:sldMk cId="2797417546" sldId="282"/>
            <ac:spMk id="23" creationId="{1AC211A1-E82B-3797-753D-2EBA4404DCC4}"/>
          </ac:spMkLst>
        </pc:spChg>
        <pc:spChg chg="add del">
          <ac:chgData name="연우 오" userId="c3558644dac54ca4" providerId="LiveId" clId="{9333FDCA-79D6-4088-A778-579BE454CE38}" dt="2026-08-25T04:48:46.136" v="5724" actId="478"/>
          <ac:spMkLst>
            <pc:docMk/>
            <pc:sldMk cId="2797417546" sldId="282"/>
            <ac:spMk id="24" creationId="{C022F2FC-C806-95FC-31A5-B9C1F8C89E65}"/>
          </ac:spMkLst>
        </pc:spChg>
        <pc:spChg chg="add del mod">
          <ac:chgData name="연우 오" userId="c3558644dac54ca4" providerId="LiveId" clId="{9333FDCA-79D6-4088-A778-579BE454CE38}" dt="2026-08-25T04:49:20.449" v="5727" actId="478"/>
          <ac:spMkLst>
            <pc:docMk/>
            <pc:sldMk cId="2797417546" sldId="282"/>
            <ac:spMk id="25" creationId="{840EDBFF-AE81-9AB5-9972-2D15FA3D4865}"/>
          </ac:spMkLst>
        </pc:spChg>
        <pc:spChg chg="add del mod">
          <ac:chgData name="연우 오" userId="c3558644dac54ca4" providerId="LiveId" clId="{9333FDCA-79D6-4088-A778-579BE454CE38}" dt="2026-08-25T04:49:48.153" v="5730" actId="478"/>
          <ac:spMkLst>
            <pc:docMk/>
            <pc:sldMk cId="2797417546" sldId="282"/>
            <ac:spMk id="26" creationId="{7CBC1A33-C389-409B-F58D-637F2089A308}"/>
          </ac:spMkLst>
        </pc:spChg>
        <pc:spChg chg="add del mod">
          <ac:chgData name="연우 오" userId="c3558644dac54ca4" providerId="LiveId" clId="{9333FDCA-79D6-4088-A778-579BE454CE38}" dt="2026-08-25T05:00:21.835" v="5733" actId="478"/>
          <ac:spMkLst>
            <pc:docMk/>
            <pc:sldMk cId="2797417546" sldId="282"/>
            <ac:spMk id="27" creationId="{86334927-DFE4-86D4-A1AE-C547AF1141E2}"/>
          </ac:spMkLst>
        </pc:spChg>
        <pc:spChg chg="add del mod">
          <ac:chgData name="연우 오" userId="c3558644dac54ca4" providerId="LiveId" clId="{9333FDCA-79D6-4088-A778-579BE454CE38}" dt="2026-08-25T05:00:51.732" v="5737" actId="478"/>
          <ac:spMkLst>
            <pc:docMk/>
            <pc:sldMk cId="2797417546" sldId="282"/>
            <ac:spMk id="28" creationId="{24C9C8F0-F4CC-8E77-6361-241B8EC98871}"/>
          </ac:spMkLst>
        </pc:spChg>
        <pc:spChg chg="add del mod">
          <ac:chgData name="연우 오" userId="c3558644dac54ca4" providerId="LiveId" clId="{9333FDCA-79D6-4088-A778-579BE454CE38}" dt="2026-08-25T05:01:16.956" v="5742" actId="478"/>
          <ac:spMkLst>
            <pc:docMk/>
            <pc:sldMk cId="2797417546" sldId="282"/>
            <ac:spMk id="29" creationId="{C349BB00-75DA-B2FD-2CE4-66B0A29E76D2}"/>
          </ac:spMkLst>
        </pc:spChg>
        <pc:spChg chg="add mod">
          <ac:chgData name="연우 오" userId="c3558644dac54ca4" providerId="LiveId" clId="{9333FDCA-79D6-4088-A778-579BE454CE38}" dt="2026-08-25T05:18:26.207" v="5866" actId="1076"/>
          <ac:spMkLst>
            <pc:docMk/>
            <pc:sldMk cId="2797417546" sldId="282"/>
            <ac:spMk id="30" creationId="{73799D60-B805-1887-68DD-36F59546F332}"/>
          </ac:spMkLst>
        </pc:spChg>
        <pc:spChg chg="add mod">
          <ac:chgData name="연우 오" userId="c3558644dac54ca4" providerId="LiveId" clId="{9333FDCA-79D6-4088-A778-579BE454CE38}" dt="2026-08-25T05:18:26.207" v="5866" actId="1076"/>
          <ac:spMkLst>
            <pc:docMk/>
            <pc:sldMk cId="2797417546" sldId="282"/>
            <ac:spMk id="31" creationId="{C92197E5-A456-0C24-8CCA-6BAC4E90CC95}"/>
          </ac:spMkLst>
        </pc:spChg>
        <pc:spChg chg="add mod">
          <ac:chgData name="연우 오" userId="c3558644dac54ca4" providerId="LiveId" clId="{9333FDCA-79D6-4088-A778-579BE454CE38}" dt="2026-08-25T05:25:59.293" v="5877" actId="1076"/>
          <ac:spMkLst>
            <pc:docMk/>
            <pc:sldMk cId="2797417546" sldId="282"/>
            <ac:spMk id="34" creationId="{733EEE1D-4BE2-8206-13F4-20490ABA809B}"/>
          </ac:spMkLst>
        </pc:spChg>
        <pc:spChg chg="add mod">
          <ac:chgData name="연우 오" userId="c3558644dac54ca4" providerId="LiveId" clId="{9333FDCA-79D6-4088-A778-579BE454CE38}" dt="2026-08-25T05:29:40.934" v="5884" actId="1076"/>
          <ac:spMkLst>
            <pc:docMk/>
            <pc:sldMk cId="2797417546" sldId="282"/>
            <ac:spMk id="35" creationId="{A6141C10-2286-2155-97E1-4DF86E964FC1}"/>
          </ac:spMkLst>
        </pc:spChg>
        <pc:spChg chg="add mod">
          <ac:chgData name="연우 오" userId="c3558644dac54ca4" providerId="LiveId" clId="{9333FDCA-79D6-4088-A778-579BE454CE38}" dt="2026-08-25T05:30:04.628" v="5886" actId="1076"/>
          <ac:spMkLst>
            <pc:docMk/>
            <pc:sldMk cId="2797417546" sldId="282"/>
            <ac:spMk id="36" creationId="{5A2154DC-55A1-2B41-4206-DF9608585A95}"/>
          </ac:spMkLst>
        </pc:spChg>
        <pc:spChg chg="add del mod">
          <ac:chgData name="연우 오" userId="c3558644dac54ca4" providerId="LiveId" clId="{9333FDCA-79D6-4088-A778-579BE454CE38}" dt="2026-08-25T05:31:26.451" v="5917"/>
          <ac:spMkLst>
            <pc:docMk/>
            <pc:sldMk cId="2797417546" sldId="282"/>
            <ac:spMk id="37" creationId="{ED675A3D-5725-2B3F-8F9A-B05832F38E69}"/>
          </ac:spMkLst>
        </pc:spChg>
        <pc:spChg chg="add del mod">
          <ac:chgData name="연우 오" userId="c3558644dac54ca4" providerId="LiveId" clId="{9333FDCA-79D6-4088-A778-579BE454CE38}" dt="2026-08-25T05:31:58.208" v="5926" actId="478"/>
          <ac:spMkLst>
            <pc:docMk/>
            <pc:sldMk cId="2797417546" sldId="282"/>
            <ac:spMk id="39" creationId="{23B3BDE1-AED7-9B02-A0E9-AB97F817C1FA}"/>
          </ac:spMkLst>
        </pc:spChg>
        <pc:spChg chg="add mod">
          <ac:chgData name="연우 오" userId="c3558644dac54ca4" providerId="LiveId" clId="{9333FDCA-79D6-4088-A778-579BE454CE38}" dt="2026-08-25T05:33:53.501" v="6025" actId="20577"/>
          <ac:spMkLst>
            <pc:docMk/>
            <pc:sldMk cId="2797417546" sldId="282"/>
            <ac:spMk id="40" creationId="{CB7099D8-71F9-C93D-A057-F0B4067DD10E}"/>
          </ac:spMkLst>
        </pc:spChg>
        <pc:spChg chg="add del mod">
          <ac:chgData name="연우 오" userId="c3558644dac54ca4" providerId="LiveId" clId="{9333FDCA-79D6-4088-A778-579BE454CE38}" dt="2026-08-25T05:39:29.229" v="6032" actId="478"/>
          <ac:spMkLst>
            <pc:docMk/>
            <pc:sldMk cId="2797417546" sldId="282"/>
            <ac:spMk id="41" creationId="{E9ED6716-A62E-76E5-72A9-14B10E135752}"/>
          </ac:spMkLst>
        </pc:spChg>
        <pc:picChg chg="add del">
          <ac:chgData name="연우 오" userId="c3558644dac54ca4" providerId="LiveId" clId="{9333FDCA-79D6-4088-A778-579BE454CE38}" dt="2026-08-25T05:04:29.143" v="5848" actId="22"/>
          <ac:picMkLst>
            <pc:docMk/>
            <pc:sldMk cId="2797417546" sldId="282"/>
            <ac:picMk id="33" creationId="{252B05EE-169D-EAD1-77E6-687839C0B0C3}"/>
          </ac:picMkLst>
        </pc:picChg>
      </pc:sldChg>
      <pc:sldChg chg="addSp delSp modSp add mod modTransition setBg addAnim delAnim modAnim">
        <pc:chgData name="연우 오" userId="c3558644dac54ca4" providerId="LiveId" clId="{9333FDCA-79D6-4088-A778-579BE454CE38}" dt="2026-08-26T06:48:39.615" v="7778" actId="20577"/>
        <pc:sldMkLst>
          <pc:docMk/>
          <pc:sldMk cId="857794491" sldId="283"/>
        </pc:sldMkLst>
        <pc:spChg chg="del mod">
          <ac:chgData name="연우 오" userId="c3558644dac54ca4" providerId="LiveId" clId="{9333FDCA-79D6-4088-A778-579BE454CE38}" dt="2026-08-26T06:45:25.283" v="7741" actId="478"/>
          <ac:spMkLst>
            <pc:docMk/>
            <pc:sldMk cId="857794491" sldId="283"/>
            <ac:spMk id="2" creationId="{567B9DCD-EDEE-1B89-48B4-67ADC7D7B398}"/>
          </ac:spMkLst>
        </pc:spChg>
        <pc:spChg chg="mod">
          <ac:chgData name="연우 오" userId="c3558644dac54ca4" providerId="LiveId" clId="{9333FDCA-79D6-4088-A778-579BE454CE38}" dt="2026-08-26T06:48:39.615" v="7778" actId="20577"/>
          <ac:spMkLst>
            <pc:docMk/>
            <pc:sldMk cId="857794491" sldId="283"/>
            <ac:spMk id="4" creationId="{278DCBD3-AFDA-8244-E5E7-CF449A88E79E}"/>
          </ac:spMkLst>
        </pc:spChg>
        <pc:spChg chg="mod">
          <ac:chgData name="연우 오" userId="c3558644dac54ca4" providerId="LiveId" clId="{9333FDCA-79D6-4088-A778-579BE454CE38}" dt="2026-08-26T06:47:38.583" v="7758" actId="164"/>
          <ac:spMkLst>
            <pc:docMk/>
            <pc:sldMk cId="857794491" sldId="283"/>
            <ac:spMk id="7" creationId="{1A325592-99F1-D97E-4A52-8D77904BFEA1}"/>
          </ac:spMkLst>
        </pc:spChg>
        <pc:spChg chg="mod">
          <ac:chgData name="연우 오" userId="c3558644dac54ca4" providerId="LiveId" clId="{9333FDCA-79D6-4088-A778-579BE454CE38}" dt="2026-08-26T06:47:38.583" v="7758" actId="164"/>
          <ac:spMkLst>
            <pc:docMk/>
            <pc:sldMk cId="857794491" sldId="283"/>
            <ac:spMk id="8" creationId="{C4F315CD-1989-9E71-CEF4-814D1AAF38B9}"/>
          </ac:spMkLst>
        </pc:spChg>
        <pc:spChg chg="del mod">
          <ac:chgData name="연우 오" userId="c3558644dac54ca4" providerId="LiveId" clId="{9333FDCA-79D6-4088-A778-579BE454CE38}" dt="2026-08-26T06:40:39.845" v="7555" actId="478"/>
          <ac:spMkLst>
            <pc:docMk/>
            <pc:sldMk cId="857794491" sldId="283"/>
            <ac:spMk id="9" creationId="{A163CBB4-59A1-8CD5-FA7C-574E931AFE2B}"/>
          </ac:spMkLst>
        </pc:spChg>
        <pc:spChg chg="add mod">
          <ac:chgData name="연우 오" userId="c3558644dac54ca4" providerId="LiveId" clId="{9333FDCA-79D6-4088-A778-579BE454CE38}" dt="2026-08-26T06:47:38.583" v="7758" actId="164"/>
          <ac:spMkLst>
            <pc:docMk/>
            <pc:sldMk cId="857794491" sldId="283"/>
            <ac:spMk id="10" creationId="{DCBA063F-A484-32DC-39CB-B79B1BAB4582}"/>
          </ac:spMkLst>
        </pc:spChg>
        <pc:spChg chg="add mod">
          <ac:chgData name="연우 오" userId="c3558644dac54ca4" providerId="LiveId" clId="{9333FDCA-79D6-4088-A778-579BE454CE38}" dt="2026-08-26T06:47:38.583" v="7758" actId="164"/>
          <ac:spMkLst>
            <pc:docMk/>
            <pc:sldMk cId="857794491" sldId="283"/>
            <ac:spMk id="12" creationId="{CE57C3D6-FA7D-4272-1D9B-21A4FEB2B07F}"/>
          </ac:spMkLst>
        </pc:spChg>
        <pc:spChg chg="del">
          <ac:chgData name="연우 오" userId="c3558644dac54ca4" providerId="LiveId" clId="{9333FDCA-79D6-4088-A778-579BE454CE38}" dt="2026-08-26T06:48:25.097" v="7771" actId="478"/>
          <ac:spMkLst>
            <pc:docMk/>
            <pc:sldMk cId="857794491" sldId="283"/>
            <ac:spMk id="13" creationId="{4C702CB2-3533-8ECC-8410-104B95A4AB0A}"/>
          </ac:spMkLst>
        </pc:spChg>
        <pc:spChg chg="del">
          <ac:chgData name="연우 오" userId="c3558644dac54ca4" providerId="LiveId" clId="{9333FDCA-79D6-4088-A778-579BE454CE38}" dt="2026-08-26T06:48:26.116" v="7772" actId="478"/>
          <ac:spMkLst>
            <pc:docMk/>
            <pc:sldMk cId="857794491" sldId="283"/>
            <ac:spMk id="14" creationId="{3F8878F3-7361-67A5-B369-67844CC58BFF}"/>
          </ac:spMkLst>
        </pc:spChg>
        <pc:spChg chg="del">
          <ac:chgData name="연우 오" userId="c3558644dac54ca4" providerId="LiveId" clId="{9333FDCA-79D6-4088-A778-579BE454CE38}" dt="2026-08-26T06:48:23.678" v="7769" actId="478"/>
          <ac:spMkLst>
            <pc:docMk/>
            <pc:sldMk cId="857794491" sldId="283"/>
            <ac:spMk id="15" creationId="{5485FAEF-646D-F2B5-C729-C983828F45C7}"/>
          </ac:spMkLst>
        </pc:spChg>
        <pc:spChg chg="del">
          <ac:chgData name="연우 오" userId="c3558644dac54ca4" providerId="LiveId" clId="{9333FDCA-79D6-4088-A778-579BE454CE38}" dt="2026-08-26T06:48:24.208" v="7770" actId="478"/>
          <ac:spMkLst>
            <pc:docMk/>
            <pc:sldMk cId="857794491" sldId="283"/>
            <ac:spMk id="16" creationId="{BBD1AB01-9833-7392-77A3-C7F147E06B05}"/>
          </ac:spMkLst>
        </pc:spChg>
        <pc:spChg chg="del mod">
          <ac:chgData name="연우 오" userId="c3558644dac54ca4" providerId="LiveId" clId="{9333FDCA-79D6-4088-A778-579BE454CE38}" dt="2026-08-26T06:48:23.092" v="7768" actId="478"/>
          <ac:spMkLst>
            <pc:docMk/>
            <pc:sldMk cId="857794491" sldId="283"/>
            <ac:spMk id="17" creationId="{BDF79776-3222-AA88-39F3-6F4FE2A05261}"/>
          </ac:spMkLst>
        </pc:spChg>
        <pc:spChg chg="del mod">
          <ac:chgData name="연우 오" userId="c3558644dac54ca4" providerId="LiveId" clId="{9333FDCA-79D6-4088-A778-579BE454CE38}" dt="2026-08-26T06:42:06.942" v="7608" actId="478"/>
          <ac:spMkLst>
            <pc:docMk/>
            <pc:sldMk cId="857794491" sldId="283"/>
            <ac:spMk id="19" creationId="{DA6300EF-1025-7D39-97D9-6F395B13D8D5}"/>
          </ac:spMkLst>
        </pc:spChg>
        <pc:spChg chg="add del mod">
          <ac:chgData name="연우 오" userId="c3558644dac54ca4" providerId="LiveId" clId="{9333FDCA-79D6-4088-A778-579BE454CE38}" dt="2026-08-26T06:36:43.976" v="7503" actId="478"/>
          <ac:spMkLst>
            <pc:docMk/>
            <pc:sldMk cId="857794491" sldId="283"/>
            <ac:spMk id="20" creationId="{12E460C2-75A0-3A2D-1BD3-C568D9732D46}"/>
          </ac:spMkLst>
        </pc:spChg>
        <pc:spChg chg="del mod">
          <ac:chgData name="연우 오" userId="c3558644dac54ca4" providerId="LiveId" clId="{9333FDCA-79D6-4088-A778-579BE454CE38}" dt="2026-08-26T06:45:23.719" v="7740" actId="478"/>
          <ac:spMkLst>
            <pc:docMk/>
            <pc:sldMk cId="857794491" sldId="283"/>
            <ac:spMk id="21" creationId="{1927CDEA-2B3D-225E-4DEA-4B6F782488AF}"/>
          </ac:spMkLst>
        </pc:spChg>
        <pc:spChg chg="add mod">
          <ac:chgData name="연우 오" userId="c3558644dac54ca4" providerId="LiveId" clId="{9333FDCA-79D6-4088-A778-579BE454CE38}" dt="2026-08-26T06:47:38.583" v="7758" actId="164"/>
          <ac:spMkLst>
            <pc:docMk/>
            <pc:sldMk cId="857794491" sldId="283"/>
            <ac:spMk id="23" creationId="{5BAA60B0-ED80-9CF2-2D10-58CF7A8386BB}"/>
          </ac:spMkLst>
        </pc:spChg>
        <pc:spChg chg="add del mod">
          <ac:chgData name="연우 오" userId="c3558644dac54ca4" providerId="LiveId" clId="{9333FDCA-79D6-4088-A778-579BE454CE38}" dt="2026-08-26T06:48:22.570" v="7767" actId="478"/>
          <ac:spMkLst>
            <pc:docMk/>
            <pc:sldMk cId="857794491" sldId="283"/>
            <ac:spMk id="24" creationId="{36BCC9E1-F4DB-81FE-3AA0-FE35CF0540A7}"/>
          </ac:spMkLst>
        </pc:spChg>
        <pc:grpChg chg="add mod">
          <ac:chgData name="연우 오" userId="c3558644dac54ca4" providerId="LiveId" clId="{9333FDCA-79D6-4088-A778-579BE454CE38}" dt="2026-08-26T06:47:38.583" v="7758" actId="164"/>
          <ac:grpSpMkLst>
            <pc:docMk/>
            <pc:sldMk cId="857794491" sldId="283"/>
            <ac:grpSpMk id="25" creationId="{79642F79-D2DF-A3E4-2C48-BE478E5E2A83}"/>
          </ac:grpSpMkLst>
        </pc:grpChg>
        <pc:picChg chg="del">
          <ac:chgData name="연우 오" userId="c3558644dac54ca4" providerId="LiveId" clId="{9333FDCA-79D6-4088-A778-579BE454CE38}" dt="2026-08-25T05:53:58.785" v="6119" actId="478"/>
          <ac:picMkLst>
            <pc:docMk/>
            <pc:sldMk cId="857794491" sldId="283"/>
            <ac:picMk id="22" creationId="{A70A3369-0BB9-9DB1-D9A0-181628943010}"/>
          </ac:picMkLst>
        </pc:picChg>
      </pc:sldChg>
      <pc:sldChg chg="addSp delSp modSp add mod modTransition modAnim">
        <pc:chgData name="연우 오" userId="c3558644dac54ca4" providerId="LiveId" clId="{9333FDCA-79D6-4088-A778-579BE454CE38}" dt="2026-08-26T00:11:00.320" v="7015" actId="1076"/>
        <pc:sldMkLst>
          <pc:docMk/>
          <pc:sldMk cId="1858044975" sldId="284"/>
        </pc:sldMkLst>
        <pc:spChg chg="add del mod">
          <ac:chgData name="연우 오" userId="c3558644dac54ca4" providerId="LiveId" clId="{9333FDCA-79D6-4088-A778-579BE454CE38}" dt="2026-08-25T15:13:46.587" v="6526" actId="478"/>
          <ac:spMkLst>
            <pc:docMk/>
            <pc:sldMk cId="1858044975" sldId="284"/>
            <ac:spMk id="2" creationId="{8A212601-400B-B0E7-F302-3479BC78E4D2}"/>
          </ac:spMkLst>
        </pc:spChg>
        <pc:spChg chg="mod">
          <ac:chgData name="연우 오" userId="c3558644dac54ca4" providerId="LiveId" clId="{9333FDCA-79D6-4088-A778-579BE454CE38}" dt="2026-08-25T16:11:16.671" v="6802" actId="1076"/>
          <ac:spMkLst>
            <pc:docMk/>
            <pc:sldMk cId="1858044975" sldId="284"/>
            <ac:spMk id="4" creationId="{10B302E8-4FE2-74DE-E92B-4712BD6EA03F}"/>
          </ac:spMkLst>
        </pc:spChg>
        <pc:spChg chg="add del mod ord">
          <ac:chgData name="연우 오" userId="c3558644dac54ca4" providerId="LiveId" clId="{9333FDCA-79D6-4088-A778-579BE454CE38}" dt="2026-08-25T16:12:40.793" v="6810" actId="478"/>
          <ac:spMkLst>
            <pc:docMk/>
            <pc:sldMk cId="1858044975" sldId="284"/>
            <ac:spMk id="5" creationId="{73DE8A97-39F2-7EEC-36AA-8D99CAE45EDE}"/>
          </ac:spMkLst>
        </pc:spChg>
        <pc:spChg chg="del">
          <ac:chgData name="연우 오" userId="c3558644dac54ca4" providerId="LiveId" clId="{9333FDCA-79D6-4088-A778-579BE454CE38}" dt="2026-08-25T15:20:22.048" v="6610" actId="478"/>
          <ac:spMkLst>
            <pc:docMk/>
            <pc:sldMk cId="1858044975" sldId="284"/>
            <ac:spMk id="8" creationId="{49484A0B-EA84-18DD-BF48-6730AC496F59}"/>
          </ac:spMkLst>
        </pc:spChg>
        <pc:spChg chg="add mod">
          <ac:chgData name="연우 오" userId="c3558644dac54ca4" providerId="LiveId" clId="{9333FDCA-79D6-4088-A778-579BE454CE38}" dt="2026-08-25T16:02:44.771" v="6734" actId="14861"/>
          <ac:spMkLst>
            <pc:docMk/>
            <pc:sldMk cId="1858044975" sldId="284"/>
            <ac:spMk id="9" creationId="{72F97BE8-2B48-11AE-2E92-309C2A23FD03}"/>
          </ac:spMkLst>
        </pc:spChg>
        <pc:spChg chg="mod ord">
          <ac:chgData name="연우 오" userId="c3558644dac54ca4" providerId="LiveId" clId="{9333FDCA-79D6-4088-A778-579BE454CE38}" dt="2026-08-25T16:13:50.097" v="6818" actId="166"/>
          <ac:spMkLst>
            <pc:docMk/>
            <pc:sldMk cId="1858044975" sldId="284"/>
            <ac:spMk id="10" creationId="{E4EA7A4F-F017-FB86-A1E2-42B826001C6C}"/>
          </ac:spMkLst>
        </pc:spChg>
        <pc:spChg chg="add mod">
          <ac:chgData name="연우 오" userId="c3558644dac54ca4" providerId="LiveId" clId="{9333FDCA-79D6-4088-A778-579BE454CE38}" dt="2026-08-25T16:02:44.771" v="6734" actId="14861"/>
          <ac:spMkLst>
            <pc:docMk/>
            <pc:sldMk cId="1858044975" sldId="284"/>
            <ac:spMk id="11" creationId="{90C34E14-9E14-97AE-0E2B-6C46AF5225D7}"/>
          </ac:spMkLst>
        </pc:spChg>
        <pc:spChg chg="add mod">
          <ac:chgData name="연우 오" userId="c3558644dac54ca4" providerId="LiveId" clId="{9333FDCA-79D6-4088-A778-579BE454CE38}" dt="2026-08-25T16:02:44.771" v="6734" actId="14861"/>
          <ac:spMkLst>
            <pc:docMk/>
            <pc:sldMk cId="1858044975" sldId="284"/>
            <ac:spMk id="12" creationId="{614C0959-A7BB-1AF2-0351-5E83C1D03933}"/>
          </ac:spMkLst>
        </pc:spChg>
        <pc:spChg chg="add mod">
          <ac:chgData name="연우 오" userId="c3558644dac54ca4" providerId="LiveId" clId="{9333FDCA-79D6-4088-A778-579BE454CE38}" dt="2026-08-25T16:02:44.771" v="6734" actId="14861"/>
          <ac:spMkLst>
            <pc:docMk/>
            <pc:sldMk cId="1858044975" sldId="284"/>
            <ac:spMk id="13" creationId="{2AE735D9-3D0A-72C4-3A30-BFEBD2E2E5F0}"/>
          </ac:spMkLst>
        </pc:spChg>
        <pc:spChg chg="add mod">
          <ac:chgData name="연우 오" userId="c3558644dac54ca4" providerId="LiveId" clId="{9333FDCA-79D6-4088-A778-579BE454CE38}" dt="2026-08-25T16:02:44.771" v="6734" actId="14861"/>
          <ac:spMkLst>
            <pc:docMk/>
            <pc:sldMk cId="1858044975" sldId="284"/>
            <ac:spMk id="14" creationId="{C633F854-D0F2-D5B7-5800-AA9DD54D7EED}"/>
          </ac:spMkLst>
        </pc:spChg>
        <pc:spChg chg="add mod">
          <ac:chgData name="연우 오" userId="c3558644dac54ca4" providerId="LiveId" clId="{9333FDCA-79D6-4088-A778-579BE454CE38}" dt="2026-08-25T16:02:44.771" v="6734" actId="14861"/>
          <ac:spMkLst>
            <pc:docMk/>
            <pc:sldMk cId="1858044975" sldId="284"/>
            <ac:spMk id="15" creationId="{EEA002CB-98AF-4582-A27D-59CF679A5C33}"/>
          </ac:spMkLst>
        </pc:spChg>
        <pc:spChg chg="add mod">
          <ac:chgData name="연우 오" userId="c3558644dac54ca4" providerId="LiveId" clId="{9333FDCA-79D6-4088-A778-579BE454CE38}" dt="2026-08-25T16:02:11.871" v="6728" actId="571"/>
          <ac:spMkLst>
            <pc:docMk/>
            <pc:sldMk cId="1858044975" sldId="284"/>
            <ac:spMk id="16" creationId="{9379198C-C7CE-3802-C1AA-CADB5A1B5CE6}"/>
          </ac:spMkLst>
        </pc:spChg>
        <pc:spChg chg="add mod">
          <ac:chgData name="연우 오" userId="c3558644dac54ca4" providerId="LiveId" clId="{9333FDCA-79D6-4088-A778-579BE454CE38}" dt="2026-08-25T16:02:11.871" v="6728" actId="571"/>
          <ac:spMkLst>
            <pc:docMk/>
            <pc:sldMk cId="1858044975" sldId="284"/>
            <ac:spMk id="17" creationId="{09AC0FD5-A601-6F4C-92BF-7D00A702BC53}"/>
          </ac:spMkLst>
        </pc:spChg>
        <pc:spChg chg="add mod">
          <ac:chgData name="연우 오" userId="c3558644dac54ca4" providerId="LiveId" clId="{9333FDCA-79D6-4088-A778-579BE454CE38}" dt="2026-08-25T16:02:44.771" v="6734" actId="14861"/>
          <ac:spMkLst>
            <pc:docMk/>
            <pc:sldMk cId="1858044975" sldId="284"/>
            <ac:spMk id="18" creationId="{143128B2-7C96-F214-4515-85DB96CA841D}"/>
          </ac:spMkLst>
        </pc:spChg>
        <pc:spChg chg="add mod">
          <ac:chgData name="연우 오" userId="c3558644dac54ca4" providerId="LiveId" clId="{9333FDCA-79D6-4088-A778-579BE454CE38}" dt="2026-08-25T16:02:44.771" v="6734" actId="14861"/>
          <ac:spMkLst>
            <pc:docMk/>
            <pc:sldMk cId="1858044975" sldId="284"/>
            <ac:spMk id="19" creationId="{9D4974C1-9B0B-EDE7-3805-1B7FB13DD306}"/>
          </ac:spMkLst>
        </pc:spChg>
        <pc:spChg chg="add mod">
          <ac:chgData name="연우 오" userId="c3558644dac54ca4" providerId="LiveId" clId="{9333FDCA-79D6-4088-A778-579BE454CE38}" dt="2026-08-25T16:02:44.771" v="6734" actId="14861"/>
          <ac:spMkLst>
            <pc:docMk/>
            <pc:sldMk cId="1858044975" sldId="284"/>
            <ac:spMk id="20" creationId="{0D7A9CDE-DE61-766D-38C1-2CBFD31A3BBF}"/>
          </ac:spMkLst>
        </pc:spChg>
        <pc:spChg chg="add mod">
          <ac:chgData name="연우 오" userId="c3558644dac54ca4" providerId="LiveId" clId="{9333FDCA-79D6-4088-A778-579BE454CE38}" dt="2026-08-25T16:04:51.616" v="6748" actId="571"/>
          <ac:spMkLst>
            <pc:docMk/>
            <pc:sldMk cId="1858044975" sldId="284"/>
            <ac:spMk id="21" creationId="{1E1793A0-49B6-510B-DD15-C5360BBA081D}"/>
          </ac:spMkLst>
        </pc:spChg>
        <pc:spChg chg="add mod">
          <ac:chgData name="연우 오" userId="c3558644dac54ca4" providerId="LiveId" clId="{9333FDCA-79D6-4088-A778-579BE454CE38}" dt="2026-08-25T16:04:54.770" v="6749" actId="571"/>
          <ac:spMkLst>
            <pc:docMk/>
            <pc:sldMk cId="1858044975" sldId="284"/>
            <ac:spMk id="23" creationId="{8DB83DF8-7B54-3779-B682-5AA4FA6BDA8B}"/>
          </ac:spMkLst>
        </pc:spChg>
        <pc:spChg chg="add mod">
          <ac:chgData name="연우 오" userId="c3558644dac54ca4" providerId="LiveId" clId="{9333FDCA-79D6-4088-A778-579BE454CE38}" dt="2026-08-25T16:04:58.338" v="6750" actId="571"/>
          <ac:spMkLst>
            <pc:docMk/>
            <pc:sldMk cId="1858044975" sldId="284"/>
            <ac:spMk id="24" creationId="{F7FB6DAB-7644-DF8D-4B21-7761FC26B012}"/>
          </ac:spMkLst>
        </pc:spChg>
        <pc:spChg chg="add mod">
          <ac:chgData name="연우 오" userId="c3558644dac54ca4" providerId="LiveId" clId="{9333FDCA-79D6-4088-A778-579BE454CE38}" dt="2026-08-25T16:05:01.682" v="6751" actId="571"/>
          <ac:spMkLst>
            <pc:docMk/>
            <pc:sldMk cId="1858044975" sldId="284"/>
            <ac:spMk id="25" creationId="{EC1DF0C5-4881-EFF5-1919-F75CEDB3CC3B}"/>
          </ac:spMkLst>
        </pc:spChg>
        <pc:spChg chg="add mod">
          <ac:chgData name="연우 오" userId="c3558644dac54ca4" providerId="LiveId" clId="{9333FDCA-79D6-4088-A778-579BE454CE38}" dt="2026-08-25T16:05:06.204" v="6753" actId="571"/>
          <ac:spMkLst>
            <pc:docMk/>
            <pc:sldMk cId="1858044975" sldId="284"/>
            <ac:spMk id="26" creationId="{F0E48561-5025-492F-FEC0-E1FC986B0C23}"/>
          </ac:spMkLst>
        </pc:spChg>
        <pc:spChg chg="add mod">
          <ac:chgData name="연우 오" userId="c3558644dac54ca4" providerId="LiveId" clId="{9333FDCA-79D6-4088-A778-579BE454CE38}" dt="2026-08-25T16:05:09.215" v="6754" actId="571"/>
          <ac:spMkLst>
            <pc:docMk/>
            <pc:sldMk cId="1858044975" sldId="284"/>
            <ac:spMk id="27" creationId="{212E8D25-1D1E-AD8C-AF48-CA038FBBD252}"/>
          </ac:spMkLst>
        </pc:spChg>
        <pc:spChg chg="add mod">
          <ac:chgData name="연우 오" userId="c3558644dac54ca4" providerId="LiveId" clId="{9333FDCA-79D6-4088-A778-579BE454CE38}" dt="2026-08-25T16:05:11.760" v="6755" actId="571"/>
          <ac:spMkLst>
            <pc:docMk/>
            <pc:sldMk cId="1858044975" sldId="284"/>
            <ac:spMk id="29" creationId="{968D8D2C-32AC-7532-71BE-901FCA73F637}"/>
          </ac:spMkLst>
        </pc:spChg>
        <pc:spChg chg="mod ord">
          <ac:chgData name="연우 오" userId="c3558644dac54ca4" providerId="LiveId" clId="{9333FDCA-79D6-4088-A778-579BE454CE38}" dt="2026-08-25T16:13:01.685" v="6815" actId="1076"/>
          <ac:spMkLst>
            <pc:docMk/>
            <pc:sldMk cId="1858044975" sldId="284"/>
            <ac:spMk id="30" creationId="{33796FBF-7B83-495B-31B3-60CD67A28F2A}"/>
          </ac:spMkLst>
        </pc:spChg>
        <pc:spChg chg="del">
          <ac:chgData name="연우 오" userId="c3558644dac54ca4" providerId="LiveId" clId="{9333FDCA-79D6-4088-A778-579BE454CE38}" dt="2026-08-25T15:04:49.915" v="6474" actId="478"/>
          <ac:spMkLst>
            <pc:docMk/>
            <pc:sldMk cId="1858044975" sldId="284"/>
            <ac:spMk id="33" creationId="{C90AE67E-B4F6-5926-2155-4F771F92A5F9}"/>
          </ac:spMkLst>
        </pc:spChg>
        <pc:spChg chg="del">
          <ac:chgData name="연우 오" userId="c3558644dac54ca4" providerId="LiveId" clId="{9333FDCA-79D6-4088-A778-579BE454CE38}" dt="2026-08-25T15:04:49.915" v="6474" actId="478"/>
          <ac:spMkLst>
            <pc:docMk/>
            <pc:sldMk cId="1858044975" sldId="284"/>
            <ac:spMk id="35" creationId="{4653933A-DFDE-B0F8-E698-2EF7ED40BEAD}"/>
          </ac:spMkLst>
        </pc:spChg>
        <pc:spChg chg="del">
          <ac:chgData name="연우 오" userId="c3558644dac54ca4" providerId="LiveId" clId="{9333FDCA-79D6-4088-A778-579BE454CE38}" dt="2026-08-25T15:04:49.915" v="6474" actId="478"/>
          <ac:spMkLst>
            <pc:docMk/>
            <pc:sldMk cId="1858044975" sldId="284"/>
            <ac:spMk id="36" creationId="{50DF784C-8AD3-615A-8757-163C7E63812F}"/>
          </ac:spMkLst>
        </pc:spChg>
        <pc:spChg chg="del">
          <ac:chgData name="연우 오" userId="c3558644dac54ca4" providerId="LiveId" clId="{9333FDCA-79D6-4088-A778-579BE454CE38}" dt="2026-08-25T15:04:49.915" v="6474" actId="478"/>
          <ac:spMkLst>
            <pc:docMk/>
            <pc:sldMk cId="1858044975" sldId="284"/>
            <ac:spMk id="37" creationId="{4462B399-7D92-A029-791D-2373A92AEE53}"/>
          </ac:spMkLst>
        </pc:spChg>
        <pc:spChg chg="del">
          <ac:chgData name="연우 오" userId="c3558644dac54ca4" providerId="LiveId" clId="{9333FDCA-79D6-4088-A778-579BE454CE38}" dt="2026-08-25T15:04:49.915" v="6474" actId="478"/>
          <ac:spMkLst>
            <pc:docMk/>
            <pc:sldMk cId="1858044975" sldId="284"/>
            <ac:spMk id="38" creationId="{2D9A0EEB-D1FA-C857-C43B-027085247744}"/>
          </ac:spMkLst>
        </pc:spChg>
        <pc:spChg chg="del">
          <ac:chgData name="연우 오" userId="c3558644dac54ca4" providerId="LiveId" clId="{9333FDCA-79D6-4088-A778-579BE454CE38}" dt="2026-08-25T15:04:49.915" v="6474" actId="478"/>
          <ac:spMkLst>
            <pc:docMk/>
            <pc:sldMk cId="1858044975" sldId="284"/>
            <ac:spMk id="39" creationId="{69D7E1F8-B438-6491-A505-0B799C20BC0D}"/>
          </ac:spMkLst>
        </pc:spChg>
        <pc:spChg chg="del">
          <ac:chgData name="연우 오" userId="c3558644dac54ca4" providerId="LiveId" clId="{9333FDCA-79D6-4088-A778-579BE454CE38}" dt="2026-08-25T15:04:49.915" v="6474" actId="478"/>
          <ac:spMkLst>
            <pc:docMk/>
            <pc:sldMk cId="1858044975" sldId="284"/>
            <ac:spMk id="40" creationId="{F4AEFD25-45A4-AF44-AA9E-CA4B06D4C271}"/>
          </ac:spMkLst>
        </pc:spChg>
        <pc:spChg chg="del">
          <ac:chgData name="연우 오" userId="c3558644dac54ca4" providerId="LiveId" clId="{9333FDCA-79D6-4088-A778-579BE454CE38}" dt="2026-08-25T15:04:49.915" v="6474" actId="478"/>
          <ac:spMkLst>
            <pc:docMk/>
            <pc:sldMk cId="1858044975" sldId="284"/>
            <ac:spMk id="42" creationId="{9471F531-6861-E19B-D666-85DC9E05F9E1}"/>
          </ac:spMkLst>
        </pc:spChg>
        <pc:spChg chg="del">
          <ac:chgData name="연우 오" userId="c3558644dac54ca4" providerId="LiveId" clId="{9333FDCA-79D6-4088-A778-579BE454CE38}" dt="2026-08-25T15:04:49.915" v="6474" actId="478"/>
          <ac:spMkLst>
            <pc:docMk/>
            <pc:sldMk cId="1858044975" sldId="284"/>
            <ac:spMk id="44" creationId="{2CCD29D0-11AB-78B8-D1AC-61B2EA04CAE6}"/>
          </ac:spMkLst>
        </pc:spChg>
        <pc:spChg chg="del">
          <ac:chgData name="연우 오" userId="c3558644dac54ca4" providerId="LiveId" clId="{9333FDCA-79D6-4088-A778-579BE454CE38}" dt="2026-08-25T15:04:49.915" v="6474" actId="478"/>
          <ac:spMkLst>
            <pc:docMk/>
            <pc:sldMk cId="1858044975" sldId="284"/>
            <ac:spMk id="46" creationId="{4A3DF9BD-F1E1-4C20-E5DF-BF021829D570}"/>
          </ac:spMkLst>
        </pc:spChg>
        <pc:spChg chg="del">
          <ac:chgData name="연우 오" userId="c3558644dac54ca4" providerId="LiveId" clId="{9333FDCA-79D6-4088-A778-579BE454CE38}" dt="2026-08-25T15:11:30.846" v="6510" actId="478"/>
          <ac:spMkLst>
            <pc:docMk/>
            <pc:sldMk cId="1858044975" sldId="284"/>
            <ac:spMk id="47" creationId="{2E96ABF3-A8A9-9A1C-9950-938C2085B228}"/>
          </ac:spMkLst>
        </pc:spChg>
        <pc:spChg chg="add mod">
          <ac:chgData name="연우 오" userId="c3558644dac54ca4" providerId="LiveId" clId="{9333FDCA-79D6-4088-A778-579BE454CE38}" dt="2026-08-25T16:05:16.262" v="6756" actId="571"/>
          <ac:spMkLst>
            <pc:docMk/>
            <pc:sldMk cId="1858044975" sldId="284"/>
            <ac:spMk id="48" creationId="{1ED849F9-F7EE-A28D-F1DB-D82421CD2E83}"/>
          </ac:spMkLst>
        </pc:spChg>
        <pc:spChg chg="add mod">
          <ac:chgData name="연우 오" userId="c3558644dac54ca4" providerId="LiveId" clId="{9333FDCA-79D6-4088-A778-579BE454CE38}" dt="2026-08-25T16:05:18.724" v="6757" actId="571"/>
          <ac:spMkLst>
            <pc:docMk/>
            <pc:sldMk cId="1858044975" sldId="284"/>
            <ac:spMk id="49" creationId="{149AAB51-3169-CDD1-08F4-8DB7688F8069}"/>
          </ac:spMkLst>
        </pc:spChg>
        <pc:spChg chg="add mod">
          <ac:chgData name="연우 오" userId="c3558644dac54ca4" providerId="LiveId" clId="{9333FDCA-79D6-4088-A778-579BE454CE38}" dt="2026-08-25T16:05:21.188" v="6758" actId="571"/>
          <ac:spMkLst>
            <pc:docMk/>
            <pc:sldMk cId="1858044975" sldId="284"/>
            <ac:spMk id="50" creationId="{5598292E-43DC-98AA-8B07-200FF8732E3B}"/>
          </ac:spMkLst>
        </pc:spChg>
        <pc:spChg chg="add mod">
          <ac:chgData name="연우 오" userId="c3558644dac54ca4" providerId="LiveId" clId="{9333FDCA-79D6-4088-A778-579BE454CE38}" dt="2026-08-25T16:05:24.077" v="6759" actId="571"/>
          <ac:spMkLst>
            <pc:docMk/>
            <pc:sldMk cId="1858044975" sldId="284"/>
            <ac:spMk id="51" creationId="{5D16B175-B912-4735-5139-AD7E9C8AEBAD}"/>
          </ac:spMkLst>
        </pc:spChg>
        <pc:spChg chg="add mod">
          <ac:chgData name="연우 오" userId="c3558644dac54ca4" providerId="LiveId" clId="{9333FDCA-79D6-4088-A778-579BE454CE38}" dt="2026-08-25T16:05:26.555" v="6760" actId="571"/>
          <ac:spMkLst>
            <pc:docMk/>
            <pc:sldMk cId="1858044975" sldId="284"/>
            <ac:spMk id="52" creationId="{292E34E6-F2EB-201C-8620-974E41AD3571}"/>
          </ac:spMkLst>
        </pc:spChg>
        <pc:spChg chg="add mod">
          <ac:chgData name="연우 오" userId="c3558644dac54ca4" providerId="LiveId" clId="{9333FDCA-79D6-4088-A778-579BE454CE38}" dt="2026-08-25T16:12:32.565" v="6808"/>
          <ac:spMkLst>
            <pc:docMk/>
            <pc:sldMk cId="1858044975" sldId="284"/>
            <ac:spMk id="55" creationId="{055AE5F1-22C6-C6E5-6A3A-6DCB1045E433}"/>
          </ac:spMkLst>
        </pc:spChg>
        <pc:spChg chg="add mod">
          <ac:chgData name="연우 오" userId="c3558644dac54ca4" providerId="LiveId" clId="{9333FDCA-79D6-4088-A778-579BE454CE38}" dt="2026-08-25T16:12:32.565" v="6808"/>
          <ac:spMkLst>
            <pc:docMk/>
            <pc:sldMk cId="1858044975" sldId="284"/>
            <ac:spMk id="58" creationId="{B8682186-950F-D9EE-49C3-577C54E78FF1}"/>
          </ac:spMkLst>
        </pc:spChg>
        <pc:spChg chg="add mod">
          <ac:chgData name="연우 오" userId="c3558644dac54ca4" providerId="LiveId" clId="{9333FDCA-79D6-4088-A778-579BE454CE38}" dt="2026-08-25T16:12:32.565" v="6808"/>
          <ac:spMkLst>
            <pc:docMk/>
            <pc:sldMk cId="1858044975" sldId="284"/>
            <ac:spMk id="60" creationId="{C0E607B3-A569-0254-E496-D3824CAC8CE8}"/>
          </ac:spMkLst>
        </pc:spChg>
        <pc:spChg chg="add mod">
          <ac:chgData name="연우 오" userId="c3558644dac54ca4" providerId="LiveId" clId="{9333FDCA-79D6-4088-A778-579BE454CE38}" dt="2026-08-25T16:12:32.565" v="6808"/>
          <ac:spMkLst>
            <pc:docMk/>
            <pc:sldMk cId="1858044975" sldId="284"/>
            <ac:spMk id="61" creationId="{9DDBC678-A236-1DDA-11F1-4A158F4ECA64}"/>
          </ac:spMkLst>
        </pc:spChg>
        <pc:spChg chg="add mod">
          <ac:chgData name="연우 오" userId="c3558644dac54ca4" providerId="LiveId" clId="{9333FDCA-79D6-4088-A778-579BE454CE38}" dt="2026-08-25T16:12:32.565" v="6808"/>
          <ac:spMkLst>
            <pc:docMk/>
            <pc:sldMk cId="1858044975" sldId="284"/>
            <ac:spMk id="64" creationId="{06305EB2-5762-1AC6-E264-77FDAB9C3BE6}"/>
          </ac:spMkLst>
        </pc:spChg>
        <pc:spChg chg="add mod">
          <ac:chgData name="연우 오" userId="c3558644dac54ca4" providerId="LiveId" clId="{9333FDCA-79D6-4088-A778-579BE454CE38}" dt="2026-08-25T16:12:32.565" v="6808"/>
          <ac:spMkLst>
            <pc:docMk/>
            <pc:sldMk cId="1858044975" sldId="284"/>
            <ac:spMk id="65" creationId="{A85D0141-62D6-B067-0B3C-B6156DAA02F2}"/>
          </ac:spMkLst>
        </pc:spChg>
        <pc:spChg chg="add mod">
          <ac:chgData name="연우 오" userId="c3558644dac54ca4" providerId="LiveId" clId="{9333FDCA-79D6-4088-A778-579BE454CE38}" dt="2026-08-25T16:12:32.565" v="6808"/>
          <ac:spMkLst>
            <pc:docMk/>
            <pc:sldMk cId="1858044975" sldId="284"/>
            <ac:spMk id="67" creationId="{CF757A47-5570-4775-7CDC-08E1A0969BF0}"/>
          </ac:spMkLst>
        </pc:spChg>
        <pc:spChg chg="add mod">
          <ac:chgData name="연우 오" userId="c3558644dac54ca4" providerId="LiveId" clId="{9333FDCA-79D6-4088-A778-579BE454CE38}" dt="2026-08-25T16:12:32.565" v="6808"/>
          <ac:spMkLst>
            <pc:docMk/>
            <pc:sldMk cId="1858044975" sldId="284"/>
            <ac:spMk id="70" creationId="{18532430-9F71-BA3B-ADB9-CC5384B2540D}"/>
          </ac:spMkLst>
        </pc:spChg>
        <pc:spChg chg="add mod">
          <ac:chgData name="연우 오" userId="c3558644dac54ca4" providerId="LiveId" clId="{9333FDCA-79D6-4088-A778-579BE454CE38}" dt="2026-08-26T00:11:00.320" v="7015" actId="1076"/>
          <ac:spMkLst>
            <pc:docMk/>
            <pc:sldMk cId="1858044975" sldId="284"/>
            <ac:spMk id="74" creationId="{540CEF84-0614-CB93-F71F-43C9E309F9DA}"/>
          </ac:spMkLst>
        </pc:spChg>
        <pc:spChg chg="add del mod">
          <ac:chgData name="연우 오" userId="c3558644dac54ca4" providerId="LiveId" clId="{9333FDCA-79D6-4088-A778-579BE454CE38}" dt="2026-08-25T16:12:46.387" v="6812" actId="478"/>
          <ac:spMkLst>
            <pc:docMk/>
            <pc:sldMk cId="1858044975" sldId="284"/>
            <ac:spMk id="75" creationId="{C1C2C731-743B-D465-CB26-0E6114A6A805}"/>
          </ac:spMkLst>
        </pc:spChg>
        <pc:spChg chg="del">
          <ac:chgData name="연우 오" userId="c3558644dac54ca4" providerId="LiveId" clId="{9333FDCA-79D6-4088-A778-579BE454CE38}" dt="2026-08-25T16:12:44.465" v="6811" actId="478"/>
          <ac:spMkLst>
            <pc:docMk/>
            <pc:sldMk cId="1858044975" sldId="284"/>
            <ac:spMk id="76" creationId="{739B5B7D-50CA-3DE3-9168-EE2675E5F396}"/>
          </ac:spMkLst>
        </pc:spChg>
        <pc:graphicFrameChg chg="add del mod ord modGraphic">
          <ac:chgData name="연우 오" userId="c3558644dac54ca4" providerId="LiveId" clId="{9333FDCA-79D6-4088-A778-579BE454CE38}" dt="2026-08-25T16:12:38.927" v="6809" actId="478"/>
          <ac:graphicFrameMkLst>
            <pc:docMk/>
            <pc:sldMk cId="1858044975" sldId="284"/>
            <ac:graphicFrameMk id="7" creationId="{1CD1D566-DC09-7FEF-6E65-7D479C8B4171}"/>
          </ac:graphicFrameMkLst>
        </pc:graphicFrameChg>
        <pc:graphicFrameChg chg="del mod modGraphic">
          <ac:chgData name="연우 오" userId="c3558644dac54ca4" providerId="LiveId" clId="{9333FDCA-79D6-4088-A778-579BE454CE38}" dt="2026-08-25T15:20:16.642" v="6609" actId="478"/>
          <ac:graphicFrameMkLst>
            <pc:docMk/>
            <pc:sldMk cId="1858044975" sldId="284"/>
            <ac:graphicFrameMk id="28" creationId="{E803C567-0932-76CC-33B7-924B63BD9EBF}"/>
          </ac:graphicFrameMkLst>
        </pc:graphicFrameChg>
        <pc:graphicFrameChg chg="ord">
          <ac:chgData name="연우 오" userId="c3558644dac54ca4" providerId="LiveId" clId="{9333FDCA-79D6-4088-A778-579BE454CE38}" dt="2026-08-25T16:13:32.923" v="6816" actId="167"/>
          <ac:graphicFrameMkLst>
            <pc:docMk/>
            <pc:sldMk cId="1858044975" sldId="284"/>
            <ac:graphicFrameMk id="53" creationId="{C51CD332-6A5B-117C-ECED-B8E971D36324}"/>
          </ac:graphicFrameMkLst>
        </pc:graphicFrameChg>
        <pc:picChg chg="mod">
          <ac:chgData name="연우 오" userId="c3558644dac54ca4" providerId="LiveId" clId="{9333FDCA-79D6-4088-A778-579BE454CE38}" dt="2026-08-25T15:05:49.708" v="6475" actId="1076"/>
          <ac:picMkLst>
            <pc:docMk/>
            <pc:sldMk cId="1858044975" sldId="284"/>
            <ac:picMk id="22" creationId="{23473E1F-0B5E-F7ED-471A-345A9643BA6C}"/>
          </ac:picMkLst>
        </pc:picChg>
      </pc:sldChg>
      <pc:sldChg chg="add del">
        <pc:chgData name="연우 오" userId="c3558644dac54ca4" providerId="LiveId" clId="{9333FDCA-79D6-4088-A778-579BE454CE38}" dt="2026-08-25T16:04:46.236" v="6747" actId="2890"/>
        <pc:sldMkLst>
          <pc:docMk/>
          <pc:sldMk cId="428029875" sldId="285"/>
        </pc:sldMkLst>
      </pc:sldChg>
      <pc:sldChg chg="addSp delSp modSp add mod modTransition addAnim delAnim modAnim">
        <pc:chgData name="연우 오" userId="c3558644dac54ca4" providerId="LiveId" clId="{9333FDCA-79D6-4088-A778-579BE454CE38}" dt="2026-08-26T06:17:25.607" v="7386"/>
        <pc:sldMkLst>
          <pc:docMk/>
          <pc:sldMk cId="1159217278" sldId="285"/>
        </pc:sldMkLst>
        <pc:spChg chg="del">
          <ac:chgData name="연우 오" userId="c3558644dac54ca4" providerId="LiveId" clId="{9333FDCA-79D6-4088-A778-579BE454CE38}" dt="2026-08-25T16:11:39.252" v="6803" actId="478"/>
          <ac:spMkLst>
            <pc:docMk/>
            <pc:sldMk cId="1159217278" sldId="285"/>
            <ac:spMk id="4" creationId="{E6291E68-F693-0081-A896-265FD149BD34}"/>
          </ac:spMkLst>
        </pc:spChg>
        <pc:spChg chg="mod">
          <ac:chgData name="연우 오" userId="c3558644dac54ca4" providerId="LiveId" clId="{9333FDCA-79D6-4088-A778-579BE454CE38}" dt="2026-08-26T00:10:55.417" v="7014" actId="1076"/>
          <ac:spMkLst>
            <pc:docMk/>
            <pc:sldMk cId="1159217278" sldId="285"/>
            <ac:spMk id="5" creationId="{B41AFAE3-F87E-1D9F-E1F7-8053E8200720}"/>
          </ac:spMkLst>
        </pc:spChg>
        <pc:spChg chg="add mod">
          <ac:chgData name="연우 오" userId="c3558644dac54ca4" providerId="LiveId" clId="{9333FDCA-79D6-4088-A778-579BE454CE38}" dt="2026-08-25T16:12:27.047" v="6807" actId="1076"/>
          <ac:spMkLst>
            <pc:docMk/>
            <pc:sldMk cId="1159217278" sldId="285"/>
            <ac:spMk id="8" creationId="{F8FEDFE5-2DD7-19F1-186E-0CAD41E46CAE}"/>
          </ac:spMkLst>
        </pc:spChg>
        <pc:spChg chg="add del mod">
          <ac:chgData name="연우 오" userId="c3558644dac54ca4" providerId="LiveId" clId="{9333FDCA-79D6-4088-A778-579BE454CE38}" dt="2026-08-25T16:12:27.047" v="6807" actId="1076"/>
          <ac:spMkLst>
            <pc:docMk/>
            <pc:sldMk cId="1159217278" sldId="285"/>
            <ac:spMk id="9" creationId="{4141EF49-A00C-A19D-9D24-5FB255116F17}"/>
          </ac:spMkLst>
        </pc:spChg>
        <pc:spChg chg="del mod">
          <ac:chgData name="연우 오" userId="c3558644dac54ca4" providerId="LiveId" clId="{9333FDCA-79D6-4088-A778-579BE454CE38}" dt="2026-08-25T16:08:42.729" v="6789" actId="478"/>
          <ac:spMkLst>
            <pc:docMk/>
            <pc:sldMk cId="1159217278" sldId="285"/>
            <ac:spMk id="10" creationId="{9066ACE3-15DA-23C1-EBC0-FFA965E330C8}"/>
          </ac:spMkLst>
        </pc:spChg>
        <pc:spChg chg="add del">
          <ac:chgData name="연우 오" userId="c3558644dac54ca4" providerId="LiveId" clId="{9333FDCA-79D6-4088-A778-579BE454CE38}" dt="2026-08-25T16:08:17.194" v="6787" actId="478"/>
          <ac:spMkLst>
            <pc:docMk/>
            <pc:sldMk cId="1159217278" sldId="285"/>
            <ac:spMk id="11" creationId="{C192D81D-7A63-256E-91A8-534999E4CD16}"/>
          </ac:spMkLst>
        </pc:spChg>
        <pc:spChg chg="add del mod">
          <ac:chgData name="연우 오" userId="c3558644dac54ca4" providerId="LiveId" clId="{9333FDCA-79D6-4088-A778-579BE454CE38}" dt="2026-08-25T16:12:27.047" v="6807" actId="1076"/>
          <ac:spMkLst>
            <pc:docMk/>
            <pc:sldMk cId="1159217278" sldId="285"/>
            <ac:spMk id="12" creationId="{5E0EBDC7-2A6E-4BC0-6791-382114264D6C}"/>
          </ac:spMkLst>
        </pc:spChg>
        <pc:spChg chg="add del mod">
          <ac:chgData name="연우 오" userId="c3558644dac54ca4" providerId="LiveId" clId="{9333FDCA-79D6-4088-A778-579BE454CE38}" dt="2026-08-25T16:12:27.047" v="6807" actId="1076"/>
          <ac:spMkLst>
            <pc:docMk/>
            <pc:sldMk cId="1159217278" sldId="285"/>
            <ac:spMk id="13" creationId="{8DDC6131-B81D-EC1A-A1E4-5C2CC58E9395}"/>
          </ac:spMkLst>
        </pc:spChg>
        <pc:spChg chg="add del">
          <ac:chgData name="연우 오" userId="c3558644dac54ca4" providerId="LiveId" clId="{9333FDCA-79D6-4088-A778-579BE454CE38}" dt="2026-08-25T16:08:17.194" v="6787" actId="478"/>
          <ac:spMkLst>
            <pc:docMk/>
            <pc:sldMk cId="1159217278" sldId="285"/>
            <ac:spMk id="14" creationId="{509FDC98-AFB9-6438-2ECF-21A37DB4E609}"/>
          </ac:spMkLst>
        </pc:spChg>
        <pc:spChg chg="add del mod">
          <ac:chgData name="연우 오" userId="c3558644dac54ca4" providerId="LiveId" clId="{9333FDCA-79D6-4088-A778-579BE454CE38}" dt="2026-08-25T16:12:27.047" v="6807" actId="1076"/>
          <ac:spMkLst>
            <pc:docMk/>
            <pc:sldMk cId="1159217278" sldId="285"/>
            <ac:spMk id="15" creationId="{BB8B0416-33F8-C6B6-4604-0981D966551C}"/>
          </ac:spMkLst>
        </pc:spChg>
        <pc:spChg chg="add">
          <ac:chgData name="연우 오" userId="c3558644dac54ca4" providerId="LiveId" clId="{9333FDCA-79D6-4088-A778-579BE454CE38}" dt="2026-08-25T16:08:32.353" v="6788" actId="22"/>
          <ac:spMkLst>
            <pc:docMk/>
            <pc:sldMk cId="1159217278" sldId="285"/>
            <ac:spMk id="17" creationId="{F310E753-1541-940F-D926-2B716CECA1D1}"/>
          </ac:spMkLst>
        </pc:spChg>
        <pc:spChg chg="add del mod">
          <ac:chgData name="연우 오" userId="c3558644dac54ca4" providerId="LiveId" clId="{9333FDCA-79D6-4088-A778-579BE454CE38}" dt="2026-08-25T16:12:27.047" v="6807" actId="1076"/>
          <ac:spMkLst>
            <pc:docMk/>
            <pc:sldMk cId="1159217278" sldId="285"/>
            <ac:spMk id="18" creationId="{BE458E02-AEC6-7CAC-D0EE-996A309AB50D}"/>
          </ac:spMkLst>
        </pc:spChg>
        <pc:spChg chg="add del mod">
          <ac:chgData name="연우 오" userId="c3558644dac54ca4" providerId="LiveId" clId="{9333FDCA-79D6-4088-A778-579BE454CE38}" dt="2026-08-25T16:12:27.047" v="6807" actId="1076"/>
          <ac:spMkLst>
            <pc:docMk/>
            <pc:sldMk cId="1159217278" sldId="285"/>
            <ac:spMk id="19" creationId="{3C5A23C7-0163-39C0-148D-98777C79F7A7}"/>
          </ac:spMkLst>
        </pc:spChg>
        <pc:spChg chg="add del">
          <ac:chgData name="연우 오" userId="c3558644dac54ca4" providerId="LiveId" clId="{9333FDCA-79D6-4088-A778-579BE454CE38}" dt="2026-08-25T16:08:17.194" v="6787" actId="478"/>
          <ac:spMkLst>
            <pc:docMk/>
            <pc:sldMk cId="1159217278" sldId="285"/>
            <ac:spMk id="20" creationId="{7D8DAC0C-CABD-16AB-8101-82E4A838061A}"/>
          </ac:spMkLst>
        </pc:spChg>
        <pc:spChg chg="mod">
          <ac:chgData name="연우 오" userId="c3558644dac54ca4" providerId="LiveId" clId="{9333FDCA-79D6-4088-A778-579BE454CE38}" dt="2026-08-25T16:07:53.026" v="6775" actId="1076"/>
          <ac:spMkLst>
            <pc:docMk/>
            <pc:sldMk cId="1159217278" sldId="285"/>
            <ac:spMk id="21" creationId="{919D11DC-C639-6F0F-1059-AFDBC3AD9DB7}"/>
          </ac:spMkLst>
        </pc:spChg>
        <pc:spChg chg="mod">
          <ac:chgData name="연우 오" userId="c3558644dac54ca4" providerId="LiveId" clId="{9333FDCA-79D6-4088-A778-579BE454CE38}" dt="2026-08-25T16:07:53.026" v="6775" actId="1076"/>
          <ac:spMkLst>
            <pc:docMk/>
            <pc:sldMk cId="1159217278" sldId="285"/>
            <ac:spMk id="23" creationId="{309CAAF9-E525-0089-BE5A-F63DE81BB04D}"/>
          </ac:spMkLst>
        </pc:spChg>
        <pc:spChg chg="mod">
          <ac:chgData name="연우 오" userId="c3558644dac54ca4" providerId="LiveId" clId="{9333FDCA-79D6-4088-A778-579BE454CE38}" dt="2026-08-25T16:07:53.026" v="6775" actId="1076"/>
          <ac:spMkLst>
            <pc:docMk/>
            <pc:sldMk cId="1159217278" sldId="285"/>
            <ac:spMk id="24" creationId="{E4515D30-8099-F516-DB81-97E995D85576}"/>
          </ac:spMkLst>
        </pc:spChg>
        <pc:spChg chg="mod">
          <ac:chgData name="연우 오" userId="c3558644dac54ca4" providerId="LiveId" clId="{9333FDCA-79D6-4088-A778-579BE454CE38}" dt="2026-08-25T16:12:27.047" v="6807" actId="1076"/>
          <ac:spMkLst>
            <pc:docMk/>
            <pc:sldMk cId="1159217278" sldId="285"/>
            <ac:spMk id="25" creationId="{FB185BAC-D7B2-2610-F31D-D0680FFD68B5}"/>
          </ac:spMkLst>
        </pc:spChg>
        <pc:spChg chg="mod">
          <ac:chgData name="연우 오" userId="c3558644dac54ca4" providerId="LiveId" clId="{9333FDCA-79D6-4088-A778-579BE454CE38}" dt="2026-08-25T16:07:53.026" v="6775" actId="1076"/>
          <ac:spMkLst>
            <pc:docMk/>
            <pc:sldMk cId="1159217278" sldId="285"/>
            <ac:spMk id="27" creationId="{41667FFD-6341-020F-BDE3-A3373C4D70E6}"/>
          </ac:spMkLst>
        </pc:spChg>
        <pc:spChg chg="add">
          <ac:chgData name="연우 오" userId="c3558644dac54ca4" providerId="LiveId" clId="{9333FDCA-79D6-4088-A778-579BE454CE38}" dt="2026-08-25T16:11:39.651" v="6804" actId="22"/>
          <ac:spMkLst>
            <pc:docMk/>
            <pc:sldMk cId="1159217278" sldId="285"/>
            <ac:spMk id="28" creationId="{3B4D26DE-401F-573F-20E7-379C2E32E455}"/>
          </ac:spMkLst>
        </pc:spChg>
        <pc:spChg chg="mod">
          <ac:chgData name="연우 오" userId="c3558644dac54ca4" providerId="LiveId" clId="{9333FDCA-79D6-4088-A778-579BE454CE38}" dt="2026-08-25T16:07:53.026" v="6775" actId="1076"/>
          <ac:spMkLst>
            <pc:docMk/>
            <pc:sldMk cId="1159217278" sldId="285"/>
            <ac:spMk id="29" creationId="{6F096C47-DE62-856E-1E4D-359FED66174A}"/>
          </ac:spMkLst>
        </pc:spChg>
        <pc:spChg chg="del mod">
          <ac:chgData name="연우 오" userId="c3558644dac54ca4" providerId="LiveId" clId="{9333FDCA-79D6-4088-A778-579BE454CE38}" dt="2026-08-25T16:08:42.729" v="6789" actId="478"/>
          <ac:spMkLst>
            <pc:docMk/>
            <pc:sldMk cId="1159217278" sldId="285"/>
            <ac:spMk id="30" creationId="{56C1B799-F71D-6E82-CCAF-EB6FF8847A4C}"/>
          </ac:spMkLst>
        </pc:spChg>
        <pc:spChg chg="add mod">
          <ac:chgData name="연우 오" userId="c3558644dac54ca4" providerId="LiveId" clId="{9333FDCA-79D6-4088-A778-579BE454CE38}" dt="2026-08-26T00:15:44.225" v="7110" actId="1076"/>
          <ac:spMkLst>
            <pc:docMk/>
            <pc:sldMk cId="1159217278" sldId="285"/>
            <ac:spMk id="33" creationId="{E249FEB7-0212-BACC-8859-061C5418EF75}"/>
          </ac:spMkLst>
        </pc:spChg>
        <pc:spChg chg="mod">
          <ac:chgData name="연우 오" userId="c3558644dac54ca4" providerId="LiveId" clId="{9333FDCA-79D6-4088-A778-579BE454CE38}" dt="2026-08-25T16:07:53.026" v="6775" actId="1076"/>
          <ac:spMkLst>
            <pc:docMk/>
            <pc:sldMk cId="1159217278" sldId="285"/>
            <ac:spMk id="48" creationId="{E03D0C90-64FE-25AE-6F8E-FD81101BF26D}"/>
          </ac:spMkLst>
        </pc:spChg>
        <pc:spChg chg="mod">
          <ac:chgData name="연우 오" userId="c3558644dac54ca4" providerId="LiveId" clId="{9333FDCA-79D6-4088-A778-579BE454CE38}" dt="2026-08-25T16:07:53.026" v="6775" actId="1076"/>
          <ac:spMkLst>
            <pc:docMk/>
            <pc:sldMk cId="1159217278" sldId="285"/>
            <ac:spMk id="49" creationId="{2C812BF8-BF18-7407-1579-DCD644BEFEF0}"/>
          </ac:spMkLst>
        </pc:spChg>
        <pc:spChg chg="mod">
          <ac:chgData name="연우 오" userId="c3558644dac54ca4" providerId="LiveId" clId="{9333FDCA-79D6-4088-A778-579BE454CE38}" dt="2026-08-25T16:12:27.047" v="6807" actId="1076"/>
          <ac:spMkLst>
            <pc:docMk/>
            <pc:sldMk cId="1159217278" sldId="285"/>
            <ac:spMk id="50" creationId="{435A2F90-2459-FC3A-08F0-3FBAA9A7140D}"/>
          </ac:spMkLst>
        </pc:spChg>
        <pc:spChg chg="mod">
          <ac:chgData name="연우 오" userId="c3558644dac54ca4" providerId="LiveId" clId="{9333FDCA-79D6-4088-A778-579BE454CE38}" dt="2026-08-25T16:12:27.047" v="6807" actId="1076"/>
          <ac:spMkLst>
            <pc:docMk/>
            <pc:sldMk cId="1159217278" sldId="285"/>
            <ac:spMk id="51" creationId="{DC346638-7CC6-8A18-A4EF-112156D92B0C}"/>
          </ac:spMkLst>
        </pc:spChg>
        <pc:picChg chg="add del">
          <ac:chgData name="연우 오" userId="c3558644dac54ca4" providerId="LiveId" clId="{9333FDCA-79D6-4088-A778-579BE454CE38}" dt="2026-08-26T00:13:10.281" v="7069" actId="478"/>
          <ac:picMkLst>
            <pc:docMk/>
            <pc:sldMk cId="1159217278" sldId="285"/>
            <ac:picMk id="31" creationId="{66202561-5702-CBD0-2234-A81DD27E5785}"/>
          </ac:picMkLst>
        </pc:picChg>
        <pc:picChg chg="add mod">
          <ac:chgData name="연우 오" userId="c3558644dac54ca4" providerId="LiveId" clId="{9333FDCA-79D6-4088-A778-579BE454CE38}" dt="2026-08-26T00:15:46.171" v="7111" actId="1076"/>
          <ac:picMkLst>
            <pc:docMk/>
            <pc:sldMk cId="1159217278" sldId="285"/>
            <ac:picMk id="32" creationId="{26702DC7-F47C-E712-D307-ECE4BCFCBB67}"/>
          </ac:picMkLst>
        </pc:picChg>
      </pc:sldChg>
      <pc:sldChg chg="addSp delSp modSp add mod addAnim delAnim modAnim">
        <pc:chgData name="연우 오" userId="c3558644dac54ca4" providerId="LiveId" clId="{9333FDCA-79D6-4088-A778-579BE454CE38}" dt="2026-08-26T06:32:12.145" v="7429" actId="167"/>
        <pc:sldMkLst>
          <pc:docMk/>
          <pc:sldMk cId="1462384119" sldId="286"/>
        </pc:sldMkLst>
        <pc:spChg chg="add mod ord">
          <ac:chgData name="연우 오" userId="c3558644dac54ca4" providerId="LiveId" clId="{9333FDCA-79D6-4088-A778-579BE454CE38}" dt="2026-08-26T06:31:33.625" v="7419" actId="167"/>
          <ac:spMkLst>
            <pc:docMk/>
            <pc:sldMk cId="1462384119" sldId="286"/>
            <ac:spMk id="2" creationId="{7F47B643-2F6E-463E-0530-BE10586F09B3}"/>
          </ac:spMkLst>
        </pc:spChg>
        <pc:spChg chg="mod">
          <ac:chgData name="연우 오" userId="c3558644dac54ca4" providerId="LiveId" clId="{9333FDCA-79D6-4088-A778-579BE454CE38}" dt="2026-08-26T00:17:53.545" v="7269"/>
          <ac:spMkLst>
            <pc:docMk/>
            <pc:sldMk cId="1462384119" sldId="286"/>
            <ac:spMk id="5" creationId="{7A24DC0F-D1E2-889F-11DC-164CB5986CA7}"/>
          </ac:spMkLst>
        </pc:spChg>
        <pc:spChg chg="mod">
          <ac:chgData name="연우 오" userId="c3558644dac54ca4" providerId="LiveId" clId="{9333FDCA-79D6-4088-A778-579BE454CE38}" dt="2026-08-26T00:09:45.938" v="7005" actId="14100"/>
          <ac:spMkLst>
            <pc:docMk/>
            <pc:sldMk cId="1462384119" sldId="286"/>
            <ac:spMk id="8" creationId="{6E638B75-0D97-F2C6-1A98-01D8F34B49D6}"/>
          </ac:spMkLst>
        </pc:spChg>
        <pc:spChg chg="del">
          <ac:chgData name="연우 오" userId="c3558644dac54ca4" providerId="LiveId" clId="{9333FDCA-79D6-4088-A778-579BE454CE38}" dt="2026-08-25T23:36:56.754" v="6821" actId="478"/>
          <ac:spMkLst>
            <pc:docMk/>
            <pc:sldMk cId="1462384119" sldId="286"/>
            <ac:spMk id="9" creationId="{CE9DE41F-E2F0-30EC-8668-7EA59E9B8A37}"/>
          </ac:spMkLst>
        </pc:spChg>
        <pc:spChg chg="add mod ord">
          <ac:chgData name="연우 오" userId="c3558644dac54ca4" providerId="LiveId" clId="{9333FDCA-79D6-4088-A778-579BE454CE38}" dt="2026-08-26T06:32:12.145" v="7429" actId="167"/>
          <ac:spMkLst>
            <pc:docMk/>
            <pc:sldMk cId="1462384119" sldId="286"/>
            <ac:spMk id="10" creationId="{F77E237C-7FAB-65DC-A259-5029D904F5A1}"/>
          </ac:spMkLst>
        </pc:spChg>
        <pc:spChg chg="del">
          <ac:chgData name="연우 오" userId="c3558644dac54ca4" providerId="LiveId" clId="{9333FDCA-79D6-4088-A778-579BE454CE38}" dt="2026-08-25T23:36:56.754" v="6821" actId="478"/>
          <ac:spMkLst>
            <pc:docMk/>
            <pc:sldMk cId="1462384119" sldId="286"/>
            <ac:spMk id="11" creationId="{89BE70E8-24F8-0434-B678-0F20C1FD15A4}"/>
          </ac:spMkLst>
        </pc:spChg>
        <pc:spChg chg="del">
          <ac:chgData name="연우 오" userId="c3558644dac54ca4" providerId="LiveId" clId="{9333FDCA-79D6-4088-A778-579BE454CE38}" dt="2026-08-25T23:36:56.754" v="6821" actId="478"/>
          <ac:spMkLst>
            <pc:docMk/>
            <pc:sldMk cId="1462384119" sldId="286"/>
            <ac:spMk id="12" creationId="{86B325CE-ACD0-029F-B7C3-AE1518EEFCAD}"/>
          </ac:spMkLst>
        </pc:spChg>
        <pc:spChg chg="del">
          <ac:chgData name="연우 오" userId="c3558644dac54ca4" providerId="LiveId" clId="{9333FDCA-79D6-4088-A778-579BE454CE38}" dt="2026-08-25T23:36:56.754" v="6821" actId="478"/>
          <ac:spMkLst>
            <pc:docMk/>
            <pc:sldMk cId="1462384119" sldId="286"/>
            <ac:spMk id="13" creationId="{0A701F42-8784-0450-416C-847F363C90BA}"/>
          </ac:spMkLst>
        </pc:spChg>
        <pc:spChg chg="del">
          <ac:chgData name="연우 오" userId="c3558644dac54ca4" providerId="LiveId" clId="{9333FDCA-79D6-4088-A778-579BE454CE38}" dt="2026-08-25T23:36:56.754" v="6821" actId="478"/>
          <ac:spMkLst>
            <pc:docMk/>
            <pc:sldMk cId="1462384119" sldId="286"/>
            <ac:spMk id="14" creationId="{37984115-D195-FC00-A5C9-5966831C2F67}"/>
          </ac:spMkLst>
        </pc:spChg>
        <pc:spChg chg="del">
          <ac:chgData name="연우 오" userId="c3558644dac54ca4" providerId="LiveId" clId="{9333FDCA-79D6-4088-A778-579BE454CE38}" dt="2026-08-25T23:36:56.754" v="6821" actId="478"/>
          <ac:spMkLst>
            <pc:docMk/>
            <pc:sldMk cId="1462384119" sldId="286"/>
            <ac:spMk id="15" creationId="{7C227243-2333-FE2F-F3D9-111877C0DCF2}"/>
          </ac:spMkLst>
        </pc:spChg>
        <pc:spChg chg="mod">
          <ac:chgData name="연우 오" userId="c3558644dac54ca4" providerId="LiveId" clId="{9333FDCA-79D6-4088-A778-579BE454CE38}" dt="2026-08-26T00:10:12.970" v="7012" actId="1076"/>
          <ac:spMkLst>
            <pc:docMk/>
            <pc:sldMk cId="1462384119" sldId="286"/>
            <ac:spMk id="17" creationId="{F7F5BD22-4EE7-88C8-FFE8-7C38F9F9119B}"/>
          </ac:spMkLst>
        </pc:spChg>
        <pc:spChg chg="del">
          <ac:chgData name="연우 오" userId="c3558644dac54ca4" providerId="LiveId" clId="{9333FDCA-79D6-4088-A778-579BE454CE38}" dt="2026-08-25T23:36:56.754" v="6821" actId="478"/>
          <ac:spMkLst>
            <pc:docMk/>
            <pc:sldMk cId="1462384119" sldId="286"/>
            <ac:spMk id="18" creationId="{7CBB2657-2E84-09C7-AA8D-6D2110A4BE24}"/>
          </ac:spMkLst>
        </pc:spChg>
        <pc:spChg chg="del">
          <ac:chgData name="연우 오" userId="c3558644dac54ca4" providerId="LiveId" clId="{9333FDCA-79D6-4088-A778-579BE454CE38}" dt="2026-08-25T23:36:56.754" v="6821" actId="478"/>
          <ac:spMkLst>
            <pc:docMk/>
            <pc:sldMk cId="1462384119" sldId="286"/>
            <ac:spMk id="19" creationId="{B91D6B93-C4B9-0D88-1B82-8294184DF705}"/>
          </ac:spMkLst>
        </pc:spChg>
        <pc:spChg chg="del">
          <ac:chgData name="연우 오" userId="c3558644dac54ca4" providerId="LiveId" clId="{9333FDCA-79D6-4088-A778-579BE454CE38}" dt="2026-08-25T23:36:56.754" v="6821" actId="478"/>
          <ac:spMkLst>
            <pc:docMk/>
            <pc:sldMk cId="1462384119" sldId="286"/>
            <ac:spMk id="20" creationId="{0C4AC75A-473F-7095-5385-865675663ABA}"/>
          </ac:spMkLst>
        </pc:spChg>
        <pc:spChg chg="mod">
          <ac:chgData name="연우 오" userId="c3558644dac54ca4" providerId="LiveId" clId="{9333FDCA-79D6-4088-A778-579BE454CE38}" dt="2026-08-26T00:09:48.552" v="7007" actId="1076"/>
          <ac:spMkLst>
            <pc:docMk/>
            <pc:sldMk cId="1462384119" sldId="286"/>
            <ac:spMk id="27" creationId="{E8AD4925-6A9C-B5AB-4E01-E0FDAFE13FE9}"/>
          </ac:spMkLst>
        </pc:spChg>
        <pc:spChg chg="mod">
          <ac:chgData name="연우 오" userId="c3558644dac54ca4" providerId="LiveId" clId="{9333FDCA-79D6-4088-A778-579BE454CE38}" dt="2026-08-26T00:10:05.197" v="7011" actId="1076"/>
          <ac:spMkLst>
            <pc:docMk/>
            <pc:sldMk cId="1462384119" sldId="286"/>
            <ac:spMk id="51" creationId="{0CD5F273-7142-CE6A-70A3-52C75A10C8D4}"/>
          </ac:spMkLst>
        </pc:spChg>
        <pc:spChg chg="mod">
          <ac:chgData name="연우 오" userId="c3558644dac54ca4" providerId="LiveId" clId="{9333FDCA-79D6-4088-A778-579BE454CE38}" dt="2026-08-26T06:31:59.654" v="7426" actId="1076"/>
          <ac:spMkLst>
            <pc:docMk/>
            <pc:sldMk cId="1462384119" sldId="286"/>
            <ac:spMk id="52" creationId="{14B3BFA2-1FAB-7844-16BA-74A3AEEBD1C9}"/>
          </ac:spMkLst>
        </pc:spChg>
      </pc:sldChg>
      <pc:sldChg chg="delSp add del mod delAnim">
        <pc:chgData name="연우 오" userId="c3558644dac54ca4" providerId="LiveId" clId="{9333FDCA-79D6-4088-A778-579BE454CE38}" dt="2026-08-26T06:32:43.083" v="7435" actId="47"/>
        <pc:sldMkLst>
          <pc:docMk/>
          <pc:sldMk cId="739552566" sldId="287"/>
        </pc:sldMkLst>
        <pc:spChg chg="del">
          <ac:chgData name="연우 오" userId="c3558644dac54ca4" providerId="LiveId" clId="{9333FDCA-79D6-4088-A778-579BE454CE38}" dt="2026-08-26T06:32:41.453" v="7434" actId="21"/>
          <ac:spMkLst>
            <pc:docMk/>
            <pc:sldMk cId="739552566" sldId="287"/>
            <ac:spMk id="2" creationId="{FB4F9D09-0EAF-660C-98A5-2A78F5F44EF7}"/>
          </ac:spMkLst>
        </pc:spChg>
        <pc:spChg chg="del">
          <ac:chgData name="연우 오" userId="c3558644dac54ca4" providerId="LiveId" clId="{9333FDCA-79D6-4088-A778-579BE454CE38}" dt="2026-08-26T06:32:41.453" v="7434" actId="21"/>
          <ac:spMkLst>
            <pc:docMk/>
            <pc:sldMk cId="739552566" sldId="287"/>
            <ac:spMk id="10" creationId="{BDEB8AFF-AA69-08D2-93A6-6D8E90CC1A58}"/>
          </ac:spMkLst>
        </pc:spChg>
        <pc:spChg chg="del">
          <ac:chgData name="연우 오" userId="c3558644dac54ca4" providerId="LiveId" clId="{9333FDCA-79D6-4088-A778-579BE454CE38}" dt="2026-08-26T06:32:34.892" v="7433" actId="478"/>
          <ac:spMkLst>
            <pc:docMk/>
            <pc:sldMk cId="739552566" sldId="287"/>
            <ac:spMk id="21" creationId="{A06E8750-5CF4-9C3C-3232-0DEEA64C5E9D}"/>
          </ac:spMkLst>
        </pc:spChg>
        <pc:graphicFrameChg chg="del">
          <ac:chgData name="연우 오" userId="c3558644dac54ca4" providerId="LiveId" clId="{9333FDCA-79D6-4088-A778-579BE454CE38}" dt="2026-08-26T06:32:33.314" v="7432" actId="478"/>
          <ac:graphicFrameMkLst>
            <pc:docMk/>
            <pc:sldMk cId="739552566" sldId="287"/>
            <ac:graphicFrameMk id="7" creationId="{932447E3-C2F9-305A-61C2-845B2C4DF866}"/>
          </ac:graphicFrameMkLst>
        </pc:graphicFrameChg>
        <pc:picChg chg="del">
          <ac:chgData name="연우 오" userId="c3558644dac54ca4" providerId="LiveId" clId="{9333FDCA-79D6-4088-A778-579BE454CE38}" dt="2026-08-26T06:32:28.624" v="7431" actId="478"/>
          <ac:picMkLst>
            <pc:docMk/>
            <pc:sldMk cId="739552566" sldId="287"/>
            <ac:picMk id="22" creationId="{50BCC76E-862C-74B6-CF1B-B863F87818E7}"/>
          </ac:picMkLst>
        </pc:picChg>
      </pc:sldChg>
      <pc:sldChg chg="addSp delSp add mod modTransition delAnim">
        <pc:chgData name="연우 오" userId="c3558644dac54ca4" providerId="LiveId" clId="{9333FDCA-79D6-4088-A778-579BE454CE38}" dt="2026-08-26T06:39:54.205" v="7551"/>
        <pc:sldMkLst>
          <pc:docMk/>
          <pc:sldMk cId="2510737494" sldId="287"/>
        </pc:sldMkLst>
        <pc:spChg chg="del">
          <ac:chgData name="연우 오" userId="c3558644dac54ca4" providerId="LiveId" clId="{9333FDCA-79D6-4088-A778-579BE454CE38}" dt="2026-08-26T06:39:01.837" v="7532" actId="478"/>
          <ac:spMkLst>
            <pc:docMk/>
            <pc:sldMk cId="2510737494" sldId="287"/>
            <ac:spMk id="21" creationId="{7BA5A21E-01DF-2885-873D-2DD968BEE276}"/>
          </ac:spMkLst>
        </pc:spChg>
        <pc:spChg chg="del">
          <ac:chgData name="연우 오" userId="c3558644dac54ca4" providerId="LiveId" clId="{9333FDCA-79D6-4088-A778-579BE454CE38}" dt="2026-08-26T06:39:08.074" v="7542" actId="478"/>
          <ac:spMkLst>
            <pc:docMk/>
            <pc:sldMk cId="2510737494" sldId="287"/>
            <ac:spMk id="23" creationId="{BB7BBCE8-C1B0-E81A-DEE0-9F2870DBE273}"/>
          </ac:spMkLst>
        </pc:spChg>
        <pc:spChg chg="del">
          <ac:chgData name="연우 오" userId="c3558644dac54ca4" providerId="LiveId" clId="{9333FDCA-79D6-4088-A778-579BE454CE38}" dt="2026-08-26T06:39:02.447" v="7533" actId="478"/>
          <ac:spMkLst>
            <pc:docMk/>
            <pc:sldMk cId="2510737494" sldId="287"/>
            <ac:spMk id="24" creationId="{CFE69644-BEBE-4C46-A6AE-8E44088DA41A}"/>
          </ac:spMkLst>
        </pc:spChg>
        <pc:spChg chg="del">
          <ac:chgData name="연우 오" userId="c3558644dac54ca4" providerId="LiveId" clId="{9333FDCA-79D6-4088-A778-579BE454CE38}" dt="2026-08-26T06:39:07.306" v="7541" actId="478"/>
          <ac:spMkLst>
            <pc:docMk/>
            <pc:sldMk cId="2510737494" sldId="287"/>
            <ac:spMk id="25" creationId="{EF235C5A-DC44-72AC-D32E-4FA57D3AE750}"/>
          </ac:spMkLst>
        </pc:spChg>
        <pc:spChg chg="del">
          <ac:chgData name="연우 오" userId="c3558644dac54ca4" providerId="LiveId" clId="{9333FDCA-79D6-4088-A778-579BE454CE38}" dt="2026-08-26T06:39:02.944" v="7534" actId="478"/>
          <ac:spMkLst>
            <pc:docMk/>
            <pc:sldMk cId="2510737494" sldId="287"/>
            <ac:spMk id="27" creationId="{0C9DD067-8173-E8C2-8F96-BE7E655FC62F}"/>
          </ac:spMkLst>
        </pc:spChg>
        <pc:spChg chg="del">
          <ac:chgData name="연우 오" userId="c3558644dac54ca4" providerId="LiveId" clId="{9333FDCA-79D6-4088-A778-579BE454CE38}" dt="2026-08-26T06:39:06.731" v="7540" actId="478"/>
          <ac:spMkLst>
            <pc:docMk/>
            <pc:sldMk cId="2510737494" sldId="287"/>
            <ac:spMk id="29" creationId="{EF7B391B-B435-A96F-BFEF-0B4BC0735536}"/>
          </ac:spMkLst>
        </pc:spChg>
        <pc:spChg chg="del">
          <ac:chgData name="연우 오" userId="c3558644dac54ca4" providerId="LiveId" clId="{9333FDCA-79D6-4088-A778-579BE454CE38}" dt="2026-08-26T06:39:03.576" v="7535" actId="478"/>
          <ac:spMkLst>
            <pc:docMk/>
            <pc:sldMk cId="2510737494" sldId="287"/>
            <ac:spMk id="48" creationId="{3E8E74ED-B511-70A2-FEBD-47A19B0BD095}"/>
          </ac:spMkLst>
        </pc:spChg>
        <pc:spChg chg="del">
          <ac:chgData name="연우 오" userId="c3558644dac54ca4" providerId="LiveId" clId="{9333FDCA-79D6-4088-A778-579BE454CE38}" dt="2026-08-26T06:39:05.934" v="7539" actId="478"/>
          <ac:spMkLst>
            <pc:docMk/>
            <pc:sldMk cId="2510737494" sldId="287"/>
            <ac:spMk id="49" creationId="{519A8903-AB53-7099-F005-B2FA2446C263}"/>
          </ac:spMkLst>
        </pc:spChg>
        <pc:spChg chg="del">
          <ac:chgData name="연우 오" userId="c3558644dac54ca4" providerId="LiveId" clId="{9333FDCA-79D6-4088-A778-579BE454CE38}" dt="2026-08-26T06:39:04.186" v="7536" actId="478"/>
          <ac:spMkLst>
            <pc:docMk/>
            <pc:sldMk cId="2510737494" sldId="287"/>
            <ac:spMk id="50" creationId="{5A23F0E4-A5D8-AB2D-8517-0C52719B4CA0}"/>
          </ac:spMkLst>
        </pc:spChg>
        <pc:spChg chg="del">
          <ac:chgData name="연우 오" userId="c3558644dac54ca4" providerId="LiveId" clId="{9333FDCA-79D6-4088-A778-579BE454CE38}" dt="2026-08-26T06:39:05.358" v="7538" actId="478"/>
          <ac:spMkLst>
            <pc:docMk/>
            <pc:sldMk cId="2510737494" sldId="287"/>
            <ac:spMk id="51" creationId="{8CAE0598-0DCF-5352-BE15-4C62ECC5985E}"/>
          </ac:spMkLst>
        </pc:spChg>
        <pc:spChg chg="del">
          <ac:chgData name="연우 오" userId="c3558644dac54ca4" providerId="LiveId" clId="{9333FDCA-79D6-4088-A778-579BE454CE38}" dt="2026-08-26T06:39:04.806" v="7537" actId="478"/>
          <ac:spMkLst>
            <pc:docMk/>
            <pc:sldMk cId="2510737494" sldId="287"/>
            <ac:spMk id="52" creationId="{92AFFD34-BDCB-FF6F-12A7-F11DFA977D03}"/>
          </ac:spMkLst>
        </pc:spChg>
        <pc:graphicFrameChg chg="del">
          <ac:chgData name="연우 오" userId="c3558644dac54ca4" providerId="LiveId" clId="{9333FDCA-79D6-4088-A778-579BE454CE38}" dt="2026-08-26T06:38:59.996" v="7531" actId="478"/>
          <ac:graphicFrameMkLst>
            <pc:docMk/>
            <pc:sldMk cId="2510737494" sldId="287"/>
            <ac:graphicFrameMk id="7" creationId="{7F0EB5BE-85E5-6B66-28C9-E83001BC8F6D}"/>
          </ac:graphicFrameMkLst>
        </pc:graphicFrameChg>
        <pc:picChg chg="add del">
          <ac:chgData name="연우 오" userId="c3558644dac54ca4" providerId="LiveId" clId="{9333FDCA-79D6-4088-A778-579BE454CE38}" dt="2026-08-26T06:39:33.538" v="7548" actId="478"/>
          <ac:picMkLst>
            <pc:docMk/>
            <pc:sldMk cId="2510737494" sldId="287"/>
            <ac:picMk id="22" creationId="{A38393E0-9326-36DD-C1A7-FE14B38AA0B3}"/>
          </ac:picMkLst>
        </pc:picChg>
      </pc:sldChg>
      <pc:sldChg chg="addSp delSp modSp add mod modTransition modAnim">
        <pc:chgData name="연우 오" userId="c3558644dac54ca4" providerId="LiveId" clId="{9333FDCA-79D6-4088-A778-579BE454CE38}" dt="2026-08-26T06:53:41.424" v="7856" actId="20577"/>
        <pc:sldMkLst>
          <pc:docMk/>
          <pc:sldMk cId="1775637395" sldId="288"/>
        </pc:sldMkLst>
        <pc:spChg chg="mod">
          <ac:chgData name="연우 오" userId="c3558644dac54ca4" providerId="LiveId" clId="{9333FDCA-79D6-4088-A778-579BE454CE38}" dt="2026-08-26T06:47:53.998" v="7761" actId="164"/>
          <ac:spMkLst>
            <pc:docMk/>
            <pc:sldMk cId="1775637395" sldId="288"/>
            <ac:spMk id="7" creationId="{A6635097-FECA-2FF9-0B98-B42D1F6AAC2A}"/>
          </ac:spMkLst>
        </pc:spChg>
        <pc:spChg chg="mod">
          <ac:chgData name="연우 오" userId="c3558644dac54ca4" providerId="LiveId" clId="{9333FDCA-79D6-4088-A778-579BE454CE38}" dt="2026-08-26T06:47:53.998" v="7761" actId="164"/>
          <ac:spMkLst>
            <pc:docMk/>
            <pc:sldMk cId="1775637395" sldId="288"/>
            <ac:spMk id="8" creationId="{D755A7A1-F644-793B-7F11-BFE1AB6EE7C2}"/>
          </ac:spMkLst>
        </pc:spChg>
        <pc:spChg chg="mod">
          <ac:chgData name="연우 오" userId="c3558644dac54ca4" providerId="LiveId" clId="{9333FDCA-79D6-4088-A778-579BE454CE38}" dt="2026-08-26T06:47:53.998" v="7761" actId="164"/>
          <ac:spMkLst>
            <pc:docMk/>
            <pc:sldMk cId="1775637395" sldId="288"/>
            <ac:spMk id="10" creationId="{4B2695E9-0B99-0064-8827-838298421EF5}"/>
          </ac:spMkLst>
        </pc:spChg>
        <pc:spChg chg="add mod ord">
          <ac:chgData name="연우 오" userId="c3558644dac54ca4" providerId="LiveId" clId="{9333FDCA-79D6-4088-A778-579BE454CE38}" dt="2026-08-26T06:53:00.457" v="7853" actId="164"/>
          <ac:spMkLst>
            <pc:docMk/>
            <pc:sldMk cId="1775637395" sldId="288"/>
            <ac:spMk id="11" creationId="{DB42A53D-9B10-37D7-5D46-A531DE303374}"/>
          </ac:spMkLst>
        </pc:spChg>
        <pc:spChg chg="mod">
          <ac:chgData name="연우 오" userId="c3558644dac54ca4" providerId="LiveId" clId="{9333FDCA-79D6-4088-A778-579BE454CE38}" dt="2026-08-26T06:47:53.998" v="7761" actId="164"/>
          <ac:spMkLst>
            <pc:docMk/>
            <pc:sldMk cId="1775637395" sldId="288"/>
            <ac:spMk id="12" creationId="{E12A6DC1-BFDB-F0A8-29A1-9A13CBB87C68}"/>
          </ac:spMkLst>
        </pc:spChg>
        <pc:spChg chg="del mod">
          <ac:chgData name="연우 오" userId="c3558644dac54ca4" providerId="LiveId" clId="{9333FDCA-79D6-4088-A778-579BE454CE38}" dt="2026-08-26T06:52:21.458" v="7845" actId="478"/>
          <ac:spMkLst>
            <pc:docMk/>
            <pc:sldMk cId="1775637395" sldId="288"/>
            <ac:spMk id="13" creationId="{908B6F8F-EEF2-385A-EBD9-6AF7F2371160}"/>
          </ac:spMkLst>
        </pc:spChg>
        <pc:spChg chg="mod">
          <ac:chgData name="연우 오" userId="c3558644dac54ca4" providerId="LiveId" clId="{9333FDCA-79D6-4088-A778-579BE454CE38}" dt="2026-08-26T06:53:00.457" v="7853" actId="164"/>
          <ac:spMkLst>
            <pc:docMk/>
            <pc:sldMk cId="1775637395" sldId="288"/>
            <ac:spMk id="14" creationId="{BE65FC76-A2CE-5C82-3E39-FAF870DE5801}"/>
          </ac:spMkLst>
        </pc:spChg>
        <pc:spChg chg="del mod">
          <ac:chgData name="연우 오" userId="c3558644dac54ca4" providerId="LiveId" clId="{9333FDCA-79D6-4088-A778-579BE454CE38}" dt="2026-08-26T06:51:40.860" v="7822" actId="478"/>
          <ac:spMkLst>
            <pc:docMk/>
            <pc:sldMk cId="1775637395" sldId="288"/>
            <ac:spMk id="15" creationId="{F79BFEC5-EB8E-3D3A-75D6-985CDB635AB4}"/>
          </ac:spMkLst>
        </pc:spChg>
        <pc:spChg chg="mod">
          <ac:chgData name="연우 오" userId="c3558644dac54ca4" providerId="LiveId" clId="{9333FDCA-79D6-4088-A778-579BE454CE38}" dt="2026-08-26T06:53:00.457" v="7853" actId="164"/>
          <ac:spMkLst>
            <pc:docMk/>
            <pc:sldMk cId="1775637395" sldId="288"/>
            <ac:spMk id="16" creationId="{AC877625-3208-90F2-C64F-5E228B00CF8A}"/>
          </ac:spMkLst>
        </pc:spChg>
        <pc:spChg chg="mod">
          <ac:chgData name="연우 오" userId="c3558644dac54ca4" providerId="LiveId" clId="{9333FDCA-79D6-4088-A778-579BE454CE38}" dt="2026-08-26T06:49:41.721" v="7783" actId="1076"/>
          <ac:spMkLst>
            <pc:docMk/>
            <pc:sldMk cId="1775637395" sldId="288"/>
            <ac:spMk id="17" creationId="{2F432E39-22A9-E026-A7AB-09A5CBF740EB}"/>
          </ac:spMkLst>
        </pc:spChg>
        <pc:spChg chg="mod">
          <ac:chgData name="연우 오" userId="c3558644dac54ca4" providerId="LiveId" clId="{9333FDCA-79D6-4088-A778-579BE454CE38}" dt="2026-08-26T06:47:53.998" v="7761" actId="164"/>
          <ac:spMkLst>
            <pc:docMk/>
            <pc:sldMk cId="1775637395" sldId="288"/>
            <ac:spMk id="23" creationId="{07B76F96-6948-DCBC-D5AF-622D5D850011}"/>
          </ac:spMkLst>
        </pc:spChg>
        <pc:spChg chg="mod">
          <ac:chgData name="연우 오" userId="c3558644dac54ca4" providerId="LiveId" clId="{9333FDCA-79D6-4088-A778-579BE454CE38}" dt="2026-08-26T06:53:41.424" v="7856" actId="20577"/>
          <ac:spMkLst>
            <pc:docMk/>
            <pc:sldMk cId="1775637395" sldId="288"/>
            <ac:spMk id="24" creationId="{9D0AC1E3-8D78-2198-269F-58D8577DE17D}"/>
          </ac:spMkLst>
        </pc:spChg>
        <pc:grpChg chg="add mod">
          <ac:chgData name="연우 오" userId="c3558644dac54ca4" providerId="LiveId" clId="{9333FDCA-79D6-4088-A778-579BE454CE38}" dt="2026-08-26T06:47:53.998" v="7761" actId="164"/>
          <ac:grpSpMkLst>
            <pc:docMk/>
            <pc:sldMk cId="1775637395" sldId="288"/>
            <ac:grpSpMk id="2" creationId="{8BAE2D20-5A94-4A44-C7C8-2137168955D9}"/>
          </ac:grpSpMkLst>
        </pc:grpChg>
        <pc:grpChg chg="add mod">
          <ac:chgData name="연우 오" userId="c3558644dac54ca4" providerId="LiveId" clId="{9333FDCA-79D6-4088-A778-579BE454CE38}" dt="2026-08-26T06:53:24.908" v="7855" actId="1076"/>
          <ac:grpSpMkLst>
            <pc:docMk/>
            <pc:sldMk cId="1775637395" sldId="288"/>
            <ac:grpSpMk id="5" creationId="{0938DD6B-CB09-B8E5-9BED-3F1CA4538B40}"/>
          </ac:grpSpMkLst>
        </pc:grpChg>
        <pc:grpChg chg="add mod">
          <ac:chgData name="연우 오" userId="c3558644dac54ca4" providerId="LiveId" clId="{9333FDCA-79D6-4088-A778-579BE454CE38}" dt="2026-08-26T06:53:00.457" v="7853" actId="164"/>
          <ac:grpSpMkLst>
            <pc:docMk/>
            <pc:sldMk cId="1775637395" sldId="288"/>
            <ac:grpSpMk id="18" creationId="{F0942931-24C7-8BE9-09A1-1F67B58DFF0D}"/>
          </ac:grpSpMkLst>
        </pc:grpChg>
      </pc:sldChg>
    </pc:docChg>
  </pc:docChgLst>
</pc:chgInfo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3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머리글 개체 틀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ko-KR" altLang="en-US"/>
          </a:p>
        </p:txBody>
      </p:sp>
      <p:sp>
        <p:nvSpPr>
          <p:cNvPr id="3" name="날짜 개체 틀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0BA1A748-A28B-4E9A-8F1A-A6552D6792A7}" type="datetimeFigureOut">
              <a:rPr lang="ko-KR" altLang="en-US" smtClean="0"/>
              <a:t>2026-08-31</a:t>
            </a:fld>
            <a:endParaRPr lang="ko-KR" altLang="en-US"/>
          </a:p>
        </p:txBody>
      </p:sp>
      <p:sp>
        <p:nvSpPr>
          <p:cNvPr id="4" name="슬라이드 이미지 개체 틀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ko-KR" altLang="en-US"/>
          </a:p>
        </p:txBody>
      </p:sp>
      <p:sp>
        <p:nvSpPr>
          <p:cNvPr id="5" name="슬라이드 노트 개체 틀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</a:p>
        </p:txBody>
      </p:sp>
      <p:sp>
        <p:nvSpPr>
          <p:cNvPr id="6" name="바닥글 개체 틀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ko-KR" altLang="en-US"/>
          </a:p>
        </p:txBody>
      </p:sp>
      <p:sp>
        <p:nvSpPr>
          <p:cNvPr id="7" name="슬라이드 번호 개체 틀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A2F82AAB-57C6-40A4-96F9-59724BFB56C6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3723778613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9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슬라이드 노트 개체 틀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ko-KR" altLang="en-US" dirty="0"/>
          </a:p>
        </p:txBody>
      </p:sp>
      <p:sp>
        <p:nvSpPr>
          <p:cNvPr id="4" name="슬라이드 번호 개체 틀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A2F82AAB-57C6-40A4-96F9-59724BFB56C6}" type="slidenum">
              <a:rPr lang="ko-KR" altLang="en-US" smtClean="0"/>
              <a:t>19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2288225526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1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1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1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1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1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1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1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2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2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2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제목 슬라이드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FD8DFAED-78DB-7A53-DC58-5231DAE89D91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부제목 2">
            <a:extLst>
              <a:ext uri="{FF2B5EF4-FFF2-40B4-BE49-F238E27FC236}">
                <a16:creationId xmlns:a16="http://schemas.microsoft.com/office/drawing/2014/main" id="{A982A550-7510-7CF9-3F16-41D998FAF5D6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ko-KR" altLang="en-US"/>
              <a:t>클릭하여 마스터 부제목 스타일 편집</a:t>
            </a:r>
          </a:p>
        </p:txBody>
      </p:sp>
      <p:sp>
        <p:nvSpPr>
          <p:cNvPr id="4" name="날짜 개체 틀 3">
            <a:extLst>
              <a:ext uri="{FF2B5EF4-FFF2-40B4-BE49-F238E27FC236}">
                <a16:creationId xmlns:a16="http://schemas.microsoft.com/office/drawing/2014/main" id="{5840F632-6277-9C8C-930D-A9F7EF129ECF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2084FD7-7AF8-460D-9715-A4E08247DCDC}" type="datetimeFigureOut">
              <a:rPr lang="ko-KR" altLang="en-US" smtClean="0"/>
              <a:t>2026-08-31</a:t>
            </a:fld>
            <a:endParaRPr lang="ko-KR" altLang="en-US"/>
          </a:p>
        </p:txBody>
      </p:sp>
      <p:sp>
        <p:nvSpPr>
          <p:cNvPr id="5" name="바닥글 개체 틀 4">
            <a:extLst>
              <a:ext uri="{FF2B5EF4-FFF2-40B4-BE49-F238E27FC236}">
                <a16:creationId xmlns:a16="http://schemas.microsoft.com/office/drawing/2014/main" id="{2CDD2AAE-BA69-E5DF-114E-846AD2DF5CA7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6" name="슬라이드 번호 개체 틀 5">
            <a:extLst>
              <a:ext uri="{FF2B5EF4-FFF2-40B4-BE49-F238E27FC236}">
                <a16:creationId xmlns:a16="http://schemas.microsoft.com/office/drawing/2014/main" id="{4AC31D54-281C-847D-4FF3-4D57282AB40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F4AABE7-4B24-4339-A25A-50CED9A1893A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3948720196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제목 및 내용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FF6D1648-93FE-4E3F-CA73-D697222D3C77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내용 개체 틀 2">
            <a:extLst>
              <a:ext uri="{FF2B5EF4-FFF2-40B4-BE49-F238E27FC236}">
                <a16:creationId xmlns:a16="http://schemas.microsoft.com/office/drawing/2014/main" id="{19E3A2A4-927A-3BF3-4099-1B1AA4FE03D2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</a:p>
        </p:txBody>
      </p:sp>
      <p:sp>
        <p:nvSpPr>
          <p:cNvPr id="4" name="날짜 개체 틀 3">
            <a:extLst>
              <a:ext uri="{FF2B5EF4-FFF2-40B4-BE49-F238E27FC236}">
                <a16:creationId xmlns:a16="http://schemas.microsoft.com/office/drawing/2014/main" id="{13A6126F-4A20-38F2-390B-4BED84D704F1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2084FD7-7AF8-460D-9715-A4E08247DCDC}" type="datetimeFigureOut">
              <a:rPr lang="ko-KR" altLang="en-US" smtClean="0"/>
              <a:t>2026-08-31</a:t>
            </a:fld>
            <a:endParaRPr lang="ko-KR" altLang="en-US"/>
          </a:p>
        </p:txBody>
      </p:sp>
      <p:sp>
        <p:nvSpPr>
          <p:cNvPr id="5" name="바닥글 개체 틀 4">
            <a:extLst>
              <a:ext uri="{FF2B5EF4-FFF2-40B4-BE49-F238E27FC236}">
                <a16:creationId xmlns:a16="http://schemas.microsoft.com/office/drawing/2014/main" id="{A92494BE-C948-935D-BE60-3E8994D522A2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6" name="슬라이드 번호 개체 틀 5">
            <a:extLst>
              <a:ext uri="{FF2B5EF4-FFF2-40B4-BE49-F238E27FC236}">
                <a16:creationId xmlns:a16="http://schemas.microsoft.com/office/drawing/2014/main" id="{A4E531F0-92FF-D605-B7BB-49230882284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F4AABE7-4B24-4339-A25A-50CED9A1893A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1956789125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구역 머리글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90948675-0E4A-EC8E-D90C-B354A294D692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텍스트 개체 틀 2">
            <a:extLst>
              <a:ext uri="{FF2B5EF4-FFF2-40B4-BE49-F238E27FC236}">
                <a16:creationId xmlns:a16="http://schemas.microsoft.com/office/drawing/2014/main" id="{0C0E2FF4-D5BD-0CCA-72D0-A4601C4575CD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82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82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82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9pPr>
          </a:lstStyle>
          <a:p>
            <a:pPr lvl="0"/>
            <a:r>
              <a:rPr lang="ko-KR" altLang="en-US"/>
              <a:t>마스터 텍스트 스타일을 편집하려면 클릭</a:t>
            </a:r>
          </a:p>
        </p:txBody>
      </p:sp>
      <p:sp>
        <p:nvSpPr>
          <p:cNvPr id="4" name="날짜 개체 틀 3">
            <a:extLst>
              <a:ext uri="{FF2B5EF4-FFF2-40B4-BE49-F238E27FC236}">
                <a16:creationId xmlns:a16="http://schemas.microsoft.com/office/drawing/2014/main" id="{7BC32F46-F519-9E74-3ECF-C058B391C447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2084FD7-7AF8-460D-9715-A4E08247DCDC}" type="datetimeFigureOut">
              <a:rPr lang="ko-KR" altLang="en-US" smtClean="0"/>
              <a:t>2026-08-31</a:t>
            </a:fld>
            <a:endParaRPr lang="ko-KR" altLang="en-US"/>
          </a:p>
        </p:txBody>
      </p:sp>
      <p:sp>
        <p:nvSpPr>
          <p:cNvPr id="5" name="바닥글 개체 틀 4">
            <a:extLst>
              <a:ext uri="{FF2B5EF4-FFF2-40B4-BE49-F238E27FC236}">
                <a16:creationId xmlns:a16="http://schemas.microsoft.com/office/drawing/2014/main" id="{A8831E87-ADD7-41B4-9006-D5A786FC27F9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6" name="슬라이드 번호 개체 틀 5">
            <a:extLst>
              <a:ext uri="{FF2B5EF4-FFF2-40B4-BE49-F238E27FC236}">
                <a16:creationId xmlns:a16="http://schemas.microsoft.com/office/drawing/2014/main" id="{A30159D4-18A4-CF1E-EA6C-72BCCBD6C8B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F4AABE7-4B24-4339-A25A-50CED9A1893A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3571869352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콘텐츠 2개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5666CE31-E1A1-9951-1933-0BA594CD2EF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내용 개체 틀 2">
            <a:extLst>
              <a:ext uri="{FF2B5EF4-FFF2-40B4-BE49-F238E27FC236}">
                <a16:creationId xmlns:a16="http://schemas.microsoft.com/office/drawing/2014/main" id="{959285FD-A04A-9E93-6917-A628AF470C4C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</a:p>
        </p:txBody>
      </p:sp>
      <p:sp>
        <p:nvSpPr>
          <p:cNvPr id="4" name="내용 개체 틀 3">
            <a:extLst>
              <a:ext uri="{FF2B5EF4-FFF2-40B4-BE49-F238E27FC236}">
                <a16:creationId xmlns:a16="http://schemas.microsoft.com/office/drawing/2014/main" id="{D8B6EDAB-F470-8EBC-E265-901F72C90050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</a:p>
        </p:txBody>
      </p:sp>
      <p:sp>
        <p:nvSpPr>
          <p:cNvPr id="5" name="날짜 개체 틀 4">
            <a:extLst>
              <a:ext uri="{FF2B5EF4-FFF2-40B4-BE49-F238E27FC236}">
                <a16:creationId xmlns:a16="http://schemas.microsoft.com/office/drawing/2014/main" id="{46DDB021-EA90-9021-837F-845B321CDAE6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2084FD7-7AF8-460D-9715-A4E08247DCDC}" type="datetimeFigureOut">
              <a:rPr lang="ko-KR" altLang="en-US" smtClean="0"/>
              <a:t>2026-08-31</a:t>
            </a:fld>
            <a:endParaRPr lang="ko-KR" altLang="en-US"/>
          </a:p>
        </p:txBody>
      </p:sp>
      <p:sp>
        <p:nvSpPr>
          <p:cNvPr id="6" name="바닥글 개체 틀 5">
            <a:extLst>
              <a:ext uri="{FF2B5EF4-FFF2-40B4-BE49-F238E27FC236}">
                <a16:creationId xmlns:a16="http://schemas.microsoft.com/office/drawing/2014/main" id="{1F6E3D86-2A73-CD04-681A-1B8CAD526E46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7" name="슬라이드 번호 개체 틀 6">
            <a:extLst>
              <a:ext uri="{FF2B5EF4-FFF2-40B4-BE49-F238E27FC236}">
                <a16:creationId xmlns:a16="http://schemas.microsoft.com/office/drawing/2014/main" id="{F8B51D86-F7CB-DC90-0456-300289F79CE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F4AABE7-4B24-4339-A25A-50CED9A1893A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3206956435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비교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5FDDE434-7F6D-A6DF-1B09-6D70D54C93BD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텍스트 개체 틀 2">
            <a:extLst>
              <a:ext uri="{FF2B5EF4-FFF2-40B4-BE49-F238E27FC236}">
                <a16:creationId xmlns:a16="http://schemas.microsoft.com/office/drawing/2014/main" id="{3EBFF15C-45F2-4E26-9AA8-5A68F8F5280F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ko-KR" altLang="en-US"/>
              <a:t>마스터 텍스트 스타일을 편집하려면 클릭</a:t>
            </a:r>
          </a:p>
        </p:txBody>
      </p:sp>
      <p:sp>
        <p:nvSpPr>
          <p:cNvPr id="4" name="내용 개체 틀 3">
            <a:extLst>
              <a:ext uri="{FF2B5EF4-FFF2-40B4-BE49-F238E27FC236}">
                <a16:creationId xmlns:a16="http://schemas.microsoft.com/office/drawing/2014/main" id="{3CA76A08-AC83-B0BC-1153-CB379DE044C3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</a:p>
        </p:txBody>
      </p:sp>
      <p:sp>
        <p:nvSpPr>
          <p:cNvPr id="5" name="텍스트 개체 틀 4">
            <a:extLst>
              <a:ext uri="{FF2B5EF4-FFF2-40B4-BE49-F238E27FC236}">
                <a16:creationId xmlns:a16="http://schemas.microsoft.com/office/drawing/2014/main" id="{CDD73A56-6A28-9216-B3DD-D0F1892B8F26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ko-KR" altLang="en-US"/>
              <a:t>마스터 텍스트 스타일을 편집하려면 클릭</a:t>
            </a:r>
          </a:p>
        </p:txBody>
      </p:sp>
      <p:sp>
        <p:nvSpPr>
          <p:cNvPr id="6" name="내용 개체 틀 5">
            <a:extLst>
              <a:ext uri="{FF2B5EF4-FFF2-40B4-BE49-F238E27FC236}">
                <a16:creationId xmlns:a16="http://schemas.microsoft.com/office/drawing/2014/main" id="{F19BBCB2-52C1-C34B-A7B9-F73F02AFD0CB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</a:p>
        </p:txBody>
      </p:sp>
      <p:sp>
        <p:nvSpPr>
          <p:cNvPr id="7" name="날짜 개체 틀 6">
            <a:extLst>
              <a:ext uri="{FF2B5EF4-FFF2-40B4-BE49-F238E27FC236}">
                <a16:creationId xmlns:a16="http://schemas.microsoft.com/office/drawing/2014/main" id="{A185F538-E0BA-70D0-AEF6-C4E38C351E21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2084FD7-7AF8-460D-9715-A4E08247DCDC}" type="datetimeFigureOut">
              <a:rPr lang="ko-KR" altLang="en-US" smtClean="0"/>
              <a:t>2026-08-31</a:t>
            </a:fld>
            <a:endParaRPr lang="ko-KR" altLang="en-US"/>
          </a:p>
        </p:txBody>
      </p:sp>
      <p:sp>
        <p:nvSpPr>
          <p:cNvPr id="8" name="바닥글 개체 틀 7">
            <a:extLst>
              <a:ext uri="{FF2B5EF4-FFF2-40B4-BE49-F238E27FC236}">
                <a16:creationId xmlns:a16="http://schemas.microsoft.com/office/drawing/2014/main" id="{94050097-6EB7-DDB8-B68E-3DB6909C918A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9" name="슬라이드 번호 개체 틀 8">
            <a:extLst>
              <a:ext uri="{FF2B5EF4-FFF2-40B4-BE49-F238E27FC236}">
                <a16:creationId xmlns:a16="http://schemas.microsoft.com/office/drawing/2014/main" id="{BADFF73F-7DA4-712B-B8D3-909F251FC23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F4AABE7-4B24-4339-A25A-50CED9A1893A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2995500861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제목만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8A0DD217-128C-D8F6-3F67-4D975D169455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날짜 개체 틀 2">
            <a:extLst>
              <a:ext uri="{FF2B5EF4-FFF2-40B4-BE49-F238E27FC236}">
                <a16:creationId xmlns:a16="http://schemas.microsoft.com/office/drawing/2014/main" id="{587391A6-0374-265B-2D5F-575A36AF9202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2084FD7-7AF8-460D-9715-A4E08247DCDC}" type="datetimeFigureOut">
              <a:rPr lang="ko-KR" altLang="en-US" smtClean="0"/>
              <a:t>2026-08-31</a:t>
            </a:fld>
            <a:endParaRPr lang="ko-KR" altLang="en-US"/>
          </a:p>
        </p:txBody>
      </p:sp>
      <p:sp>
        <p:nvSpPr>
          <p:cNvPr id="4" name="바닥글 개체 틀 3">
            <a:extLst>
              <a:ext uri="{FF2B5EF4-FFF2-40B4-BE49-F238E27FC236}">
                <a16:creationId xmlns:a16="http://schemas.microsoft.com/office/drawing/2014/main" id="{7BC87DA4-D562-0AA1-2494-32B474E9EBAE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5" name="슬라이드 번호 개체 틀 4">
            <a:extLst>
              <a:ext uri="{FF2B5EF4-FFF2-40B4-BE49-F238E27FC236}">
                <a16:creationId xmlns:a16="http://schemas.microsoft.com/office/drawing/2014/main" id="{9A8B5413-AD7E-2B06-42AC-B93ECA6C004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F4AABE7-4B24-4339-A25A-50CED9A1893A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824570855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빈 화면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날짜 개체 틀 1">
            <a:extLst>
              <a:ext uri="{FF2B5EF4-FFF2-40B4-BE49-F238E27FC236}">
                <a16:creationId xmlns:a16="http://schemas.microsoft.com/office/drawing/2014/main" id="{7F32F827-602A-AD8C-9044-3F0484479274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2084FD7-7AF8-460D-9715-A4E08247DCDC}" type="datetimeFigureOut">
              <a:rPr lang="ko-KR" altLang="en-US" smtClean="0"/>
              <a:t>2026-08-31</a:t>
            </a:fld>
            <a:endParaRPr lang="ko-KR" altLang="en-US"/>
          </a:p>
        </p:txBody>
      </p:sp>
      <p:sp>
        <p:nvSpPr>
          <p:cNvPr id="3" name="바닥글 개체 틀 2">
            <a:extLst>
              <a:ext uri="{FF2B5EF4-FFF2-40B4-BE49-F238E27FC236}">
                <a16:creationId xmlns:a16="http://schemas.microsoft.com/office/drawing/2014/main" id="{3818C612-95D9-5937-7B28-1BCB3E188D43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1547F73F-AE47-4B58-24EE-89DC168B37F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F4AABE7-4B24-4339-A25A-50CED9A1893A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663555489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캡션 있는 콘텐츠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ADB54181-E7CE-A5A8-282B-31572E355618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내용 개체 틀 2">
            <a:extLst>
              <a:ext uri="{FF2B5EF4-FFF2-40B4-BE49-F238E27FC236}">
                <a16:creationId xmlns:a16="http://schemas.microsoft.com/office/drawing/2014/main" id="{C4659146-FFF0-DCC1-E403-1F7DB80B45C5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</a:p>
        </p:txBody>
      </p:sp>
      <p:sp>
        <p:nvSpPr>
          <p:cNvPr id="4" name="텍스트 개체 틀 3">
            <a:extLst>
              <a:ext uri="{FF2B5EF4-FFF2-40B4-BE49-F238E27FC236}">
                <a16:creationId xmlns:a16="http://schemas.microsoft.com/office/drawing/2014/main" id="{DAC0180A-9408-D8D1-D9D3-A661DA552241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ko-KR" altLang="en-US"/>
              <a:t>마스터 텍스트 스타일을 편집하려면 클릭</a:t>
            </a:r>
          </a:p>
        </p:txBody>
      </p:sp>
      <p:sp>
        <p:nvSpPr>
          <p:cNvPr id="5" name="날짜 개체 틀 4">
            <a:extLst>
              <a:ext uri="{FF2B5EF4-FFF2-40B4-BE49-F238E27FC236}">
                <a16:creationId xmlns:a16="http://schemas.microsoft.com/office/drawing/2014/main" id="{BC934E79-D52F-F6AB-E789-3D9C11FCFC06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2084FD7-7AF8-460D-9715-A4E08247DCDC}" type="datetimeFigureOut">
              <a:rPr lang="ko-KR" altLang="en-US" smtClean="0"/>
              <a:t>2026-08-31</a:t>
            </a:fld>
            <a:endParaRPr lang="ko-KR" altLang="en-US"/>
          </a:p>
        </p:txBody>
      </p:sp>
      <p:sp>
        <p:nvSpPr>
          <p:cNvPr id="6" name="바닥글 개체 틀 5">
            <a:extLst>
              <a:ext uri="{FF2B5EF4-FFF2-40B4-BE49-F238E27FC236}">
                <a16:creationId xmlns:a16="http://schemas.microsoft.com/office/drawing/2014/main" id="{6289F4E6-F10E-E39A-18B7-C5504FDB9696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7" name="슬라이드 번호 개체 틀 6">
            <a:extLst>
              <a:ext uri="{FF2B5EF4-FFF2-40B4-BE49-F238E27FC236}">
                <a16:creationId xmlns:a16="http://schemas.microsoft.com/office/drawing/2014/main" id="{1FDA4949-62A9-B2F4-E622-A54EBAB2DF2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F4AABE7-4B24-4339-A25A-50CED9A1893A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967228259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캡션 있는 그림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1478DA8E-B844-B087-FD08-132687BCD9BC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그림 개체 틀 2">
            <a:extLst>
              <a:ext uri="{FF2B5EF4-FFF2-40B4-BE49-F238E27FC236}">
                <a16:creationId xmlns:a16="http://schemas.microsoft.com/office/drawing/2014/main" id="{6DCFE988-3733-8C67-22C2-F86AC6036616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ko-KR" altLang="en-US"/>
          </a:p>
        </p:txBody>
      </p:sp>
      <p:sp>
        <p:nvSpPr>
          <p:cNvPr id="4" name="텍스트 개체 틀 3">
            <a:extLst>
              <a:ext uri="{FF2B5EF4-FFF2-40B4-BE49-F238E27FC236}">
                <a16:creationId xmlns:a16="http://schemas.microsoft.com/office/drawing/2014/main" id="{97CC674E-A432-D81F-A1E1-4E4F226BF1E7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ko-KR" altLang="en-US"/>
              <a:t>마스터 텍스트 스타일을 편집하려면 클릭</a:t>
            </a:r>
          </a:p>
        </p:txBody>
      </p:sp>
      <p:sp>
        <p:nvSpPr>
          <p:cNvPr id="5" name="날짜 개체 틀 4">
            <a:extLst>
              <a:ext uri="{FF2B5EF4-FFF2-40B4-BE49-F238E27FC236}">
                <a16:creationId xmlns:a16="http://schemas.microsoft.com/office/drawing/2014/main" id="{82CC9307-ABB2-7106-3127-C823B0DC36F0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2084FD7-7AF8-460D-9715-A4E08247DCDC}" type="datetimeFigureOut">
              <a:rPr lang="ko-KR" altLang="en-US" smtClean="0"/>
              <a:t>2026-08-31</a:t>
            </a:fld>
            <a:endParaRPr lang="ko-KR" altLang="en-US"/>
          </a:p>
        </p:txBody>
      </p:sp>
      <p:sp>
        <p:nvSpPr>
          <p:cNvPr id="6" name="바닥글 개체 틀 5">
            <a:extLst>
              <a:ext uri="{FF2B5EF4-FFF2-40B4-BE49-F238E27FC236}">
                <a16:creationId xmlns:a16="http://schemas.microsoft.com/office/drawing/2014/main" id="{94DAABFE-AED4-A367-13F0-40205DEA5F83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7" name="슬라이드 번호 개체 틀 6">
            <a:extLst>
              <a:ext uri="{FF2B5EF4-FFF2-40B4-BE49-F238E27FC236}">
                <a16:creationId xmlns:a16="http://schemas.microsoft.com/office/drawing/2014/main" id="{9A998063-A737-9AE8-DB35-76CF3E28303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F4AABE7-4B24-4339-A25A-50CED9A1893A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1437402800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제목 및 세로 텍스트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56BA7867-AB4F-702A-BF48-2139ED85AED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세로 텍스트 개체 틀 2">
            <a:extLst>
              <a:ext uri="{FF2B5EF4-FFF2-40B4-BE49-F238E27FC236}">
                <a16:creationId xmlns:a16="http://schemas.microsoft.com/office/drawing/2014/main" id="{7D0F14AD-FD55-8156-E6B7-F1C221ED9CE6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</a:p>
        </p:txBody>
      </p:sp>
      <p:sp>
        <p:nvSpPr>
          <p:cNvPr id="4" name="날짜 개체 틀 3">
            <a:extLst>
              <a:ext uri="{FF2B5EF4-FFF2-40B4-BE49-F238E27FC236}">
                <a16:creationId xmlns:a16="http://schemas.microsoft.com/office/drawing/2014/main" id="{44AD561F-3D68-B3E3-657C-775917C7B7E6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2084FD7-7AF8-460D-9715-A4E08247DCDC}" type="datetimeFigureOut">
              <a:rPr lang="ko-KR" altLang="en-US" smtClean="0"/>
              <a:t>2026-08-31</a:t>
            </a:fld>
            <a:endParaRPr lang="ko-KR" altLang="en-US"/>
          </a:p>
        </p:txBody>
      </p:sp>
      <p:sp>
        <p:nvSpPr>
          <p:cNvPr id="5" name="바닥글 개체 틀 4">
            <a:extLst>
              <a:ext uri="{FF2B5EF4-FFF2-40B4-BE49-F238E27FC236}">
                <a16:creationId xmlns:a16="http://schemas.microsoft.com/office/drawing/2014/main" id="{C33D4F2C-239B-90D2-716C-542C13C59317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6" name="슬라이드 번호 개체 틀 5">
            <a:extLst>
              <a:ext uri="{FF2B5EF4-FFF2-40B4-BE49-F238E27FC236}">
                <a16:creationId xmlns:a16="http://schemas.microsoft.com/office/drawing/2014/main" id="{2BA941E4-E877-5DE5-E99A-CDD95EBD64A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F4AABE7-4B24-4339-A25A-50CED9A1893A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736641083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세로 제목 및 텍스트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세로 제목 1">
            <a:extLst>
              <a:ext uri="{FF2B5EF4-FFF2-40B4-BE49-F238E27FC236}">
                <a16:creationId xmlns:a16="http://schemas.microsoft.com/office/drawing/2014/main" id="{668C3269-BF99-5952-AC06-50540CF152CB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세로 텍스트 개체 틀 2">
            <a:extLst>
              <a:ext uri="{FF2B5EF4-FFF2-40B4-BE49-F238E27FC236}">
                <a16:creationId xmlns:a16="http://schemas.microsoft.com/office/drawing/2014/main" id="{5B078EBF-0B5C-EBAF-A486-C751C1111806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</a:p>
        </p:txBody>
      </p:sp>
      <p:sp>
        <p:nvSpPr>
          <p:cNvPr id="4" name="날짜 개체 틀 3">
            <a:extLst>
              <a:ext uri="{FF2B5EF4-FFF2-40B4-BE49-F238E27FC236}">
                <a16:creationId xmlns:a16="http://schemas.microsoft.com/office/drawing/2014/main" id="{9077C308-F987-C258-C2E8-14B9DDEF946F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2084FD7-7AF8-460D-9715-A4E08247DCDC}" type="datetimeFigureOut">
              <a:rPr lang="ko-KR" altLang="en-US" smtClean="0"/>
              <a:t>2026-08-31</a:t>
            </a:fld>
            <a:endParaRPr lang="ko-KR" altLang="en-US"/>
          </a:p>
        </p:txBody>
      </p:sp>
      <p:sp>
        <p:nvSpPr>
          <p:cNvPr id="5" name="바닥글 개체 틀 4">
            <a:extLst>
              <a:ext uri="{FF2B5EF4-FFF2-40B4-BE49-F238E27FC236}">
                <a16:creationId xmlns:a16="http://schemas.microsoft.com/office/drawing/2014/main" id="{4AC96E41-0EE0-F805-E45F-3F9BD366AEE9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6" name="슬라이드 번호 개체 틀 5">
            <a:extLst>
              <a:ext uri="{FF2B5EF4-FFF2-40B4-BE49-F238E27FC236}">
                <a16:creationId xmlns:a16="http://schemas.microsoft.com/office/drawing/2014/main" id="{844BBDDA-3BE0-4386-BA00-A54C466F69F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F4AABE7-4B24-4339-A25A-50CED9A1893A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2329918714"/>
      </p:ext>
    </p:extLst>
  </p:cSld>
  <p:clrMapOvr>
    <a:masterClrMapping/>
  </p:clrMapOvr>
</p:sldLayout>
</file>

<file path=ppt/slideLayouts/slideLayout12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8/31/2026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15169902"/>
      </p:ext>
    </p:extLst>
  </p:cSld>
  <p:clrMapOvr>
    <a:masterClrMapping/>
  </p:clrMapOvr>
</p:sldLayout>
</file>

<file path=ppt/slideLayouts/slideLayout13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8/31/2026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552277658"/>
      </p:ext>
    </p:extLst>
  </p:cSld>
  <p:clrMapOvr>
    <a:masterClrMapping/>
  </p:clrMapOvr>
</p:sldLayout>
</file>

<file path=ppt/slideLayouts/slideLayout14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8/31/2026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8312378"/>
      </p:ext>
    </p:extLst>
  </p:cSld>
  <p:clrMapOvr>
    <a:masterClrMapping/>
  </p:clrMapOvr>
</p:sldLayout>
</file>

<file path=ppt/slideLayouts/slideLayout15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8/31/2026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704545409"/>
      </p:ext>
    </p:extLst>
  </p:cSld>
  <p:clrMapOvr>
    <a:masterClrMapping/>
  </p:clrMapOvr>
</p:sldLayout>
</file>

<file path=ppt/slideLayouts/slideLayout16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8/31/2026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08977177"/>
      </p:ext>
    </p:extLst>
  </p:cSld>
  <p:clrMapOvr>
    <a:masterClrMapping/>
  </p:clrMapOvr>
</p:sldLayout>
</file>

<file path=ppt/slideLayouts/slideLayout17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8/31/2026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330549199"/>
      </p:ext>
    </p:extLst>
  </p:cSld>
  <p:clrMapOvr>
    <a:masterClrMapping/>
  </p:clrMapOvr>
</p:sldLayout>
</file>

<file path=ppt/slideLayouts/slideLayout18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8/31/2026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627598014"/>
      </p:ext>
    </p:extLst>
  </p:cSld>
  <p:clrMapOvr>
    <a:masterClrMapping/>
  </p:clrMapOvr>
</p:sldLayout>
</file>

<file path=ppt/slideLayouts/slideLayout19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8/31/2026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537514359"/>
      </p:ext>
    </p:extLst>
  </p:cSld>
  <p:clrMapOvr>
    <a:masterClrMapping/>
  </p:clrMapOvr>
</p:sldLayout>
</file>

<file path=ppt/slideLayouts/slideLayout20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8/31/2026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736135913"/>
      </p:ext>
    </p:extLst>
  </p:cSld>
  <p:clrMapOvr>
    <a:masterClrMapping/>
  </p:clrMapOvr>
</p:sldLayout>
</file>

<file path=ppt/slideLayouts/slideLayout2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8/31/2026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19327987"/>
      </p:ext>
    </p:extLst>
  </p:cSld>
  <p:clrMapOvr>
    <a:masterClrMapping/>
  </p:clrMapOvr>
</p:sldLayout>
</file>

<file path=ppt/slideLayouts/slideLayout22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8/31/2026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93826821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_rels/slideMaster2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19.xml"/><Relationship Id="rId3" Type="http://schemas.openxmlformats.org/officeDocument/2006/relationships/slideLayout" Target="../slideLayouts/slideLayout14.xml"/><Relationship Id="rId7" Type="http://schemas.openxmlformats.org/officeDocument/2006/relationships/slideLayout" Target="../slideLayouts/slideLayout18.xml"/><Relationship Id="rId12" Type="http://schemas.openxmlformats.org/officeDocument/2006/relationships/theme" Target="../theme/theme2.xml"/><Relationship Id="rId2" Type="http://schemas.openxmlformats.org/officeDocument/2006/relationships/slideLayout" Target="../slideLayouts/slideLayout13.xml"/><Relationship Id="rId1" Type="http://schemas.openxmlformats.org/officeDocument/2006/relationships/slideLayout" Target="../slideLayouts/slideLayout12.xml"/><Relationship Id="rId6" Type="http://schemas.openxmlformats.org/officeDocument/2006/relationships/slideLayout" Target="../slideLayouts/slideLayout17.xml"/><Relationship Id="rId11" Type="http://schemas.openxmlformats.org/officeDocument/2006/relationships/slideLayout" Target="../slideLayouts/slideLayout22.xml"/><Relationship Id="rId5" Type="http://schemas.openxmlformats.org/officeDocument/2006/relationships/slideLayout" Target="../slideLayouts/slideLayout16.xml"/><Relationship Id="rId10" Type="http://schemas.openxmlformats.org/officeDocument/2006/relationships/slideLayout" Target="../slideLayouts/slideLayout21.xml"/><Relationship Id="rId4" Type="http://schemas.openxmlformats.org/officeDocument/2006/relationships/slideLayout" Target="../slideLayouts/slideLayout15.xml"/><Relationship Id="rId9" Type="http://schemas.openxmlformats.org/officeDocument/2006/relationships/slideLayout" Target="../slideLayouts/slideLayout20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개체 틀 1">
            <a:extLst>
              <a:ext uri="{FF2B5EF4-FFF2-40B4-BE49-F238E27FC236}">
                <a16:creationId xmlns:a16="http://schemas.microsoft.com/office/drawing/2014/main" id="{2C1ABB58-01C8-BD01-EEBC-AD5767CDD2DB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텍스트 개체 틀 2">
            <a:extLst>
              <a:ext uri="{FF2B5EF4-FFF2-40B4-BE49-F238E27FC236}">
                <a16:creationId xmlns:a16="http://schemas.microsoft.com/office/drawing/2014/main" id="{68E3B255-7A1D-709F-B799-BCF248DCEFFD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</a:p>
        </p:txBody>
      </p:sp>
      <p:sp>
        <p:nvSpPr>
          <p:cNvPr id="4" name="날짜 개체 틀 3">
            <a:extLst>
              <a:ext uri="{FF2B5EF4-FFF2-40B4-BE49-F238E27FC236}">
                <a16:creationId xmlns:a16="http://schemas.microsoft.com/office/drawing/2014/main" id="{D19EBFF3-2DB7-8306-5017-9AA77EFBE6FE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C2084FD7-7AF8-460D-9715-A4E08247DCDC}" type="datetimeFigureOut">
              <a:rPr lang="ko-KR" altLang="en-US" smtClean="0"/>
              <a:t>2026-08-31</a:t>
            </a:fld>
            <a:endParaRPr lang="ko-KR" altLang="en-US"/>
          </a:p>
        </p:txBody>
      </p:sp>
      <p:sp>
        <p:nvSpPr>
          <p:cNvPr id="5" name="바닥글 개체 틀 4">
            <a:extLst>
              <a:ext uri="{FF2B5EF4-FFF2-40B4-BE49-F238E27FC236}">
                <a16:creationId xmlns:a16="http://schemas.microsoft.com/office/drawing/2014/main" id="{BE2EB9AE-2B32-BE6C-E243-DEC7BF063057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endParaRPr lang="ko-KR" altLang="en-US"/>
          </a:p>
        </p:txBody>
      </p:sp>
      <p:sp>
        <p:nvSpPr>
          <p:cNvPr id="6" name="슬라이드 번호 개체 틀 5">
            <a:extLst>
              <a:ext uri="{FF2B5EF4-FFF2-40B4-BE49-F238E27FC236}">
                <a16:creationId xmlns:a16="http://schemas.microsoft.com/office/drawing/2014/main" id="{0EF88876-55BE-EDD1-35B8-D60E8D000701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1F4AABE7-4B24-4339-A25A-50CED9A1893A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2771669326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914400" rtl="0" eaLnBrk="1" latinLnBrk="1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1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ko-KR"/>
      </a:defPPr>
      <a:lvl1pPr marL="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Masters/slideMaster2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8/31/2026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669930587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61" r:id="rId1"/>
    <p:sldLayoutId id="2147483662" r:id="rId2"/>
    <p:sldLayoutId id="2147483663" r:id="rId3"/>
    <p:sldLayoutId id="2147483664" r:id="rId4"/>
    <p:sldLayoutId id="2147483665" r:id="rId5"/>
    <p:sldLayoutId id="2147483666" r:id="rId6"/>
    <p:sldLayoutId id="2147483667" r:id="rId7"/>
    <p:sldLayoutId id="2147483668" r:id="rId8"/>
    <p:sldLayoutId id="2147483669" r:id="rId9"/>
    <p:sldLayoutId id="2147483670" r:id="rId10"/>
    <p:sldLayoutId id="2147483671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slideLayout" Target="../slideLayouts/slideLayout2.xml"/><Relationship Id="rId1" Type="http://schemas.openxmlformats.org/officeDocument/2006/relationships/tags" Target="../tags/tag1.xml"/><Relationship Id="rId6" Type="http://schemas.openxmlformats.org/officeDocument/2006/relationships/image" Target="../media/image5.png"/><Relationship Id="rId5" Type="http://schemas.openxmlformats.org/officeDocument/2006/relationships/image" Target="../media/image4.png"/><Relationship Id="rId4" Type="http://schemas.openxmlformats.org/officeDocument/2006/relationships/image" Target="../media/image3.png"/></Relationships>
</file>

<file path=ppt/slides/_rels/slide4.xml.rels><?xml version="1.0" encoding="UTF-8" standalone="yes"?>
<Relationships xmlns="http://schemas.openxmlformats.org/package/2006/relationships"><Relationship Id="rId2" Type="http://schemas.openxmlformats.org/officeDocument/2006/relationships/image" Target="../media/image6.png"/><Relationship Id="rId1" Type="http://schemas.openxmlformats.org/officeDocument/2006/relationships/slideLayout" Target="../slideLayouts/slideLayout7.xml"/></Relationships>
</file>

<file path=ppt/slides/_rels/slide5.xml.rels><?xml version="1.0" encoding="UTF-8" standalone="yes"?>
<Relationships xmlns="http://schemas.openxmlformats.org/package/2006/relationships"><Relationship Id="rId3" Type="http://schemas.openxmlformats.org/officeDocument/2006/relationships/image" Target="../media/image41.png"/><Relationship Id="rId2" Type="http://schemas.openxmlformats.org/officeDocument/2006/relationships/slideLayout" Target="../slideLayouts/slideLayout18.xml"/><Relationship Id="rId1" Type="http://schemas.openxmlformats.org/officeDocument/2006/relationships/tags" Target="../tags/tag2.xml"/><Relationship Id="rId5" Type="http://schemas.openxmlformats.org/officeDocument/2006/relationships/image" Target="../media/image7.png"/><Relationship Id="rId4" Type="http://schemas.openxmlformats.org/officeDocument/2006/relationships/image" Target="../media/image50.png"/></Relationships>
</file>

<file path=ppt/slides/_rels/slide6.xml.rels><?xml version="1.0" encoding="UTF-8" standalone="yes"?>
<Relationships xmlns="http://schemas.openxmlformats.org/package/2006/relationships"><Relationship Id="rId3" Type="http://schemas.openxmlformats.org/officeDocument/2006/relationships/image" Target="../media/image70.png"/><Relationship Id="rId1" Type="http://schemas.openxmlformats.org/officeDocument/2006/relationships/slideLayout" Target="../slideLayouts/slideLayout18.xml"/><Relationship Id="rId4" Type="http://schemas.openxmlformats.org/officeDocument/2006/relationships/image" Target="../media/image8.png"/></Relationships>
</file>

<file path=ppt/slides/_rels/slide7.xml.rels><?xml version="1.0" encoding="UTF-8" standalone="yes"?>
<Relationships xmlns="http://schemas.openxmlformats.org/package/2006/relationships"><Relationship Id="rId3" Type="http://schemas.microsoft.com/office/2007/relationships/hdphoto" Target="../media/hdphoto1.wdp"/><Relationship Id="rId2" Type="http://schemas.openxmlformats.org/officeDocument/2006/relationships/image" Target="../media/image9.png"/><Relationship Id="rId1" Type="http://schemas.openxmlformats.org/officeDocument/2006/relationships/slideLayout" Target="../slideLayouts/slideLayout18.xml"/></Relationships>
</file>

<file path=ppt/slides/_rels/slide8.xml.rels><?xml version="1.0" encoding="UTF-8" standalone="yes"?>
<Relationships xmlns="http://schemas.openxmlformats.org/package/2006/relationships"><Relationship Id="rId3" Type="http://schemas.openxmlformats.org/officeDocument/2006/relationships/image" Target="../media/image6.png"/><Relationship Id="rId2" Type="http://schemas.openxmlformats.org/officeDocument/2006/relationships/slideLayout" Target="../slideLayouts/slideLayout7.xml"/><Relationship Id="rId1" Type="http://schemas.openxmlformats.org/officeDocument/2006/relationships/tags" Target="../tags/tag3.xml"/></Relationships>
</file>

<file path=ppt/slides/_rels/slide9.xml.rels><?xml version="1.0" encoding="UTF-8" standalone="yes"?>
<Relationships xmlns="http://schemas.openxmlformats.org/package/2006/relationships"><Relationship Id="rId3" Type="http://schemas.openxmlformats.org/officeDocument/2006/relationships/image" Target="../media/image10.png"/><Relationship Id="rId2" Type="http://schemas.openxmlformats.org/officeDocument/2006/relationships/image" Target="../media/image6.png"/><Relationship Id="rId1" Type="http://schemas.openxmlformats.org/officeDocument/2006/relationships/slideLayout" Target="../slideLayouts/slideLayout7.xml"/></Relationships>
</file>

<file path=ppt/slides/_rels/slide10.xml.rels><?xml version="1.0" encoding="UTF-8" standalone="yes"?>
<Relationships xmlns="http://schemas.openxmlformats.org/package/2006/relationships"><Relationship Id="rId3" Type="http://schemas.openxmlformats.org/officeDocument/2006/relationships/image" Target="../media/image11.png"/><Relationship Id="rId2" Type="http://schemas.openxmlformats.org/officeDocument/2006/relationships/slideLayout" Target="../slideLayouts/slideLayout7.xml"/><Relationship Id="rId1" Type="http://schemas.openxmlformats.org/officeDocument/2006/relationships/tags" Target="../tags/tag4.xml"/><Relationship Id="rId5" Type="http://schemas.openxmlformats.org/officeDocument/2006/relationships/image" Target="../media/image10.png"/><Relationship Id="rId4" Type="http://schemas.microsoft.com/office/2007/relationships/hdphoto" Target="../media/hdphoto2.wdp"/></Relationships>
</file>

<file path=ppt/slides/_rels/slide11.xml.rels><?xml version="1.0" encoding="UTF-8" standalone="yes"?>
<Relationships xmlns="http://schemas.openxmlformats.org/package/2006/relationships"><Relationship Id="rId3" Type="http://schemas.microsoft.com/office/2007/relationships/hdphoto" Target="../media/hdphoto3.wdp"/><Relationship Id="rId2" Type="http://schemas.openxmlformats.org/officeDocument/2006/relationships/image" Target="../media/image12.png"/><Relationship Id="rId1" Type="http://schemas.openxmlformats.org/officeDocument/2006/relationships/slideLayout" Target="../slideLayouts/slideLayout18.xml"/></Relationships>
</file>

<file path=ppt/slides/_rels/slide12.xml.rels><?xml version="1.0" encoding="UTF-8" standalone="yes"?>
<Relationships xmlns="http://schemas.openxmlformats.org/package/2006/relationships"><Relationship Id="rId3" Type="http://schemas.openxmlformats.org/officeDocument/2006/relationships/image" Target="../media/image11.png"/><Relationship Id="rId2" Type="http://schemas.openxmlformats.org/officeDocument/2006/relationships/slideLayout" Target="../slideLayouts/slideLayout7.xml"/><Relationship Id="rId1" Type="http://schemas.openxmlformats.org/officeDocument/2006/relationships/tags" Target="../tags/tag5.xml"/><Relationship Id="rId5" Type="http://schemas.openxmlformats.org/officeDocument/2006/relationships/image" Target="../media/image10.png"/><Relationship Id="rId4" Type="http://schemas.microsoft.com/office/2007/relationships/hdphoto" Target="../media/hdphoto2.wdp"/></Relationships>
</file>

<file path=ppt/slides/_rels/slide13.xml.rels><?xml version="1.0" encoding="UTF-8" standalone="yes"?>
<Relationships xmlns="http://schemas.openxmlformats.org/package/2006/relationships"><Relationship Id="rId3" Type="http://schemas.openxmlformats.org/officeDocument/2006/relationships/image" Target="../media/image13.png"/><Relationship Id="rId2" Type="http://schemas.openxmlformats.org/officeDocument/2006/relationships/slideLayout" Target="../slideLayouts/slideLayout7.xml"/><Relationship Id="rId1" Type="http://schemas.openxmlformats.org/officeDocument/2006/relationships/tags" Target="../tags/tag6.xml"/><Relationship Id="rId5" Type="http://schemas.openxmlformats.org/officeDocument/2006/relationships/image" Target="../media/image14.png"/><Relationship Id="rId4" Type="http://schemas.openxmlformats.org/officeDocument/2006/relationships/image" Target="../media/image10.png"/></Relationships>
</file>

<file path=ppt/slides/_rels/slide14.xml.rels><?xml version="1.0" encoding="UTF-8" standalone="yes"?>
<Relationships xmlns="http://schemas.openxmlformats.org/package/2006/relationships"><Relationship Id="rId3" Type="http://schemas.microsoft.com/office/2007/relationships/hdphoto" Target="../media/hdphoto4.wdp"/><Relationship Id="rId2" Type="http://schemas.openxmlformats.org/officeDocument/2006/relationships/image" Target="../media/image15.png"/><Relationship Id="rId1" Type="http://schemas.openxmlformats.org/officeDocument/2006/relationships/slideLayout" Target="../slideLayouts/slideLayout7.xml"/><Relationship Id="rId4" Type="http://schemas.openxmlformats.org/officeDocument/2006/relationships/image" Target="../media/image14.png"/></Relationships>
</file>

<file path=ppt/slides/_rels/slide15.xml.rels><?xml version="1.0" encoding="UTF-8" standalone="yes"?>
<Relationships xmlns="http://schemas.openxmlformats.org/package/2006/relationships"><Relationship Id="rId3" Type="http://schemas.openxmlformats.org/officeDocument/2006/relationships/image" Target="../media/image140.png"/><Relationship Id="rId2" Type="http://schemas.openxmlformats.org/officeDocument/2006/relationships/slideLayout" Target="../slideLayouts/slideLayout18.xml"/><Relationship Id="rId1" Type="http://schemas.openxmlformats.org/officeDocument/2006/relationships/tags" Target="../tags/tag7.xml"/></Relationships>
</file>

<file path=ppt/slides/_rels/slide16.xml.rels><?xml version="1.0" encoding="UTF-8" standalone="yes"?>
<Relationships xmlns="http://schemas.openxmlformats.org/package/2006/relationships"><Relationship Id="rId3" Type="http://schemas.openxmlformats.org/officeDocument/2006/relationships/image" Target="../media/image25.png"/><Relationship Id="rId2" Type="http://schemas.openxmlformats.org/officeDocument/2006/relationships/image" Target="../media/image24.png"/><Relationship Id="rId1" Type="http://schemas.openxmlformats.org/officeDocument/2006/relationships/slideLayout" Target="../slideLayouts/slideLayout18.xml"/><Relationship Id="rId5" Type="http://schemas.openxmlformats.org/officeDocument/2006/relationships/image" Target="../media/image27.png"/><Relationship Id="rId4" Type="http://schemas.openxmlformats.org/officeDocument/2006/relationships/image" Target="../media/image26.png"/></Relationships>
</file>

<file path=ppt/slides/_rels/slide17.xml.rels><?xml version="1.0" encoding="UTF-8" standalone="yes"?>
<Relationships xmlns="http://schemas.openxmlformats.org/package/2006/relationships"><Relationship Id="rId8" Type="http://schemas.openxmlformats.org/officeDocument/2006/relationships/image" Target="../media/image14.png"/><Relationship Id="rId3" Type="http://schemas.openxmlformats.org/officeDocument/2006/relationships/image" Target="../media/image24.png"/><Relationship Id="rId7" Type="http://schemas.openxmlformats.org/officeDocument/2006/relationships/image" Target="../media/image28.png"/><Relationship Id="rId2" Type="http://schemas.openxmlformats.org/officeDocument/2006/relationships/slideLayout" Target="../slideLayouts/slideLayout18.xml"/><Relationship Id="rId1" Type="http://schemas.openxmlformats.org/officeDocument/2006/relationships/tags" Target="../tags/tag8.xml"/><Relationship Id="rId6" Type="http://schemas.openxmlformats.org/officeDocument/2006/relationships/image" Target="../media/image27.png"/><Relationship Id="rId5" Type="http://schemas.openxmlformats.org/officeDocument/2006/relationships/image" Target="../media/image26.png"/><Relationship Id="rId4" Type="http://schemas.openxmlformats.org/officeDocument/2006/relationships/image" Target="../media/image25.png"/></Relationships>
</file>

<file path=ppt/slides/_rels/slide18.xml.rels><?xml version="1.0" encoding="UTF-8" standalone="yes"?>
<Relationships xmlns="http://schemas.openxmlformats.org/package/2006/relationships"><Relationship Id="rId3" Type="http://schemas.microsoft.com/office/2007/relationships/hdphoto" Target="../media/hdphoto4.wdp"/><Relationship Id="rId2" Type="http://schemas.openxmlformats.org/officeDocument/2006/relationships/image" Target="../media/image15.png"/><Relationship Id="rId1" Type="http://schemas.openxmlformats.org/officeDocument/2006/relationships/slideLayout" Target="../slideLayouts/slideLayout7.xml"/><Relationship Id="rId4" Type="http://schemas.openxmlformats.org/officeDocument/2006/relationships/image" Target="../media/image14.png"/></Relationships>
</file>

<file path=ppt/slides/_rels/slide19.xml.rels><?xml version="1.0" encoding="UTF-8" standalone="yes"?>
<Relationships xmlns="http://schemas.openxmlformats.org/package/2006/relationships"><Relationship Id="rId3" Type="http://schemas.openxmlformats.org/officeDocument/2006/relationships/image" Target="../media/image16.png"/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7.xml"/><Relationship Id="rId4" Type="http://schemas.openxmlformats.org/officeDocument/2006/relationships/image" Target="../media/image14.png"/></Relationships>
</file>

<file path=ppt/slides/_rels/slide20.xml.rels><?xml version="1.0" encoding="UTF-8" standalone="yes"?>
<Relationships xmlns="http://schemas.openxmlformats.org/package/2006/relationships"><Relationship Id="rId2" Type="http://schemas.openxmlformats.org/officeDocument/2006/relationships/slideLayout" Target="../slideLayouts/slideLayout2.xml"/><Relationship Id="rId1" Type="http://schemas.openxmlformats.org/officeDocument/2006/relationships/tags" Target="../tags/tag9.xml"/></Relationships>
</file>

<file path=ppt/slides/_rels/slide21.xml.rels><?xml version="1.0" encoding="UTF-8" standalone="yes"?>
<Relationships xmlns="http://schemas.openxmlformats.org/package/2006/relationships"><Relationship Id="rId3" Type="http://schemas.openxmlformats.org/officeDocument/2006/relationships/image" Target="../media/image17.png"/><Relationship Id="rId2" Type="http://schemas.microsoft.com/office/2017/06/relationships/model3d" Target="../media/model3d1.glb"/><Relationship Id="rId1" Type="http://schemas.openxmlformats.org/officeDocument/2006/relationships/slideLayout" Target="../slideLayouts/slideLayout18.xml"/></Relationships>
</file>

<file path=ppt/slides/_rels/slide22.xml.rels><?xml version="1.0" encoding="UTF-8" standalone="yes"?>
<Relationships xmlns="http://schemas.openxmlformats.org/package/2006/relationships"><Relationship Id="rId3" Type="http://schemas.openxmlformats.org/officeDocument/2006/relationships/image" Target="../media/image18.png"/><Relationship Id="rId2" Type="http://schemas.microsoft.com/office/2017/06/relationships/model3d" Target="../media/model3d2.glb"/><Relationship Id="rId1" Type="http://schemas.openxmlformats.org/officeDocument/2006/relationships/slideLayout" Target="../slideLayouts/slideLayout18.xml"/></Relationships>
</file>

<file path=ppt/slides/_rels/slide23.xml.rels><?xml version="1.0" encoding="UTF-8" standalone="yes"?>
<Relationships xmlns="http://schemas.openxmlformats.org/package/2006/relationships"><Relationship Id="rId2" Type="http://schemas.openxmlformats.org/officeDocument/2006/relationships/image" Target="../media/image180.png"/><Relationship Id="rId1" Type="http://schemas.openxmlformats.org/officeDocument/2006/relationships/slideLayout" Target="../slideLayouts/slideLayout18.xml"/></Relationships>
</file>

<file path=ppt/slides/_rels/slide24.xml.rels><?xml version="1.0" encoding="UTF-8" standalone="yes"?>
<Relationships xmlns="http://schemas.openxmlformats.org/package/2006/relationships"><Relationship Id="rId3" Type="http://schemas.openxmlformats.org/officeDocument/2006/relationships/image" Target="../media/image18.png"/><Relationship Id="rId2" Type="http://schemas.microsoft.com/office/2017/06/relationships/model3d" Target="../media/model3d2.glb"/><Relationship Id="rId1" Type="http://schemas.openxmlformats.org/officeDocument/2006/relationships/slideLayout" Target="../slideLayouts/slideLayout18.xml"/><Relationship Id="rId4" Type="http://schemas.openxmlformats.org/officeDocument/2006/relationships/image" Target="../media/image21.png"/></Relationships>
</file>

<file path=ppt/slides/_rels/slide25.xml.rels><?xml version="1.0" encoding="UTF-8" standalone="yes"?>
<Relationships xmlns="http://schemas.openxmlformats.org/package/2006/relationships"><Relationship Id="rId3" Type="http://schemas.openxmlformats.org/officeDocument/2006/relationships/image" Target="../media/image19.png"/><Relationship Id="rId2" Type="http://schemas.microsoft.com/office/2017/06/relationships/model3d" Target="../media/model3d2.glb"/><Relationship Id="rId1" Type="http://schemas.openxmlformats.org/officeDocument/2006/relationships/slideLayout" Target="../slideLayouts/slideLayout18.xml"/><Relationship Id="rId4" Type="http://schemas.openxmlformats.org/officeDocument/2006/relationships/image" Target="../media/image21.png"/></Relationships>
</file>

<file path=ppt/slides/_rels/slide26.xml.rels><?xml version="1.0" encoding="UTF-8" standalone="yes"?>
<Relationships xmlns="http://schemas.openxmlformats.org/package/2006/relationships"><Relationship Id="rId3" Type="http://schemas.openxmlformats.org/officeDocument/2006/relationships/image" Target="../media/image20.png"/><Relationship Id="rId2" Type="http://schemas.microsoft.com/office/2017/06/relationships/model3d" Target="../media/model3d3.glb"/><Relationship Id="rId1" Type="http://schemas.openxmlformats.org/officeDocument/2006/relationships/slideLayout" Target="../slideLayouts/slideLayout18.xml"/><Relationship Id="rId4" Type="http://schemas.openxmlformats.org/officeDocument/2006/relationships/image" Target="../media/image21.png"/></Relationships>
</file>

<file path=ppt/slides/_rels/slide27.xml.rels><?xml version="1.0" encoding="UTF-8" standalone="yes"?>
<Relationships xmlns="http://schemas.openxmlformats.org/package/2006/relationships"><Relationship Id="rId8" Type="http://schemas.openxmlformats.org/officeDocument/2006/relationships/image" Target="../media/image21.png"/><Relationship Id="rId3" Type="http://schemas.microsoft.com/office/2017/06/relationships/model3d" Target="../media/model3d4.glb"/><Relationship Id="rId7" Type="http://schemas.openxmlformats.org/officeDocument/2006/relationships/image" Target="../media/image29.png"/><Relationship Id="rId2" Type="http://schemas.openxmlformats.org/officeDocument/2006/relationships/slideLayout" Target="../slideLayouts/slideLayout18.xml"/><Relationship Id="rId1" Type="http://schemas.openxmlformats.org/officeDocument/2006/relationships/tags" Target="../tags/tag10.xml"/><Relationship Id="rId6" Type="http://schemas.microsoft.com/office/2017/06/relationships/model3d" Target="../media/model3d3.glb"/><Relationship Id="rId5" Type="http://schemas.openxmlformats.org/officeDocument/2006/relationships/image" Target="../media/image23.png"/><Relationship Id="rId4" Type="http://schemas.openxmlformats.org/officeDocument/2006/relationships/image" Target="../media/image22.png"/></Relationships>
</file>

<file path=ppt/slides/_rels/slide28.xml.rels><?xml version="1.0" encoding="UTF-8" standalone="yes"?>
<Relationships xmlns="http://schemas.openxmlformats.org/package/2006/relationships"><Relationship Id="rId3" Type="http://schemas.openxmlformats.org/officeDocument/2006/relationships/image" Target="../media/image30.png"/><Relationship Id="rId2" Type="http://schemas.microsoft.com/office/2017/06/relationships/model3d" Target="../media/model3d4.glb"/><Relationship Id="rId1" Type="http://schemas.openxmlformats.org/officeDocument/2006/relationships/slideLayout" Target="../slideLayouts/slideLayout18.xml"/><Relationship Id="rId5" Type="http://schemas.openxmlformats.org/officeDocument/2006/relationships/image" Target="../media/image21.png"/><Relationship Id="rId4" Type="http://schemas.openxmlformats.org/officeDocument/2006/relationships/image" Target="../media/image23.png"/></Relationships>
</file>

<file path=ppt/slides/_rels/slide29.xml.rels><?xml version="1.0" encoding="UTF-8" standalone="yes"?>
<Relationships xmlns="http://schemas.openxmlformats.org/package/2006/relationships"><Relationship Id="rId3" Type="http://schemas.openxmlformats.org/officeDocument/2006/relationships/image" Target="../media/image31.png"/><Relationship Id="rId2" Type="http://schemas.openxmlformats.org/officeDocument/2006/relationships/slideLayout" Target="../slideLayouts/slideLayout18.xml"/><Relationship Id="rId1" Type="http://schemas.openxmlformats.org/officeDocument/2006/relationships/tags" Target="../tags/tag11.xml"/><Relationship Id="rId5" Type="http://schemas.openxmlformats.org/officeDocument/2006/relationships/image" Target="../media/image34.png"/><Relationship Id="rId4" Type="http://schemas.openxmlformats.org/officeDocument/2006/relationships/image" Target="../media/image23.png"/></Relationships>
</file>

<file path=ppt/slides/_rels/slide30.xml.rels><?xml version="1.0" encoding="UTF-8" standalone="yes"?>
<Relationships xmlns="http://schemas.openxmlformats.org/package/2006/relationships"><Relationship Id="rId3" Type="http://schemas.openxmlformats.org/officeDocument/2006/relationships/image" Target="../media/image340.png"/><Relationship Id="rId2" Type="http://schemas.openxmlformats.org/officeDocument/2006/relationships/image" Target="../media/image180.png"/><Relationship Id="rId1" Type="http://schemas.openxmlformats.org/officeDocument/2006/relationships/slideLayout" Target="../slideLayouts/slideLayout18.xml"/></Relationships>
</file>

<file path=ppt/slides/_rels/slide31.xml.rels><?xml version="1.0" encoding="UTF-8" standalone="yes"?>
<Relationships xmlns="http://schemas.openxmlformats.org/package/2006/relationships"><Relationship Id="rId3" Type="http://schemas.openxmlformats.org/officeDocument/2006/relationships/image" Target="../media/image35.png"/><Relationship Id="rId7" Type="http://schemas.openxmlformats.org/officeDocument/2006/relationships/image" Target="../media/image33.png"/><Relationship Id="rId2" Type="http://schemas.openxmlformats.org/officeDocument/2006/relationships/slideLayout" Target="../slideLayouts/slideLayout18.xml"/><Relationship Id="rId1" Type="http://schemas.openxmlformats.org/officeDocument/2006/relationships/tags" Target="../tags/tag12.xml"/><Relationship Id="rId6" Type="http://schemas.openxmlformats.org/officeDocument/2006/relationships/image" Target="../media/image32.png"/><Relationship Id="rId5" Type="http://schemas.microsoft.com/office/2017/06/relationships/model3d" Target="../media/model3d5.glb"/><Relationship Id="rId4" Type="http://schemas.openxmlformats.org/officeDocument/2006/relationships/image" Target="../media/image23.png"/></Relationships>
</file>

<file path=ppt/slides/_rels/slide32.xml.rels><?xml version="1.0" encoding="UTF-8" standalone="yes"?>
<Relationships xmlns="http://schemas.openxmlformats.org/package/2006/relationships"><Relationship Id="rId3" Type="http://schemas.openxmlformats.org/officeDocument/2006/relationships/image" Target="../media/image23.png"/><Relationship Id="rId2" Type="http://schemas.openxmlformats.org/officeDocument/2006/relationships/image" Target="../media/image35.png"/><Relationship Id="rId1" Type="http://schemas.openxmlformats.org/officeDocument/2006/relationships/slideLayout" Target="../slideLayouts/slideLayout18.xml"/><Relationship Id="rId5" Type="http://schemas.openxmlformats.org/officeDocument/2006/relationships/image" Target="../media/image36.png"/><Relationship Id="rId4" Type="http://schemas.microsoft.com/office/2017/06/relationships/model3d" Target="../media/model3d5.glb"/></Relationships>
</file>

<file path=ppt/slides/_rels/slide33.xml.rels><?xml version="1.0" encoding="UTF-8" standalone="yes"?>
<Relationships xmlns="http://schemas.openxmlformats.org/package/2006/relationships"><Relationship Id="rId3" Type="http://schemas.openxmlformats.org/officeDocument/2006/relationships/image" Target="../media/image37.png"/><Relationship Id="rId2" Type="http://schemas.openxmlformats.org/officeDocument/2006/relationships/slideLayout" Target="../slideLayouts/slideLayout18.xml"/><Relationship Id="rId1" Type="http://schemas.openxmlformats.org/officeDocument/2006/relationships/tags" Target="../tags/tag13.xml"/><Relationship Id="rId6" Type="http://schemas.openxmlformats.org/officeDocument/2006/relationships/image" Target="../media/image38.png"/><Relationship Id="rId5" Type="http://schemas.microsoft.com/office/2017/06/relationships/model3d" Target="../media/model3d3.glb"/><Relationship Id="rId4" Type="http://schemas.microsoft.com/office/2007/relationships/hdphoto" Target="../media/hdphoto5.wdp"/></Relationships>
</file>

<file path=ppt/slides/_rels/slide34.xml.rels><?xml version="1.0" encoding="UTF-8" standalone="yes"?>
<Relationships xmlns="http://schemas.openxmlformats.org/package/2006/relationships"><Relationship Id="rId3" Type="http://schemas.openxmlformats.org/officeDocument/2006/relationships/image" Target="../media/image23.png"/><Relationship Id="rId2" Type="http://schemas.openxmlformats.org/officeDocument/2006/relationships/image" Target="../media/image35.png"/><Relationship Id="rId1" Type="http://schemas.openxmlformats.org/officeDocument/2006/relationships/slideLayout" Target="../slideLayouts/slideLayout18.xml"/><Relationship Id="rId5" Type="http://schemas.openxmlformats.org/officeDocument/2006/relationships/image" Target="../media/image36.png"/><Relationship Id="rId4" Type="http://schemas.microsoft.com/office/2017/06/relationships/model3d" Target="../media/model3d5.glb"/></Relationships>
</file>

<file path=ppt/slides/_rels/slide35.xml.rels><?xml version="1.0" encoding="UTF-8" standalone="yes"?>
<Relationships xmlns="http://schemas.openxmlformats.org/package/2006/relationships"><Relationship Id="rId3" Type="http://schemas.openxmlformats.org/officeDocument/2006/relationships/image" Target="../media/image35.png"/><Relationship Id="rId7" Type="http://schemas.openxmlformats.org/officeDocument/2006/relationships/image" Target="../media/image33.png"/><Relationship Id="rId2" Type="http://schemas.openxmlformats.org/officeDocument/2006/relationships/slideLayout" Target="../slideLayouts/slideLayout18.xml"/><Relationship Id="rId1" Type="http://schemas.openxmlformats.org/officeDocument/2006/relationships/tags" Target="../tags/tag14.xml"/><Relationship Id="rId6" Type="http://schemas.openxmlformats.org/officeDocument/2006/relationships/image" Target="../media/image36.png"/><Relationship Id="rId5" Type="http://schemas.microsoft.com/office/2017/06/relationships/model3d" Target="../media/model3d5.glb"/><Relationship Id="rId4" Type="http://schemas.openxmlformats.org/officeDocument/2006/relationships/image" Target="../media/image23.png"/></Relationships>
</file>

<file path=ppt/slides/_rels/slide36.xml.rels><?xml version="1.0" encoding="UTF-8" standalone="yes"?>
<Relationships xmlns="http://schemas.openxmlformats.org/package/2006/relationships"><Relationship Id="rId3" Type="http://schemas.openxmlformats.org/officeDocument/2006/relationships/image" Target="../media/image180.png"/><Relationship Id="rId2" Type="http://schemas.openxmlformats.org/officeDocument/2006/relationships/slideLayout" Target="../slideLayouts/slideLayout18.xml"/><Relationship Id="rId1" Type="http://schemas.openxmlformats.org/officeDocument/2006/relationships/tags" Target="../tags/tag15.xml"/><Relationship Id="rId4" Type="http://schemas.openxmlformats.org/officeDocument/2006/relationships/image" Target="../media/image340.png"/></Relationships>
</file>

<file path=ppt/slides/_rels/slide37.xml.rels><?xml version="1.0" encoding="UTF-8" standalone="yes"?>
<Relationships xmlns="http://schemas.openxmlformats.org/package/2006/relationships"><Relationship Id="rId3" Type="http://schemas.openxmlformats.org/officeDocument/2006/relationships/image" Target="../media/image23.png"/><Relationship Id="rId2" Type="http://schemas.openxmlformats.org/officeDocument/2006/relationships/slideLayout" Target="../slideLayouts/slideLayout18.xml"/><Relationship Id="rId1" Type="http://schemas.openxmlformats.org/officeDocument/2006/relationships/tags" Target="../tags/tag16.xml"/><Relationship Id="rId5" Type="http://schemas.openxmlformats.org/officeDocument/2006/relationships/image" Target="../media/image43.png"/><Relationship Id="rId4" Type="http://schemas.openxmlformats.org/officeDocument/2006/relationships/image" Target="../media/image42.png"/></Relationships>
</file>

<file path=ppt/slides/_rels/slide38.xml.rels><?xml version="1.0" encoding="UTF-8" standalone="yes"?>
<Relationships xmlns="http://schemas.openxmlformats.org/package/2006/relationships"><Relationship Id="rId3" Type="http://schemas.openxmlformats.org/officeDocument/2006/relationships/image" Target="../media/image42.png"/><Relationship Id="rId2" Type="http://schemas.openxmlformats.org/officeDocument/2006/relationships/image" Target="../media/image23.png"/><Relationship Id="rId1" Type="http://schemas.openxmlformats.org/officeDocument/2006/relationships/slideLayout" Target="../slideLayouts/slideLayout18.xml"/><Relationship Id="rId4" Type="http://schemas.openxmlformats.org/officeDocument/2006/relationships/image" Target="../media/image43.png"/></Relationships>
</file>

<file path=ppt/slides/_rels/slide39.xml.rels><?xml version="1.0" encoding="UTF-8" standalone="yes"?>
<Relationships xmlns="http://schemas.openxmlformats.org/package/2006/relationships"><Relationship Id="rId3" Type="http://schemas.openxmlformats.org/officeDocument/2006/relationships/image" Target="../media/image39.png"/><Relationship Id="rId2" Type="http://schemas.openxmlformats.org/officeDocument/2006/relationships/slideLayout" Target="../slideLayouts/slideLayout18.xml"/><Relationship Id="rId1" Type="http://schemas.openxmlformats.org/officeDocument/2006/relationships/tags" Target="../tags/tag17.xml"/><Relationship Id="rId6" Type="http://schemas.openxmlformats.org/officeDocument/2006/relationships/image" Target="../media/image44.png"/><Relationship Id="rId5" Type="http://schemas.openxmlformats.org/officeDocument/2006/relationships/image" Target="../media/image370.png"/><Relationship Id="rId4" Type="http://schemas.openxmlformats.org/officeDocument/2006/relationships/image" Target="../media/image40.png"/></Relationships>
</file>

<file path=ppt/slides/_rels/slide40.xml.rels><?xml version="1.0" encoding="UTF-8" standalone="yes"?>
<Relationships xmlns="http://schemas.openxmlformats.org/package/2006/relationships"><Relationship Id="rId3" Type="http://schemas.openxmlformats.org/officeDocument/2006/relationships/image" Target="../media/image46.png"/><Relationship Id="rId2" Type="http://schemas.openxmlformats.org/officeDocument/2006/relationships/image" Target="../media/image45.png"/><Relationship Id="rId1" Type="http://schemas.openxmlformats.org/officeDocument/2006/relationships/slideLayout" Target="../slideLayouts/slideLayout18.xml"/><Relationship Id="rId5" Type="http://schemas.openxmlformats.org/officeDocument/2006/relationships/image" Target="../media/image48.png"/><Relationship Id="rId4" Type="http://schemas.openxmlformats.org/officeDocument/2006/relationships/image" Target="../media/image47.png"/></Relationships>
</file>

<file path=ppt/slides/_rels/slide41.xml.rels><?xml version="1.0" encoding="UTF-8" standalone="yes"?>
<Relationships xmlns="http://schemas.openxmlformats.org/package/2006/relationships"><Relationship Id="rId2" Type="http://schemas.openxmlformats.org/officeDocument/2006/relationships/image" Target="../media/image49.png"/><Relationship Id="rId1" Type="http://schemas.openxmlformats.org/officeDocument/2006/relationships/slideLayout" Target="../slideLayouts/slideLayout18.xml"/></Relationships>
</file>

<file path=ppt/slides/_rels/slide42.xml.rels><?xml version="1.0" encoding="UTF-8" standalone="yes"?>
<Relationships xmlns="http://schemas.openxmlformats.org/package/2006/relationships"><Relationship Id="rId3" Type="http://schemas.openxmlformats.org/officeDocument/2006/relationships/image" Target="../media/image46.png"/><Relationship Id="rId2" Type="http://schemas.openxmlformats.org/officeDocument/2006/relationships/image" Target="../media/image45.png"/><Relationship Id="rId1" Type="http://schemas.openxmlformats.org/officeDocument/2006/relationships/slideLayout" Target="../slideLayouts/slideLayout18.xml"/><Relationship Id="rId5" Type="http://schemas.openxmlformats.org/officeDocument/2006/relationships/image" Target="../media/image51.png"/><Relationship Id="rId4" Type="http://schemas.openxmlformats.org/officeDocument/2006/relationships/image" Target="../media/image48.png"/></Relationships>
</file>

<file path=ppt/slides/_rels/slide4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8.xml"/></Relationships>
</file>

<file path=ppt/slides/_rels/slide44.xml.rels><?xml version="1.0" encoding="UTF-8" standalone="yes"?>
<Relationships xmlns="http://schemas.openxmlformats.org/package/2006/relationships"><Relationship Id="rId3" Type="http://schemas.openxmlformats.org/officeDocument/2006/relationships/image" Target="../media/image150.png"/><Relationship Id="rId2" Type="http://schemas.openxmlformats.org/officeDocument/2006/relationships/slideLayout" Target="../slideLayouts/slideLayout18.xml"/><Relationship Id="rId1" Type="http://schemas.openxmlformats.org/officeDocument/2006/relationships/tags" Target="../tags/tag18.xml"/><Relationship Id="rId6" Type="http://schemas.openxmlformats.org/officeDocument/2006/relationships/image" Target="../media/image53.svg"/><Relationship Id="rId5" Type="http://schemas.openxmlformats.org/officeDocument/2006/relationships/image" Target="../media/image170.png"/><Relationship Id="rId4" Type="http://schemas.openxmlformats.org/officeDocument/2006/relationships/image" Target="../media/image52.jpg"/></Relationships>
</file>

<file path=ppt/slides/_rels/slide45.xml.rels><?xml version="1.0" encoding="UTF-8" standalone="yes"?>
<Relationships xmlns="http://schemas.openxmlformats.org/package/2006/relationships"><Relationship Id="rId3" Type="http://schemas.openxmlformats.org/officeDocument/2006/relationships/image" Target="../media/image52.jpg"/><Relationship Id="rId2" Type="http://schemas.openxmlformats.org/officeDocument/2006/relationships/image" Target="../media/image190.png"/><Relationship Id="rId1" Type="http://schemas.openxmlformats.org/officeDocument/2006/relationships/slideLayout" Target="../slideLayouts/slideLayout18.xml"/></Relationships>
</file>

<file path=ppt/slides/_rels/slide46.xml.rels><?xml version="1.0" encoding="UTF-8" standalone="yes"?>
<Relationships xmlns="http://schemas.openxmlformats.org/package/2006/relationships"><Relationship Id="rId3" Type="http://schemas.openxmlformats.org/officeDocument/2006/relationships/image" Target="../media/image52.jpg"/><Relationship Id="rId2" Type="http://schemas.openxmlformats.org/officeDocument/2006/relationships/image" Target="../media/image190.png"/><Relationship Id="rId1" Type="http://schemas.openxmlformats.org/officeDocument/2006/relationships/slideLayout" Target="../slideLayouts/slideLayout18.xml"/><Relationship Id="rId5" Type="http://schemas.openxmlformats.org/officeDocument/2006/relationships/image" Target="../media/image210.png"/><Relationship Id="rId4" Type="http://schemas.openxmlformats.org/officeDocument/2006/relationships/image" Target="../media/image54.png"/></Relationships>
</file>

<file path=ppt/slides/_rels/slide47.xml.rels><?xml version="1.0" encoding="UTF-8" standalone="yes"?>
<Relationships xmlns="http://schemas.openxmlformats.org/package/2006/relationships"><Relationship Id="rId3" Type="http://schemas.openxmlformats.org/officeDocument/2006/relationships/image" Target="../media/image230.png"/><Relationship Id="rId2" Type="http://schemas.openxmlformats.org/officeDocument/2006/relationships/image" Target="../media/image220.png"/><Relationship Id="rId1" Type="http://schemas.openxmlformats.org/officeDocument/2006/relationships/slideLayout" Target="../slideLayouts/slideLayout18.xml"/><Relationship Id="rId5" Type="http://schemas.openxmlformats.org/officeDocument/2006/relationships/image" Target="../media/image52.jpg"/><Relationship Id="rId4" Type="http://schemas.openxmlformats.org/officeDocument/2006/relationships/image" Target="../media/image190.png"/></Relationships>
</file>

<file path=ppt/slides/_rels/slide48.xml.rels><?xml version="1.0" encoding="UTF-8" standalone="yes"?>
<Relationships xmlns="http://schemas.openxmlformats.org/package/2006/relationships"><Relationship Id="rId3" Type="http://schemas.openxmlformats.org/officeDocument/2006/relationships/image" Target="../media/image230.png"/><Relationship Id="rId2" Type="http://schemas.openxmlformats.org/officeDocument/2006/relationships/image" Target="../media/image220.png"/><Relationship Id="rId1" Type="http://schemas.openxmlformats.org/officeDocument/2006/relationships/slideLayout" Target="../slideLayouts/slideLayout18.xml"/><Relationship Id="rId4" Type="http://schemas.openxmlformats.org/officeDocument/2006/relationships/image" Target="../media/image52.jpg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83" name="그림 182" descr="GitHub - tomduck/electrostatics: Electrostatic field line and equipotential  contour diagrams · GitHub">
            <a:extLst>
              <a:ext uri="{FF2B5EF4-FFF2-40B4-BE49-F238E27FC236}">
                <a16:creationId xmlns:a16="http://schemas.microsoft.com/office/drawing/2014/main" id="{B8B6668B-4134-8726-B607-F9BB4BD6D775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-1545771" y="-64886"/>
            <a:ext cx="9775371" cy="7331528"/>
          </a:xfrm>
          <a:prstGeom prst="rect">
            <a:avLst/>
          </a:prstGeom>
          <a:noFill/>
        </p:spPr>
      </p:pic>
      <p:sp>
        <p:nvSpPr>
          <p:cNvPr id="7" name="직사각형 6">
            <a:extLst>
              <a:ext uri="{FF2B5EF4-FFF2-40B4-BE49-F238E27FC236}">
                <a16:creationId xmlns:a16="http://schemas.microsoft.com/office/drawing/2014/main" id="{1988447A-651A-7674-B384-7B128617E260}"/>
              </a:ext>
            </a:extLst>
          </p:cNvPr>
          <p:cNvSpPr/>
          <p:nvPr/>
        </p:nvSpPr>
        <p:spPr>
          <a:xfrm>
            <a:off x="-1" y="0"/>
            <a:ext cx="11584641" cy="6858000"/>
          </a:xfrm>
          <a:prstGeom prst="rect">
            <a:avLst/>
          </a:prstGeom>
          <a:gradFill>
            <a:gsLst>
              <a:gs pos="0">
                <a:schemeClr val="bg1">
                  <a:alpha val="88000"/>
                </a:schemeClr>
              </a:gs>
              <a:gs pos="8000">
                <a:schemeClr val="bg1">
                  <a:alpha val="70000"/>
                </a:schemeClr>
              </a:gs>
              <a:gs pos="19000">
                <a:schemeClr val="bg1">
                  <a:alpha val="60000"/>
                </a:schemeClr>
              </a:gs>
              <a:gs pos="40000">
                <a:schemeClr val="bg1"/>
              </a:gs>
            </a:gsLst>
            <a:lin ang="18900000" scaled="0"/>
          </a:gradFill>
          <a:ln>
            <a:solidFill>
              <a:schemeClr val="bg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2" name="제목 1">
            <a:extLst>
              <a:ext uri="{FF2B5EF4-FFF2-40B4-BE49-F238E27FC236}">
                <a16:creationId xmlns:a16="http://schemas.microsoft.com/office/drawing/2014/main" id="{9087F190-AF04-3CAF-D892-F9146164ED6B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759012" y="406400"/>
            <a:ext cx="6992471" cy="2387600"/>
          </a:xfrm>
        </p:spPr>
        <p:txBody>
          <a:bodyPr>
            <a:normAutofit/>
          </a:bodyPr>
          <a:lstStyle/>
          <a:p>
            <a:pPr algn="l"/>
            <a:r>
              <a:rPr lang="en-US" altLang="ko-KR" sz="5200" dirty="0"/>
              <a:t>AI</a:t>
            </a:r>
            <a:r>
              <a:rPr lang="ko-KR" altLang="en-US" sz="5200" dirty="0"/>
              <a:t>를 활용한 전하 분포 </a:t>
            </a:r>
            <a:r>
              <a:rPr lang="ko-KR" altLang="en-US" sz="5200" dirty="0" err="1"/>
              <a:t>역추정</a:t>
            </a:r>
            <a:endParaRPr lang="ko-KR" altLang="en-US" sz="5200" dirty="0"/>
          </a:p>
        </p:txBody>
      </p:sp>
      <p:sp>
        <p:nvSpPr>
          <p:cNvPr id="3" name="부제목 2">
            <a:extLst>
              <a:ext uri="{FF2B5EF4-FFF2-40B4-BE49-F238E27FC236}">
                <a16:creationId xmlns:a16="http://schemas.microsoft.com/office/drawing/2014/main" id="{76452ABD-CDF8-B89F-0707-5D1691B6D25A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7512424" y="3659982"/>
            <a:ext cx="3287058" cy="1655762"/>
          </a:xfrm>
        </p:spPr>
        <p:txBody>
          <a:bodyPr>
            <a:normAutofit/>
          </a:bodyPr>
          <a:lstStyle/>
          <a:p>
            <a:pPr algn="r"/>
            <a:r>
              <a:rPr lang="ko-KR" altLang="en-US" sz="1500" dirty="0" err="1"/>
              <a:t>단국대학교부속소프트웨어고등학교</a:t>
            </a:r>
            <a:endParaRPr lang="en-US" altLang="ko-KR" sz="1500" dirty="0"/>
          </a:p>
          <a:p>
            <a:pPr algn="r"/>
            <a:r>
              <a:rPr lang="ko-KR" altLang="en-US" sz="1500" dirty="0"/>
              <a:t>인공지능 소프트웨어학과</a:t>
            </a:r>
            <a:endParaRPr lang="en-US" altLang="ko-KR" sz="1500" dirty="0"/>
          </a:p>
          <a:p>
            <a:pPr algn="r"/>
            <a:r>
              <a:rPr lang="en-US" altLang="ko-KR" sz="1500" dirty="0"/>
              <a:t>2</a:t>
            </a:r>
            <a:r>
              <a:rPr lang="ko-KR" altLang="en-US" sz="1500" dirty="0"/>
              <a:t>학년 </a:t>
            </a:r>
            <a:r>
              <a:rPr lang="en-US" altLang="ko-KR" sz="1500" dirty="0"/>
              <a:t>2</a:t>
            </a:r>
            <a:r>
              <a:rPr lang="ko-KR" altLang="en-US" sz="1500" dirty="0"/>
              <a:t>반 </a:t>
            </a:r>
            <a:r>
              <a:rPr lang="en-US" altLang="ko-KR" sz="1500" dirty="0"/>
              <a:t>12</a:t>
            </a:r>
            <a:r>
              <a:rPr lang="ko-KR" altLang="en-US" sz="1500" dirty="0"/>
              <a:t>번 </a:t>
            </a:r>
            <a:endParaRPr lang="en-US" altLang="ko-KR" sz="1500" dirty="0"/>
          </a:p>
          <a:p>
            <a:pPr algn="r"/>
            <a:r>
              <a:rPr lang="ko-KR" altLang="en-US" sz="1500" dirty="0"/>
              <a:t>오연우</a:t>
            </a:r>
            <a:endParaRPr lang="en-US" altLang="ko-KR" sz="1500" dirty="0"/>
          </a:p>
          <a:p>
            <a:pPr algn="r"/>
            <a:r>
              <a:rPr lang="en-US" altLang="ko-KR" sz="1500" dirty="0"/>
              <a:t>010-3740-4325</a:t>
            </a:r>
            <a:endParaRPr lang="ko-KR" altLang="en-US" sz="1500" dirty="0"/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A0F1D0AE-0809-55A2-50D5-E07C23A03EBA}"/>
              </a:ext>
            </a:extLst>
          </p:cNvPr>
          <p:cNvSpPr txBox="1"/>
          <p:nvPr/>
        </p:nvSpPr>
        <p:spPr>
          <a:xfrm>
            <a:off x="759012" y="914399"/>
            <a:ext cx="1635384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ko-KR" dirty="0">
                <a:solidFill>
                  <a:schemeClr val="accent2"/>
                </a:solidFill>
              </a:rPr>
              <a:t>[AI &amp; Physics]</a:t>
            </a:r>
            <a:endParaRPr lang="ko-KR" altLang="en-US" dirty="0">
              <a:solidFill>
                <a:schemeClr val="accent2"/>
              </a:solidFill>
            </a:endParaRPr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B9F36D4F-DDBA-7F6D-D1CB-92EF3AA6C5F7}"/>
              </a:ext>
            </a:extLst>
          </p:cNvPr>
          <p:cNvSpPr txBox="1"/>
          <p:nvPr/>
        </p:nvSpPr>
        <p:spPr>
          <a:xfrm>
            <a:off x="950259" y="2828687"/>
            <a:ext cx="5843395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ko-KR" dirty="0"/>
              <a:t>Electric Charge Distribution Inverse Estimating with AI</a:t>
            </a:r>
            <a:endParaRPr lang="ko-KR" altLang="en-US" dirty="0"/>
          </a:p>
        </p:txBody>
      </p:sp>
      <p:sp>
        <p:nvSpPr>
          <p:cNvPr id="6" name="부제목 2">
            <a:extLst>
              <a:ext uri="{FF2B5EF4-FFF2-40B4-BE49-F238E27FC236}">
                <a16:creationId xmlns:a16="http://schemas.microsoft.com/office/drawing/2014/main" id="{6081D9EA-CF99-AFD1-53CC-472B830753FD}"/>
              </a:ext>
            </a:extLst>
          </p:cNvPr>
          <p:cNvSpPr txBox="1">
            <a:spLocks/>
          </p:cNvSpPr>
          <p:nvPr/>
        </p:nvSpPr>
        <p:spPr>
          <a:xfrm>
            <a:off x="6793654" y="3659982"/>
            <a:ext cx="3287058" cy="1655762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>
            <a:lvl1pPr marL="0" indent="0" algn="ctr" defTabSz="914400" rtl="0" eaLnBrk="1" latinLnBrk="1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None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indent="0" algn="ctr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indent="0" algn="ctr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indent="0" algn="ctr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indent="0" algn="ctr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indent="0" algn="ctr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indent="0" algn="ctr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indent="0" algn="ctr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indent="0" algn="ctr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l"/>
            <a:r>
              <a:rPr lang="en-US" altLang="ko-KR" sz="1500" dirty="0"/>
              <a:t>School:</a:t>
            </a:r>
          </a:p>
          <a:p>
            <a:pPr algn="l"/>
            <a:r>
              <a:rPr lang="en-US" altLang="ko-KR" sz="1500" dirty="0"/>
              <a:t>Department:</a:t>
            </a:r>
          </a:p>
          <a:p>
            <a:pPr algn="l"/>
            <a:r>
              <a:rPr lang="en-US" altLang="ko-KR" sz="1500" dirty="0"/>
              <a:t>Class and</a:t>
            </a:r>
            <a:r>
              <a:rPr lang="ko-KR" altLang="en-US" sz="1500" dirty="0"/>
              <a:t> </a:t>
            </a:r>
            <a:r>
              <a:rPr lang="en-US" altLang="ko-KR" sz="1500" dirty="0"/>
              <a:t>Number:</a:t>
            </a:r>
          </a:p>
          <a:p>
            <a:pPr algn="l"/>
            <a:r>
              <a:rPr lang="en-US" altLang="ko-KR" sz="1500" dirty="0"/>
              <a:t>Name:</a:t>
            </a:r>
          </a:p>
          <a:p>
            <a:pPr algn="l"/>
            <a:r>
              <a:rPr lang="en-US" altLang="ko-KR" sz="1500" dirty="0"/>
              <a:t>H.P:</a:t>
            </a:r>
          </a:p>
        </p:txBody>
      </p:sp>
    </p:spTree>
    <p:extLst>
      <p:ext uri="{BB962C8B-B14F-4D97-AF65-F5344CB8AC3E}">
        <p14:creationId xmlns:p14="http://schemas.microsoft.com/office/powerpoint/2010/main" val="3694522991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8F9FC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7B6ED5B7-F4FF-5D58-1496-805765AC91A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 dirty="0"/>
              <a:t>목차</a:t>
            </a:r>
          </a:p>
        </p:txBody>
      </p:sp>
      <p:sp>
        <p:nvSpPr>
          <p:cNvPr id="3" name="내용 개체 틀 2">
            <a:extLst>
              <a:ext uri="{FF2B5EF4-FFF2-40B4-BE49-F238E27FC236}">
                <a16:creationId xmlns:a16="http://schemas.microsoft.com/office/drawing/2014/main" id="{7BCAA9C7-8BC1-5B83-AD83-74E2D21CD892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marL="0" indent="0">
              <a:buNone/>
            </a:pPr>
            <a:r>
              <a:rPr lang="ko-KR" altLang="en-US" dirty="0"/>
              <a:t>탐구 정체성</a:t>
            </a:r>
            <a:endParaRPr lang="en-US" altLang="ko-KR" dirty="0"/>
          </a:p>
          <a:p>
            <a:pPr marL="0" indent="0">
              <a:buNone/>
            </a:pPr>
            <a:r>
              <a:rPr lang="ko-KR" altLang="en-US" dirty="0"/>
              <a:t>탐구 동기</a:t>
            </a:r>
            <a:endParaRPr lang="en-US" altLang="ko-KR" dirty="0"/>
          </a:p>
          <a:p>
            <a:pPr marL="0" indent="0">
              <a:buNone/>
            </a:pPr>
            <a:r>
              <a:rPr lang="ko-KR" altLang="en-US" dirty="0"/>
              <a:t>탐구 과정</a:t>
            </a:r>
            <a:endParaRPr lang="en-US" altLang="ko-KR" dirty="0"/>
          </a:p>
          <a:p>
            <a:pPr marL="0" indent="0">
              <a:buNone/>
            </a:pPr>
            <a:r>
              <a:rPr lang="ko-KR" altLang="en-US" dirty="0"/>
              <a:t>탐구 결과</a:t>
            </a:r>
            <a:endParaRPr lang="en-US" altLang="ko-KR" dirty="0"/>
          </a:p>
          <a:p>
            <a:pPr marL="0" indent="0">
              <a:buNone/>
            </a:pPr>
            <a:r>
              <a:rPr lang="ko-KR" altLang="en-US" dirty="0"/>
              <a:t>결과 해석</a:t>
            </a:r>
            <a:endParaRPr lang="en-US" altLang="ko-KR" dirty="0"/>
          </a:p>
          <a:p>
            <a:pPr marL="0" indent="0">
              <a:buNone/>
            </a:pPr>
            <a:r>
              <a:rPr lang="ko-KR" altLang="en-US" dirty="0"/>
              <a:t>느낀 점</a:t>
            </a:r>
            <a:endParaRPr lang="en-US" altLang="ko-KR" dirty="0"/>
          </a:p>
          <a:p>
            <a:pPr marL="0" indent="0">
              <a:buNone/>
            </a:pPr>
            <a:endParaRPr lang="en-US" altLang="ko-KR" dirty="0"/>
          </a:p>
          <a:p>
            <a:pPr marL="0" indent="0">
              <a:buNone/>
            </a:pPr>
            <a:r>
              <a:rPr lang="en-US" altLang="ko-KR" i="1" dirty="0">
                <a:latin typeface="Cambria Math" panose="02040503050406030204" pitchFamily="18" charset="0"/>
                <a:ea typeface="Cambria Math" panose="02040503050406030204" pitchFamily="18" charset="0"/>
              </a:rPr>
              <a:t>Details</a:t>
            </a:r>
            <a:endParaRPr lang="ko-KR" altLang="en-US" i="1" dirty="0">
              <a:latin typeface="Cambria Math" panose="02040503050406030204" pitchFamily="18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2241571029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8F9FC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1493BF9A-1DA7-2A01-6C49-692FCF396CA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 dirty="0"/>
              <a:t>탐구 정체성</a:t>
            </a:r>
          </a:p>
        </p:txBody>
      </p:sp>
      <p:sp>
        <p:nvSpPr>
          <p:cNvPr id="3" name="내용 개체 틀 2">
            <a:extLst>
              <a:ext uri="{FF2B5EF4-FFF2-40B4-BE49-F238E27FC236}">
                <a16:creationId xmlns:a16="http://schemas.microsoft.com/office/drawing/2014/main" id="{67627361-C53E-F7A6-D55E-C4BBC40CF880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marL="0" indent="0">
              <a:buNone/>
            </a:pPr>
            <a:r>
              <a:rPr lang="ko-KR" altLang="en-US" dirty="0">
                <a:latin typeface="+mn-ea"/>
              </a:rPr>
              <a:t>전하로부터 전위를 구하는 교과 과정에서 역으로 확장해</a:t>
            </a:r>
            <a:endParaRPr lang="en-US" altLang="ko-KR" dirty="0">
              <a:latin typeface="+mn-ea"/>
            </a:endParaRPr>
          </a:p>
          <a:p>
            <a:pPr marL="0" indent="0">
              <a:buNone/>
            </a:pPr>
            <a:endParaRPr lang="en-US" altLang="ko-KR" dirty="0">
              <a:latin typeface="+mn-ea"/>
            </a:endParaRPr>
          </a:p>
          <a:p>
            <a:pPr marL="0" indent="0">
              <a:buNone/>
            </a:pPr>
            <a:endParaRPr lang="en-US" altLang="ko-KR" sz="3000" b="1" dirty="0">
              <a:latin typeface="+mn-ea"/>
            </a:endParaRPr>
          </a:p>
          <a:p>
            <a:pPr marL="0" indent="0">
              <a:buNone/>
            </a:pPr>
            <a:endParaRPr lang="en-US" altLang="ko-KR" sz="3000" b="1" dirty="0">
              <a:latin typeface="+mn-ea"/>
            </a:endParaRPr>
          </a:p>
          <a:p>
            <a:pPr marL="0" indent="0">
              <a:buNone/>
            </a:pPr>
            <a:endParaRPr lang="en-US" altLang="ko-KR" sz="3000" b="1" dirty="0">
              <a:latin typeface="+mn-ea"/>
            </a:endParaRPr>
          </a:p>
          <a:p>
            <a:pPr marL="0" indent="0">
              <a:buNone/>
            </a:pPr>
            <a:endParaRPr lang="en-US" altLang="ko-KR" sz="3000" b="1" dirty="0">
              <a:latin typeface="+mn-ea"/>
            </a:endParaRPr>
          </a:p>
          <a:p>
            <a:pPr marL="0" indent="0">
              <a:buNone/>
            </a:pPr>
            <a:endParaRPr lang="en-US" altLang="ko-KR" sz="3000" b="1" dirty="0">
              <a:latin typeface="+mn-ea"/>
            </a:endParaRPr>
          </a:p>
          <a:p>
            <a:pPr marL="0" indent="0">
              <a:buNone/>
            </a:pPr>
            <a:r>
              <a:rPr lang="ko-KR" altLang="en-US" sz="3200" b="1" dirty="0">
                <a:solidFill>
                  <a:schemeClr val="accent2">
                    <a:lumMod val="60000"/>
                    <a:lumOff val="40000"/>
                  </a:schemeClr>
                </a:solidFill>
                <a:latin typeface="+mn-ea"/>
              </a:rPr>
              <a:t>전위</a:t>
            </a:r>
            <a:r>
              <a:rPr lang="ko-KR" altLang="en-US" dirty="0">
                <a:latin typeface="+mn-ea"/>
              </a:rPr>
              <a:t>로부터 </a:t>
            </a:r>
            <a:r>
              <a:rPr lang="ko-KR" altLang="en-US" sz="3200" b="1" dirty="0">
                <a:solidFill>
                  <a:srgbClr val="00B0F0"/>
                </a:solidFill>
                <a:latin typeface="+mn-ea"/>
              </a:rPr>
              <a:t>전하의 </a:t>
            </a:r>
            <a:r>
              <a:rPr lang="en-US" altLang="ko-KR" sz="3200" b="1" dirty="0">
                <a:solidFill>
                  <a:srgbClr val="00B0F0"/>
                </a:solidFill>
                <a:latin typeface="+mn-ea"/>
              </a:rPr>
              <a:t>3</a:t>
            </a:r>
            <a:r>
              <a:rPr lang="ko-KR" altLang="en-US" sz="3200" b="1" dirty="0">
                <a:solidFill>
                  <a:srgbClr val="00B0F0"/>
                </a:solidFill>
                <a:latin typeface="+mn-ea"/>
              </a:rPr>
              <a:t>차원 분포</a:t>
            </a:r>
            <a:r>
              <a:rPr lang="ko-KR" altLang="en-US" dirty="0">
                <a:latin typeface="+mn-ea"/>
              </a:rPr>
              <a:t>를 </a:t>
            </a:r>
            <a:r>
              <a:rPr lang="en-US" altLang="ko-KR" sz="3200" b="1" dirty="0">
                <a:solidFill>
                  <a:schemeClr val="accent2">
                    <a:lumMod val="60000"/>
                    <a:lumOff val="40000"/>
                  </a:schemeClr>
                </a:solidFill>
                <a:latin typeface="+mn-ea"/>
              </a:rPr>
              <a:t>AI</a:t>
            </a:r>
            <a:r>
              <a:rPr lang="ko-KR" altLang="en-US" sz="3200" b="1" dirty="0">
                <a:solidFill>
                  <a:schemeClr val="accent2">
                    <a:lumMod val="60000"/>
                    <a:lumOff val="40000"/>
                  </a:schemeClr>
                </a:solidFill>
                <a:latin typeface="+mn-ea"/>
              </a:rPr>
              <a:t>로</a:t>
            </a:r>
            <a:r>
              <a:rPr lang="ko-KR" altLang="en-US" dirty="0">
                <a:latin typeface="+mn-ea"/>
              </a:rPr>
              <a:t> 추정한다</a:t>
            </a:r>
            <a:r>
              <a:rPr lang="en-US" altLang="ko-KR" dirty="0">
                <a:latin typeface="+mn-ea"/>
              </a:rPr>
              <a:t>.</a:t>
            </a:r>
          </a:p>
        </p:txBody>
      </p:sp>
      <p:pic>
        <p:nvPicPr>
          <p:cNvPr id="5" name="그림 4">
            <a:extLst>
              <a:ext uri="{FF2B5EF4-FFF2-40B4-BE49-F238E27FC236}">
                <a16:creationId xmlns:a16="http://schemas.microsoft.com/office/drawing/2014/main" id="{88118451-CD8D-2A13-ED1A-F133DF1BF4AB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921903" y="2380558"/>
            <a:ext cx="3366628" cy="2324121"/>
          </a:xfrm>
          <a:prstGeom prst="rect">
            <a:avLst/>
          </a:prstGeom>
        </p:spPr>
      </p:pic>
      <p:sp>
        <p:nvSpPr>
          <p:cNvPr id="7" name="TextBox 6">
            <a:extLst>
              <a:ext uri="{FF2B5EF4-FFF2-40B4-BE49-F238E27FC236}">
                <a16:creationId xmlns:a16="http://schemas.microsoft.com/office/drawing/2014/main" id="{962D570C-6B9B-9B81-301A-B7B34BD0E8FF}"/>
              </a:ext>
            </a:extLst>
          </p:cNvPr>
          <p:cNvSpPr txBox="1"/>
          <p:nvPr/>
        </p:nvSpPr>
        <p:spPr>
          <a:xfrm>
            <a:off x="4034396" y="4800294"/>
            <a:ext cx="4737394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ko-KR" altLang="en-US" dirty="0"/>
              <a:t>출처</a:t>
            </a:r>
            <a:r>
              <a:rPr lang="en-US" altLang="ko-KR" dirty="0"/>
              <a:t>: </a:t>
            </a:r>
            <a:r>
              <a:rPr lang="ko-KR" altLang="en-US" dirty="0"/>
              <a:t>천재교과서 물리학</a:t>
            </a:r>
            <a:r>
              <a:rPr lang="en-US" altLang="ko-KR" dirty="0"/>
              <a:t>(</a:t>
            </a:r>
            <a:r>
              <a:rPr lang="ko-KR" altLang="en-US" dirty="0" err="1"/>
              <a:t>최혁준</a:t>
            </a:r>
            <a:r>
              <a:rPr lang="en-US" altLang="ko-KR" dirty="0"/>
              <a:t>)</a:t>
            </a:r>
            <a:endParaRPr lang="ko-KR" altLang="en-US" dirty="0"/>
          </a:p>
        </p:txBody>
      </p:sp>
      <p:pic>
        <p:nvPicPr>
          <p:cNvPr id="9" name="그림 8">
            <a:extLst>
              <a:ext uri="{FF2B5EF4-FFF2-40B4-BE49-F238E27FC236}">
                <a16:creationId xmlns:a16="http://schemas.microsoft.com/office/drawing/2014/main" id="{D08E783A-BCCF-66D9-A9C3-147BA191215D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8627923" y="2477449"/>
            <a:ext cx="2028840" cy="828681"/>
          </a:xfrm>
          <a:prstGeom prst="rect">
            <a:avLst/>
          </a:prstGeom>
        </p:spPr>
      </p:pic>
      <p:pic>
        <p:nvPicPr>
          <p:cNvPr id="11" name="그림 10">
            <a:extLst>
              <a:ext uri="{FF2B5EF4-FFF2-40B4-BE49-F238E27FC236}">
                <a16:creationId xmlns:a16="http://schemas.microsoft.com/office/drawing/2014/main" id="{CE644F7D-4FD8-DFCC-5C5A-F7C7DCDD4360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8771790" y="3638410"/>
            <a:ext cx="2114565" cy="523879"/>
          </a:xfrm>
          <a:prstGeom prst="rect">
            <a:avLst/>
          </a:prstGeom>
        </p:spPr>
      </p:pic>
      <p:pic>
        <p:nvPicPr>
          <p:cNvPr id="14" name="그림 13">
            <a:extLst>
              <a:ext uri="{FF2B5EF4-FFF2-40B4-BE49-F238E27FC236}">
                <a16:creationId xmlns:a16="http://schemas.microsoft.com/office/drawing/2014/main" id="{E9CA3767-BB74-E180-32AF-DEB9D362A6E7}"/>
              </a:ext>
            </a:extLst>
      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4428471" y="2380558"/>
            <a:ext cx="3875875" cy="2324121"/>
          </a:xfrm>
          <a:prstGeom prst="rect">
            <a:avLst/>
          </a:prstGeom>
        </p:spPr>
      </p:pic>
    </p:spTree>
    <p:custDataLst>
      <p:tags r:id="rId1"/>
    </p:custDataLst>
    <p:extLst>
      <p:ext uri="{BB962C8B-B14F-4D97-AF65-F5344CB8AC3E}">
        <p14:creationId xmlns:p14="http://schemas.microsoft.com/office/powerpoint/2010/main" val="2495466580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200"/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8" fill="hold">
                            <p:stCondLst>
                              <p:cond delay="200"/>
                            </p:stCondLst>
                            <p:childTnLst>
                              <p:par>
                                <p:cTn id="9" presetID="10" presetClass="entr" presetSubtype="0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1" dur="200"/>
                                        <p:tgtEl>
                                          <p:spTgt spid="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2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4" dur="20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5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200"/>
                                        <p:tgtEl>
                                          <p:spTgt spid="1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8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0" dur="200"/>
                                        <p:tgtEl>
                                          <p:spTgt spid="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21" fill="hold">
                            <p:stCondLst>
                              <p:cond delay="400"/>
                            </p:stCondLst>
                            <p:childTnLst>
                              <p:par>
                                <p:cTn id="22" presetID="10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4" dur="200"/>
                                        <p:tgtEl>
                                          <p:spTgt spid="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5" fill="hold">
                      <p:stCondLst>
                        <p:cond delay="indefinite"/>
                      </p:stCondLst>
                      <p:childTnLst>
                        <p:par>
                          <p:cTn id="26" fill="hold">
                            <p:stCondLst>
                              <p:cond delay="0"/>
                            </p:stCondLst>
                            <p:childTnLst>
                              <p:par>
                                <p:cTn id="27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iterate type="lt">
                                    <p:tmAbs val="100"/>
                                  </p:iterate>
                                  <p:childTnLst>
                                    <p:set>
                                      <p:cBhvr>
                                        <p:cTn id="2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uiExpand="1" build="p"/>
      <p:bldP spid="7" grpId="0"/>
    </p:bldLst>
  </p:timing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8F9FC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F04384F6-5742-5792-DC34-A2919F08AB6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1" name="그림 10">
            <a:extLst>
              <a:ext uri="{FF2B5EF4-FFF2-40B4-BE49-F238E27FC236}">
                <a16:creationId xmlns:a16="http://schemas.microsoft.com/office/drawing/2014/main" id="{7878F7C8-B08E-BC56-7800-34711E415A79}"/>
              </a:ext>
            </a:extLst>
          </p:cNvPr>
          <p:cNvPicPr>
            <a:picLocks noChangeAspect="1"/>
          </p:cNvPicPr>
          <p:nvPr/>
        </p:nvPicPr>
        <p:blipFill>
          <a:blip r:embed="rId2"/>
          <a:srcRect l="5705" t="25333" r="66892" b="4359"/>
          <a:stretch>
            <a:fillRect/>
          </a:stretch>
        </p:blipFill>
        <p:spPr>
          <a:xfrm>
            <a:off x="4029716" y="446953"/>
            <a:ext cx="4132567" cy="5964094"/>
          </a:xfrm>
          <a:custGeom>
            <a:avLst/>
            <a:gdLst>
              <a:gd name="csX0" fmla="*/ 0 w 3340987"/>
              <a:gd name="csY0" fmla="*/ 0 h 4821691"/>
              <a:gd name="csX1" fmla="*/ 3340987 w 3340987"/>
              <a:gd name="csY1" fmla="*/ 0 h 4821691"/>
              <a:gd name="csX2" fmla="*/ 3340987 w 3340987"/>
              <a:gd name="csY2" fmla="*/ 4821691 h 4821691"/>
              <a:gd name="csX3" fmla="*/ 0 w 3340987"/>
              <a:gd name="csY3" fmla="*/ 4821691 h 4821691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</a:cxnLst>
            <a:rect l="l" t="t" r="r" b="b"/>
            <a:pathLst>
              <a:path w="3340987" h="4821691">
                <a:moveTo>
                  <a:pt x="0" y="0"/>
                </a:moveTo>
                <a:lnTo>
                  <a:pt x="3340987" y="0"/>
                </a:lnTo>
                <a:lnTo>
                  <a:pt x="3340987" y="4821691"/>
                </a:lnTo>
                <a:lnTo>
                  <a:pt x="0" y="4821691"/>
                </a:lnTo>
                <a:close/>
              </a:path>
            </a:pathLst>
          </a:custGeom>
        </p:spPr>
      </p:pic>
      <p:sp>
        <p:nvSpPr>
          <p:cNvPr id="3" name="TextBox 2">
            <a:extLst>
              <a:ext uri="{FF2B5EF4-FFF2-40B4-BE49-F238E27FC236}">
                <a16:creationId xmlns:a16="http://schemas.microsoft.com/office/drawing/2014/main" id="{C6406849-1407-19D2-8AD8-5E37AB79A4A1}"/>
              </a:ext>
            </a:extLst>
          </p:cNvPr>
          <p:cNvSpPr txBox="1"/>
          <p:nvPr/>
        </p:nvSpPr>
        <p:spPr>
          <a:xfrm>
            <a:off x="658368" y="384048"/>
            <a:ext cx="10881360" cy="5232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800" b="1">
                <a:solidFill>
                  <a:srgbClr val="18233A"/>
                </a:solidFill>
              </a:defRPr>
            </a:pPr>
            <a:r>
              <a:rPr dirty="0"/>
              <a:t>1. </a:t>
            </a:r>
            <a:r>
              <a:rPr dirty="0" err="1"/>
              <a:t>탐구</a:t>
            </a:r>
            <a:r>
              <a:rPr dirty="0"/>
              <a:t> </a:t>
            </a:r>
            <a:r>
              <a:rPr dirty="0" err="1"/>
              <a:t>동기</a:t>
            </a:r>
            <a:endParaRPr dirty="0"/>
          </a:p>
        </p:txBody>
      </p:sp>
      <p:sp>
        <p:nvSpPr>
          <p:cNvPr id="12" name="직사각형 11">
            <a:extLst>
              <a:ext uri="{FF2B5EF4-FFF2-40B4-BE49-F238E27FC236}">
                <a16:creationId xmlns:a16="http://schemas.microsoft.com/office/drawing/2014/main" id="{F07AC7A4-0456-10D0-4E2B-77714D89D768}"/>
              </a:ext>
            </a:extLst>
          </p:cNvPr>
          <p:cNvSpPr/>
          <p:nvPr/>
        </p:nvSpPr>
        <p:spPr>
          <a:xfrm>
            <a:off x="4478906" y="3276600"/>
            <a:ext cx="3581400" cy="1533525"/>
          </a:xfrm>
          <a:prstGeom prst="rect">
            <a:avLst/>
          </a:prstGeom>
          <a:solidFill>
            <a:schemeClr val="bg1"/>
          </a:solidFill>
          <a:ln>
            <a:solidFill>
              <a:schemeClr val="bg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329045685"/>
      </p:ext>
    </p:extLst>
  </p:cSld>
  <p:clrMapOvr>
    <a:masterClrMapping/>
  </p:clrMapOvr>
  <mc:AlternateContent xmlns:mc="http://schemas.openxmlformats.org/markup-compatibility/2006">
    <mc:Choice xmlns:p14="http://schemas.microsoft.com/office/powerpoint/2010/main" Requires="p14">
      <p:transition spd="med" p14:dur="700">
        <p:fade/>
      </p:transition>
    </mc:Choice>
    <mc:Fallback>
      <p:transition spd="med">
        <p:fade/>
      </p:transition>
    </mc:Fallback>
  </mc:AlternateContent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8F9FC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" name="Rounded Rectangle 6">
            <a:extLst>
              <a:ext uri="{FF2B5EF4-FFF2-40B4-BE49-F238E27FC236}">
                <a16:creationId xmlns:a16="http://schemas.microsoft.com/office/drawing/2014/main" id="{1BC14763-48D4-D601-7D32-42FF5D51D465}"/>
              </a:ext>
            </a:extLst>
          </p:cNvPr>
          <p:cNvSpPr/>
          <p:nvPr/>
        </p:nvSpPr>
        <p:spPr>
          <a:xfrm>
            <a:off x="1049230" y="2721584"/>
            <a:ext cx="10093234" cy="1199876"/>
          </a:xfrm>
          <a:prstGeom prst="roundRect">
            <a:avLst/>
          </a:prstGeom>
          <a:solidFill>
            <a:srgbClr val="FFFFFF"/>
          </a:solidFill>
          <a:ln>
            <a:solidFill>
              <a:srgbClr val="E6EBF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sz="1800" b="0" i="0" u="none" strike="noStrike" kern="1200" cap="none" spc="0" normalizeH="0" baseline="0" noProof="0" dirty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Calibri"/>
              <a:ea typeface="+mn-ea"/>
              <a:cs typeface="+mn-cs"/>
            </a:endParaRPr>
          </a:p>
        </p:txBody>
      </p:sp>
      <p:sp>
        <p:nvSpPr>
          <p:cNvPr id="7" name="Rounded Rectangle 6"/>
          <p:cNvSpPr/>
          <p:nvPr/>
        </p:nvSpPr>
        <p:spPr>
          <a:xfrm>
            <a:off x="1049383" y="2721584"/>
            <a:ext cx="10093234" cy="1199876"/>
          </a:xfrm>
          <a:prstGeom prst="roundRect">
            <a:avLst/>
          </a:prstGeom>
          <a:solidFill>
            <a:srgbClr val="FFFFFF"/>
          </a:solidFill>
          <a:ln>
            <a:solidFill>
              <a:srgbClr val="E6EBF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sz="1800" b="0" i="0" u="none" strike="noStrike" kern="1200" cap="none" spc="0" normalizeH="0" baseline="0" noProof="0" dirty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Calibri"/>
              <a:ea typeface="+mn-ea"/>
              <a:cs typeface="+mn-cs"/>
            </a:endParaRP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16" name="TextBox 15">
                <a:extLst>
                  <a:ext uri="{FF2B5EF4-FFF2-40B4-BE49-F238E27FC236}">
                    <a16:creationId xmlns:a16="http://schemas.microsoft.com/office/drawing/2014/main" id="{FCB9916F-80A4-BD15-26B8-E072BDD4BC6D}"/>
                  </a:ext>
                </a:extLst>
              </p:cNvPr>
              <p:cNvSpPr txBox="1"/>
              <p:nvPr/>
            </p:nvSpPr>
            <p:spPr>
              <a:xfrm>
                <a:off x="4791849" y="2874676"/>
                <a:ext cx="2340078" cy="886589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/>
              <a:p>
                <a:pPr lvl="0" algn="ctr" defTabSz="457200" latinLnBrk="0">
                  <a:defRPr sz="2200" b="1">
                    <a:solidFill>
                      <a:srgbClr val="1F8987"/>
                    </a:solidFill>
                    <a:latin typeface="Cambria Math"/>
                  </a:defRPr>
                </a:pPr>
                <a14:m>
                  <m:oMathPara xmlns:m="http://schemas.openxmlformats.org/officeDocument/2006/math">
                    <m:oMath>
                      <m:r>
                        <a:rPr kumimoji="0" lang="en-US" sz="3000" b="1" i="1" u="none" strike="noStrike" kern="1200" cap="none" spc="0" normalizeH="0" baseline="0" noProof="0" dirty="0" smtClean="0">
                          <a:ln>
                            <a:noFill/>
                          </a:ln>
                          <a:solidFill>
                            <a:schemeClr val="accent1">
                              <a:lumMod val="75000"/>
                            </a:schemeClr>
                          </a:solidFill>
                          <a:effectLst/>
                          <a:uLnTx/>
                          <a:uFillTx/>
                          <a:latin typeface="Cambria Math" panose="02040503050406030204" pitchFamily="18" charset="0"/>
                        </a:rPr>
                        <m:t>𝑽</m:t>
                      </m:r>
                      <m:r>
                        <a:rPr kumimoji="0" lang="en-US" sz="3000" b="1" i="1" u="none" strike="noStrike" kern="1200" cap="none" spc="0" normalizeH="0" baseline="0" noProof="0" dirty="0">
                          <a:ln>
                            <a:noFill/>
                          </a:ln>
                          <a:solidFill>
                            <a:schemeClr val="accent1">
                              <a:lumMod val="75000"/>
                            </a:schemeClr>
                          </a:solidFill>
                          <a:effectLst/>
                          <a:uLnTx/>
                          <a:uFillTx/>
                          <a:latin typeface="Cambria Math" panose="02040503050406030204" pitchFamily="18" charset="0"/>
                        </a:rPr>
                        <m:t> </m:t>
                      </m:r>
                      <m:r>
                        <a:rPr kumimoji="0" lang="en-US" sz="3000" b="1" i="1" u="none" strike="noStrike" kern="1200" cap="none" spc="0" normalizeH="0" baseline="0" noProof="0" dirty="0" smtClean="0">
                          <a:ln>
                            <a:noFill/>
                          </a:ln>
                          <a:solidFill>
                            <a:schemeClr val="accent1">
                              <a:lumMod val="75000"/>
                            </a:schemeClr>
                          </a:solidFill>
                          <a:effectLst/>
                          <a:uLnTx/>
                          <a:uFillTx/>
                          <a:latin typeface="Cambria Math" panose="02040503050406030204" pitchFamily="18" charset="0"/>
                        </a:rPr>
                        <m:t>  </m:t>
                      </m:r>
                      <m:r>
                        <a:rPr kumimoji="0" lang="en-US" sz="3000" b="1" i="1" u="none" strike="noStrike" kern="1200" cap="none" spc="0" normalizeH="0" baseline="0" noProof="0" dirty="0">
                          <a:ln>
                            <a:noFill/>
                          </a:ln>
                          <a:solidFill>
                            <a:schemeClr val="accent1">
                              <a:lumMod val="75000"/>
                            </a:schemeClr>
                          </a:solidFill>
                          <a:effectLst/>
                          <a:uLnTx/>
                          <a:uFillTx/>
                          <a:latin typeface="Cambria Math" panose="02040503050406030204" pitchFamily="18" charset="0"/>
                        </a:rPr>
                        <m:t>=</m:t>
                      </m:r>
                      <m:r>
                        <a:rPr kumimoji="0" lang="en-US" sz="3000" b="1" i="1" u="none" strike="noStrike" kern="1200" cap="none" spc="0" normalizeH="0" baseline="0" noProof="0" dirty="0" smtClean="0">
                          <a:ln>
                            <a:noFill/>
                          </a:ln>
                          <a:solidFill>
                            <a:schemeClr val="accent1">
                              <a:lumMod val="75000"/>
                            </a:schemeClr>
                          </a:solidFill>
                          <a:effectLst/>
                          <a:uLnTx/>
                          <a:uFillTx/>
                          <a:latin typeface="Cambria Math" panose="02040503050406030204" pitchFamily="18" charset="0"/>
                        </a:rPr>
                        <m:t>𝒌</m:t>
                      </m:r>
                      <m:f>
                        <m:fPr>
                          <m:ctrlPr>
                            <a:rPr kumimoji="0" lang="en-US" altLang="ko-KR" sz="3000" b="1" i="1" u="none" strike="noStrike" kern="1200" cap="none" spc="0" normalizeH="0" baseline="0" noProof="0" dirty="0" smtClean="0">
                              <a:ln>
                                <a:noFill/>
                              </a:ln>
                              <a:solidFill>
                                <a:schemeClr val="accent1">
                                  <a:lumMod val="75000"/>
                                </a:schemeClr>
                              </a:solidFill>
                              <a:effectLst/>
                              <a:uLnTx/>
                              <a:uFillTx/>
                              <a:latin typeface="Cambria Math" panose="02040503050406030204" pitchFamily="18" charset="0"/>
                            </a:rPr>
                          </m:ctrlPr>
                        </m:fPr>
                        <m:num>
                          <m:sSub>
                            <m:sSubPr>
                              <m:ctrlPr>
                                <a:rPr kumimoji="0" lang="en-US" altLang="ko-KR" sz="3000" b="1" i="1" u="none" strike="noStrike" kern="1200" cap="none" spc="0" normalizeH="0" baseline="0" noProof="0" dirty="0" smtClean="0">
                                  <a:ln>
                                    <a:noFill/>
                                  </a:ln>
                                  <a:solidFill>
                                    <a:schemeClr val="accent1">
                                      <a:lumMod val="75000"/>
                                    </a:schemeClr>
                                  </a:solidFill>
                                  <a:effectLst/>
                                  <a:uLnTx/>
                                  <a:uFillTx/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kumimoji="0" lang="en-US" altLang="ko-KR" sz="3000" b="1" i="1" u="none" strike="noStrike" kern="1200" cap="none" spc="0" normalizeH="0" baseline="0" noProof="0" dirty="0" smtClean="0">
                                  <a:ln>
                                    <a:noFill/>
                                  </a:ln>
                                  <a:solidFill>
                                    <a:schemeClr val="accent1">
                                      <a:lumMod val="75000"/>
                                    </a:schemeClr>
                                  </a:solidFill>
                                  <a:effectLst/>
                                  <a:uLnTx/>
                                  <a:uFillTx/>
                                  <a:latin typeface="Cambria Math" panose="02040503050406030204" pitchFamily="18" charset="0"/>
                                </a:rPr>
                                <m:t>𝒒</m:t>
                              </m:r>
                            </m:e>
                            <m:sub>
                              <m:r>
                                <a:rPr kumimoji="0" lang="en-US" altLang="ko-KR" sz="3000" b="1" i="1" u="none" strike="noStrike" kern="1200" cap="none" spc="0" normalizeH="0" baseline="0" noProof="0" dirty="0" smtClean="0">
                                  <a:ln>
                                    <a:noFill/>
                                  </a:ln>
                                  <a:solidFill>
                                    <a:schemeClr val="accent1">
                                      <a:lumMod val="75000"/>
                                    </a:schemeClr>
                                  </a:solidFill>
                                  <a:effectLst/>
                                  <a:uLnTx/>
                                  <a:uFillTx/>
                                  <a:latin typeface="Cambria Math" panose="02040503050406030204" pitchFamily="18" charset="0"/>
                                </a:rPr>
                                <m:t>𝟏</m:t>
                              </m:r>
                            </m:sub>
                          </m:sSub>
                          <m:sSub>
                            <m:sSubPr>
                              <m:ctrlPr>
                                <a:rPr kumimoji="0" lang="en-US" altLang="ko-KR" sz="3000" b="1" i="1" u="none" strike="noStrike" kern="1200" cap="none" spc="0" normalizeH="0" baseline="0" noProof="0" dirty="0" smtClean="0">
                                  <a:ln>
                                    <a:noFill/>
                                  </a:ln>
                                  <a:solidFill>
                                    <a:schemeClr val="accent1">
                                      <a:lumMod val="75000"/>
                                    </a:schemeClr>
                                  </a:solidFill>
                                  <a:effectLst/>
                                  <a:uLnTx/>
                                  <a:uFillTx/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kumimoji="0" lang="en-US" altLang="ko-KR" sz="3000" b="1" i="1" u="none" strike="noStrike" kern="1200" cap="none" spc="0" normalizeH="0" baseline="0" noProof="0" dirty="0" smtClean="0">
                                  <a:ln>
                                    <a:noFill/>
                                  </a:ln>
                                  <a:solidFill>
                                    <a:schemeClr val="accent1">
                                      <a:lumMod val="75000"/>
                                    </a:schemeClr>
                                  </a:solidFill>
                                  <a:effectLst/>
                                  <a:uLnTx/>
                                  <a:uFillTx/>
                                  <a:latin typeface="Cambria Math" panose="02040503050406030204" pitchFamily="18" charset="0"/>
                                </a:rPr>
                                <m:t>𝒒</m:t>
                              </m:r>
                            </m:e>
                            <m:sub>
                              <m:r>
                                <a:rPr kumimoji="0" lang="en-US" altLang="ko-KR" sz="3000" b="1" i="1" u="none" strike="noStrike" kern="1200" cap="none" spc="0" normalizeH="0" baseline="0" noProof="0" dirty="0" smtClean="0">
                                  <a:ln>
                                    <a:noFill/>
                                  </a:ln>
                                  <a:solidFill>
                                    <a:schemeClr val="accent1">
                                      <a:lumMod val="75000"/>
                                    </a:schemeClr>
                                  </a:solidFill>
                                  <a:effectLst/>
                                  <a:uLnTx/>
                                  <a:uFillTx/>
                                  <a:latin typeface="Cambria Math" panose="02040503050406030204" pitchFamily="18" charset="0"/>
                                </a:rPr>
                                <m:t>𝟐</m:t>
                              </m:r>
                            </m:sub>
                          </m:sSub>
                        </m:num>
                        <m:den>
                          <m:sSup>
                            <m:sSupPr>
                              <m:ctrlPr>
                                <a:rPr kumimoji="0" lang="en-US" altLang="ko-KR" sz="3000" b="1" i="1" u="none" strike="noStrike" kern="1200" cap="none" spc="0" normalizeH="0" baseline="0" noProof="0" dirty="0" smtClean="0">
                                  <a:ln>
                                    <a:noFill/>
                                  </a:ln>
                                  <a:solidFill>
                                    <a:schemeClr val="accent1">
                                      <a:lumMod val="75000"/>
                                    </a:schemeClr>
                                  </a:solidFill>
                                  <a:effectLst/>
                                  <a:uLnTx/>
                                  <a:uFillTx/>
                                  <a:latin typeface="Cambria Math" panose="02040503050406030204" pitchFamily="18" charset="0"/>
                                </a:rPr>
                              </m:ctrlPr>
                            </m:sSupPr>
                            <m:e>
                              <m:r>
                                <a:rPr kumimoji="0" lang="en-US" altLang="ko-KR" sz="3000" b="1" i="1" u="none" strike="noStrike" kern="1200" cap="none" spc="0" normalizeH="0" baseline="0" noProof="0" dirty="0" smtClean="0">
                                  <a:ln>
                                    <a:noFill/>
                                  </a:ln>
                                  <a:solidFill>
                                    <a:schemeClr val="accent1">
                                      <a:lumMod val="75000"/>
                                    </a:schemeClr>
                                  </a:solidFill>
                                  <a:effectLst/>
                                  <a:uLnTx/>
                                  <a:uFillTx/>
                                  <a:latin typeface="Cambria Math" panose="02040503050406030204" pitchFamily="18" charset="0"/>
                                </a:rPr>
                                <m:t>𝒓</m:t>
                              </m:r>
                            </m:e>
                            <m:sup>
                              <m:r>
                                <a:rPr kumimoji="0" lang="en-US" altLang="ko-KR" sz="3000" b="1" i="1" u="none" strike="noStrike" kern="1200" cap="none" spc="0" normalizeH="0" baseline="0" noProof="0" dirty="0" smtClean="0">
                                  <a:ln>
                                    <a:noFill/>
                                  </a:ln>
                                  <a:solidFill>
                                    <a:schemeClr val="accent1">
                                      <a:lumMod val="75000"/>
                                    </a:schemeClr>
                                  </a:solidFill>
                                  <a:effectLst/>
                                  <a:uLnTx/>
                                  <a:uFillTx/>
                                  <a:latin typeface="Cambria Math" panose="02040503050406030204" pitchFamily="18" charset="0"/>
                                </a:rPr>
                                <m:t>𝟐</m:t>
                              </m:r>
                            </m:sup>
                          </m:sSup>
                        </m:den>
                      </m:f>
                    </m:oMath>
                  </m:oMathPara>
                </a14:m>
                <a:endParaRPr sz="3000" dirty="0"/>
              </a:p>
            </p:txBody>
          </p:sp>
        </mc:Choice>
        <mc:Fallback xmlns="">
          <p:sp>
            <p:nvSpPr>
              <p:cNvPr id="16" name="TextBox 15">
                <a:extLst>
                  <a:ext uri="{FF2B5EF4-FFF2-40B4-BE49-F238E27FC236}">
                    <a16:creationId xmlns:a16="http://schemas.microsoft.com/office/drawing/2014/main" id="{FCB9916F-80A4-BD15-26B8-E072BDD4BC6D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4791849" y="2874676"/>
                <a:ext cx="2340078" cy="886589"/>
              </a:xfrm>
              <a:prstGeom prst="rect">
                <a:avLst/>
              </a:prstGeom>
              <a:blipFill>
                <a:blip r:embed="rId3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ko-KR" alt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8" name="TextBox 7"/>
              <p:cNvSpPr txBox="1"/>
              <p:nvPr/>
            </p:nvSpPr>
            <p:spPr>
              <a:xfrm>
                <a:off x="3177478" y="2851298"/>
                <a:ext cx="5605701" cy="913648"/>
              </a:xfrm>
              <a:prstGeom prst="rect">
                <a:avLst/>
              </a:prstGeom>
              <a:noFill/>
            </p:spPr>
            <p:txBody>
              <a:bodyPr wrap="none">
                <a:spAutoFit/>
              </a:bodyPr>
              <a:lstStyle/>
              <a:p>
                <a:pPr lvl="0" algn="ctr" defTabSz="457200" latinLnBrk="0">
                  <a:defRPr sz="2200" b="1">
                    <a:solidFill>
                      <a:srgbClr val="1F8987"/>
                    </a:solidFill>
                    <a:latin typeface="Cambria Math"/>
                  </a:defRPr>
                </a:pPr>
                <a14:m>
                  <m:oMathPara xmlns:m="http://schemas.openxmlformats.org/officeDocument/2006/math">
                    <m:oMath>
                      <m:r>
                        <a:rPr lang="ko-KR" altLang="ar-AE" sz="2200" b="1" i="1" dirty="0">
                          <a:solidFill>
                            <a:schemeClr val="accent1">
                              <a:lumMod val="75000"/>
                            </a:schemeClr>
                          </a:solidFill>
                          <a:latin typeface="Cambria Math" panose="02040503050406030204" pitchFamily="18" charset="0"/>
                        </a:rPr>
                        <m:t>𝑽</m:t>
                      </m:r>
                      <m:r>
                        <a:rPr lang="ar-AE" altLang="ko-KR" sz="2200" b="1" i="1" dirty="0">
                          <a:solidFill>
                            <a:schemeClr val="accent1">
                              <a:lumMod val="75000"/>
                            </a:schemeClr>
                          </a:solidFill>
                          <a:latin typeface="Cambria Math" panose="02040503050406030204" pitchFamily="18" charset="0"/>
                        </a:rPr>
                        <m:t>(</m:t>
                      </m:r>
                      <m:r>
                        <a:rPr lang="ko-KR" altLang="ar-AE" sz="2200" b="1" i="1" dirty="0">
                          <a:solidFill>
                            <a:schemeClr val="accent1">
                              <a:lumMod val="75000"/>
                            </a:schemeClr>
                          </a:solidFill>
                          <a:latin typeface="Cambria Math" panose="02040503050406030204" pitchFamily="18" charset="0"/>
                        </a:rPr>
                        <m:t>𝒙</m:t>
                      </m:r>
                      <m:r>
                        <a:rPr lang="ar-AE" altLang="ko-KR" sz="2200" b="1" i="1" dirty="0">
                          <a:solidFill>
                            <a:schemeClr val="accent1">
                              <a:lumMod val="75000"/>
                            </a:schemeClr>
                          </a:solidFill>
                          <a:latin typeface="Cambria Math" panose="02040503050406030204" pitchFamily="18" charset="0"/>
                        </a:rPr>
                        <m:t>,</m:t>
                      </m:r>
                      <m:r>
                        <a:rPr lang="ko-KR" altLang="ar-AE" sz="2200" b="1" i="1" dirty="0">
                          <a:solidFill>
                            <a:schemeClr val="accent1">
                              <a:lumMod val="75000"/>
                            </a:schemeClr>
                          </a:solidFill>
                          <a:latin typeface="Cambria Math" panose="02040503050406030204" pitchFamily="18" charset="0"/>
                        </a:rPr>
                        <m:t>𝒚</m:t>
                      </m:r>
                      <m:r>
                        <a:rPr lang="ar-AE" altLang="ko-KR" sz="2200" b="1" i="1" dirty="0">
                          <a:solidFill>
                            <a:schemeClr val="accent1">
                              <a:lumMod val="75000"/>
                            </a:schemeClr>
                          </a:solidFill>
                          <a:latin typeface="Cambria Math" panose="02040503050406030204" pitchFamily="18" charset="0"/>
                        </a:rPr>
                        <m:t>)   =</m:t>
                      </m:r>
                      <m:f>
                        <m:fPr>
                          <m:ctrlPr>
                            <a:rPr lang="ko-KR" altLang="ar-AE" sz="2200" b="1" i="1" dirty="0">
                              <a:solidFill>
                                <a:schemeClr val="accent1">
                                  <a:lumMod val="75000"/>
                                </a:schemeClr>
                              </a:solidFill>
                              <a:latin typeface="Cambria Math" panose="02040503050406030204" pitchFamily="18" charset="0"/>
                            </a:rPr>
                          </m:ctrlPr>
                        </m:fPr>
                        <m:num>
                          <m:r>
                            <a:rPr lang="ko-KR" altLang="ar-AE" sz="2200" b="1" i="1" dirty="0">
                              <a:solidFill>
                                <a:schemeClr val="accent1">
                                  <a:lumMod val="75000"/>
                                </a:schemeClr>
                              </a:solidFill>
                              <a:latin typeface="Cambria Math" panose="02040503050406030204" pitchFamily="18" charset="0"/>
                            </a:rPr>
                            <m:t>𝟏</m:t>
                          </m:r>
                        </m:num>
                        <m:den>
                          <m:r>
                            <a:rPr lang="ko-KR" altLang="ar-AE" sz="2200" b="1" i="1" dirty="0">
                              <a:solidFill>
                                <a:schemeClr val="accent1">
                                  <a:lumMod val="75000"/>
                                </a:schemeClr>
                              </a:solidFill>
                              <a:latin typeface="Cambria Math" panose="02040503050406030204" pitchFamily="18" charset="0"/>
                            </a:rPr>
                            <m:t>𝟒</m:t>
                          </m:r>
                          <m:r>
                            <a:rPr lang="ko-KR" altLang="ar-AE" sz="2200" b="1" i="1" dirty="0">
                              <a:solidFill>
                                <a:schemeClr val="accent1">
                                  <a:lumMod val="75000"/>
                                </a:schemeClr>
                              </a:solidFill>
                              <a:latin typeface="Cambria Math" panose="02040503050406030204" pitchFamily="18" charset="0"/>
                            </a:rPr>
                            <m:t>𝝅</m:t>
                          </m:r>
                          <m:sSub>
                            <m:sSubPr>
                              <m:ctrlPr>
                                <a:rPr lang="ko-KR" altLang="ar-AE" sz="2200" b="1" i="1" dirty="0">
                                  <a:solidFill>
                                    <a:schemeClr val="accent1">
                                      <a:lumMod val="75000"/>
                                    </a:schemeClr>
                                  </a:solidFill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ko-KR" altLang="ar-AE" sz="2200" b="1" i="1" dirty="0">
                                  <a:solidFill>
                                    <a:schemeClr val="accent1">
                                      <a:lumMod val="75000"/>
                                    </a:schemeClr>
                                  </a:solidFill>
                                  <a:latin typeface="Cambria Math" panose="02040503050406030204" pitchFamily="18" charset="0"/>
                                </a:rPr>
                                <m:t>𝜺</m:t>
                              </m:r>
                            </m:e>
                            <m:sub>
                              <m:r>
                                <a:rPr lang="ko-KR" altLang="ar-AE" sz="2200" b="1" i="1" dirty="0">
                                  <a:solidFill>
                                    <a:schemeClr val="accent1">
                                      <a:lumMod val="75000"/>
                                    </a:schemeClr>
                                  </a:solidFill>
                                  <a:latin typeface="Cambria Math" panose="02040503050406030204" pitchFamily="18" charset="0"/>
                                </a:rPr>
                                <m:t>𝟎</m:t>
                              </m:r>
                            </m:sub>
                          </m:sSub>
                        </m:den>
                      </m:f>
                      <m:nary>
                        <m:naryPr>
                          <m:chr m:val="∑"/>
                          <m:supHide m:val="on"/>
                          <m:ctrlPr>
                            <a:rPr lang="ko-KR" altLang="ar-AE" sz="2200" b="1" i="1" dirty="0">
                              <a:solidFill>
                                <a:schemeClr val="accent1">
                                  <a:lumMod val="75000"/>
                                </a:schemeClr>
                              </a:solidFill>
                              <a:latin typeface="Cambria Math" panose="02040503050406030204" pitchFamily="18" charset="0"/>
                            </a:rPr>
                          </m:ctrlPr>
                        </m:naryPr>
                        <m:sub>
                          <m:r>
                            <m:rPr>
                              <m:brk m:alnAt="7"/>
                            </m:rPr>
                            <a:rPr lang="ko-KR" altLang="ar-AE" sz="2200" b="1" i="1" dirty="0">
                              <a:solidFill>
                                <a:schemeClr val="accent1">
                                  <a:lumMod val="75000"/>
                                </a:schemeClr>
                              </a:solidFill>
                              <a:latin typeface="Cambria Math" panose="02040503050406030204" pitchFamily="18" charset="0"/>
                            </a:rPr>
                            <m:t>𝒊</m:t>
                          </m:r>
                        </m:sub>
                        <m:sup/>
                        <m:e>
                          <m:f>
                            <m:fPr>
                              <m:ctrlPr>
                                <a:rPr lang="ko-KR" altLang="ar-AE" sz="2200" b="1" i="1" dirty="0">
                                  <a:solidFill>
                                    <a:schemeClr val="accent1">
                                      <a:lumMod val="75000"/>
                                    </a:schemeClr>
                                  </a:solidFill>
                                  <a:latin typeface="Cambria Math" panose="02040503050406030204" pitchFamily="18" charset="0"/>
                                </a:rPr>
                              </m:ctrlPr>
                            </m:fPr>
                            <m:num>
                              <m:r>
                                <a:rPr lang="ko-KR" altLang="ar-AE" sz="2200" b="1" i="1" dirty="0">
                                  <a:solidFill>
                                    <a:schemeClr val="accent1">
                                      <a:lumMod val="75000"/>
                                    </a:schemeClr>
                                  </a:solidFill>
                                  <a:latin typeface="Cambria Math" panose="02040503050406030204" pitchFamily="18" charset="0"/>
                                </a:rPr>
                                <m:t>𝒒</m:t>
                              </m:r>
                              <m:r>
                                <a:rPr lang="en-US" altLang="ko-KR" sz="2200" b="1" i="1" dirty="0">
                                  <a:solidFill>
                                    <a:schemeClr val="accent1">
                                      <a:lumMod val="75000"/>
                                    </a:schemeClr>
                                  </a:solidFill>
                                  <a:latin typeface="Cambria Math" panose="02040503050406030204" pitchFamily="18" charset="0"/>
                                </a:rPr>
                                <m:t>ᵢ</m:t>
                              </m:r>
                            </m:num>
                            <m:den>
                              <m:rad>
                                <m:radPr>
                                  <m:degHide m:val="on"/>
                                  <m:ctrlPr>
                                    <a:rPr lang="ar-AE" altLang="ko-KR" sz="2200" b="1" i="1" dirty="0">
                                      <a:solidFill>
                                        <a:schemeClr val="accent1">
                                          <a:lumMod val="75000"/>
                                        </a:schemeClr>
                                      </a:solidFill>
                                      <a:latin typeface="Cambria Math" panose="02040503050406030204" pitchFamily="18" charset="0"/>
                                    </a:rPr>
                                  </m:ctrlPr>
                                </m:radPr>
                                <m:deg/>
                                <m:e>
                                  <m:r>
                                    <a:rPr lang="ar-AE" altLang="ko-KR" sz="2200" b="1" i="1" dirty="0">
                                      <a:solidFill>
                                        <a:schemeClr val="accent1">
                                          <a:lumMod val="75000"/>
                                        </a:schemeClr>
                                      </a:solidFill>
                                      <a:latin typeface="Cambria Math" panose="02040503050406030204" pitchFamily="18" charset="0"/>
                                    </a:rPr>
                                    <m:t>(</m:t>
                                  </m:r>
                                  <m:r>
                                    <a:rPr lang="ko-KR" altLang="ar-AE" sz="2200" b="1" i="1" dirty="0">
                                      <a:solidFill>
                                        <a:schemeClr val="accent1">
                                          <a:lumMod val="75000"/>
                                        </a:schemeClr>
                                      </a:solidFill>
                                      <a:latin typeface="Cambria Math" panose="02040503050406030204" pitchFamily="18" charset="0"/>
                                    </a:rPr>
                                    <m:t>𝒙</m:t>
                                  </m:r>
                                  <m:r>
                                    <a:rPr lang="ko-KR" altLang="ar-AE" sz="2200" b="1" i="1" dirty="0">
                                      <a:solidFill>
                                        <a:schemeClr val="accent1">
                                          <a:lumMod val="75000"/>
                                        </a:schemeClr>
                                      </a:solidFill>
                                      <a:latin typeface="Cambria Math" panose="02040503050406030204" pitchFamily="18" charset="0"/>
                                    </a:rPr>
                                    <m:t>−</m:t>
                                  </m:r>
                                  <m:r>
                                    <a:rPr lang="ko-KR" altLang="ar-AE" sz="2200" b="1" i="1" dirty="0">
                                      <a:solidFill>
                                        <a:schemeClr val="accent1">
                                          <a:lumMod val="75000"/>
                                        </a:schemeClr>
                                      </a:solidFill>
                                      <a:latin typeface="Cambria Math" panose="02040503050406030204" pitchFamily="18" charset="0"/>
                                    </a:rPr>
                                    <m:t>𝒙</m:t>
                                  </m:r>
                                  <m:r>
                                    <a:rPr lang="en-US" altLang="ko-KR" sz="2200" b="1" i="1" dirty="0">
                                      <a:solidFill>
                                        <a:schemeClr val="accent1">
                                          <a:lumMod val="75000"/>
                                        </a:schemeClr>
                                      </a:solidFill>
                                      <a:latin typeface="Cambria Math" panose="02040503050406030204" pitchFamily="18" charset="0"/>
                                    </a:rPr>
                                    <m:t>ᵢ)² + (</m:t>
                                  </m:r>
                                  <m:r>
                                    <a:rPr lang="ko-KR" altLang="en-US" sz="2200" b="1" i="1" dirty="0">
                                      <a:solidFill>
                                        <a:schemeClr val="accent1">
                                          <a:lumMod val="75000"/>
                                        </a:schemeClr>
                                      </a:solidFill>
                                      <a:latin typeface="Cambria Math" panose="02040503050406030204" pitchFamily="18" charset="0"/>
                                    </a:rPr>
                                    <m:t>𝒚</m:t>
                                  </m:r>
                                  <m:r>
                                    <a:rPr lang="ko-KR" altLang="en-US" sz="2200" b="1" i="1" dirty="0">
                                      <a:solidFill>
                                        <a:schemeClr val="accent1">
                                          <a:lumMod val="75000"/>
                                        </a:schemeClr>
                                      </a:solidFill>
                                      <a:latin typeface="Cambria Math" panose="02040503050406030204" pitchFamily="18" charset="0"/>
                                    </a:rPr>
                                    <m:t>−</m:t>
                                  </m:r>
                                  <m:r>
                                    <a:rPr lang="ko-KR" altLang="en-US" sz="2200" b="1" i="1" dirty="0">
                                      <a:solidFill>
                                        <a:schemeClr val="accent1">
                                          <a:lumMod val="75000"/>
                                        </a:schemeClr>
                                      </a:solidFill>
                                      <a:latin typeface="Cambria Math" panose="02040503050406030204" pitchFamily="18" charset="0"/>
                                    </a:rPr>
                                    <m:t>𝒚</m:t>
                                  </m:r>
                                  <m:r>
                                    <a:rPr lang="en-US" altLang="ko-KR" sz="2200" b="1" i="1" dirty="0">
                                      <a:solidFill>
                                        <a:schemeClr val="accent1">
                                          <a:lumMod val="75000"/>
                                        </a:schemeClr>
                                      </a:solidFill>
                                      <a:latin typeface="Cambria Math" panose="02040503050406030204" pitchFamily="18" charset="0"/>
                                    </a:rPr>
                                    <m:t>ᵢ)²</m:t>
                                  </m:r>
                                </m:e>
                              </m:rad>
                            </m:den>
                          </m:f>
                        </m:e>
                      </m:nary>
                    </m:oMath>
                  </m:oMathPara>
                </a14:m>
                <a:endParaRPr lang="ar-AE" altLang="ko-KR" dirty="0"/>
              </a:p>
            </p:txBody>
          </p:sp>
        </mc:Choice>
        <mc:Fallback xmlns="">
          <p:sp>
            <p:nvSpPr>
              <p:cNvPr id="8" name="TextBox 7"/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3177478" y="2851298"/>
                <a:ext cx="5605701" cy="913648"/>
              </a:xfrm>
              <a:prstGeom prst="rect">
                <a:avLst/>
              </a:prstGeom>
              <a:blipFill>
                <a:blip r:embed="rId4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ko-KR" alt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10" name="TextBox 9"/>
          <p:cNvSpPr txBox="1"/>
          <p:nvPr/>
        </p:nvSpPr>
        <p:spPr>
          <a:xfrm>
            <a:off x="658368" y="4028855"/>
            <a:ext cx="10607040" cy="40011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0" marR="0" lvl="0" indent="0" algn="l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1400"/>
              </a:spcAft>
              <a:buClrTx/>
              <a:buSzTx/>
              <a:buFontTx/>
              <a:buNone/>
              <a:tabLst/>
              <a:defRPr sz="1800">
                <a:solidFill>
                  <a:srgbClr val="18233A"/>
                </a:solidFill>
              </a:defRPr>
            </a:pPr>
            <a:r>
              <a:rPr kumimoji="0" lang="ko-KR" altLang="en-US" sz="2000" b="0" i="0" u="none" strike="noStrike" kern="1200" cap="none" spc="0" normalizeH="0" baseline="0" noProof="0" dirty="0">
                <a:ln>
                  <a:noFill/>
                </a:ln>
                <a:solidFill>
                  <a:srgbClr val="18233A"/>
                </a:solidFill>
                <a:effectLst/>
                <a:uLnTx/>
                <a:uFillTx/>
                <a:latin typeface="Calibri"/>
                <a:ea typeface="+mn-ea"/>
                <a:cs typeface="+mn-cs"/>
              </a:rPr>
              <a:t>물리학 교과서는 </a:t>
            </a:r>
            <a:r>
              <a:rPr lang="en-US" altLang="ko-KR" sz="2000" dirty="0">
                <a:solidFill>
                  <a:srgbClr val="18233A"/>
                </a:solidFill>
                <a:latin typeface="Calibri"/>
              </a:rPr>
              <a:t>1</a:t>
            </a:r>
            <a:r>
              <a:rPr kumimoji="0" lang="ko-KR" altLang="en-US" sz="2000" b="0" i="0" u="none" strike="noStrike" kern="1200" cap="none" spc="0" normalizeH="0" baseline="0" noProof="0" dirty="0">
                <a:ln>
                  <a:noFill/>
                </a:ln>
                <a:solidFill>
                  <a:srgbClr val="18233A"/>
                </a:solidFill>
                <a:effectLst/>
                <a:uLnTx/>
                <a:uFillTx/>
                <a:latin typeface="Calibri"/>
                <a:ea typeface="+mn-ea"/>
                <a:cs typeface="+mn-cs"/>
              </a:rPr>
              <a:t>차원 수직</a:t>
            </a:r>
            <a:r>
              <a:rPr lang="ko-KR" altLang="en-US" sz="2000" dirty="0">
                <a:solidFill>
                  <a:srgbClr val="18233A"/>
                </a:solidFill>
                <a:latin typeface="Calibri"/>
              </a:rPr>
              <a:t>선</a:t>
            </a:r>
            <a:r>
              <a:rPr kumimoji="0" lang="ko-KR" altLang="en-US" sz="2000" b="0" i="0" u="none" strike="noStrike" kern="1200" cap="none" spc="0" normalizeH="0" baseline="0" noProof="0" dirty="0">
                <a:ln>
                  <a:noFill/>
                </a:ln>
                <a:solidFill>
                  <a:srgbClr val="18233A"/>
                </a:solidFill>
                <a:effectLst/>
                <a:uLnTx/>
                <a:uFillTx/>
                <a:latin typeface="Calibri"/>
                <a:ea typeface="+mn-ea"/>
                <a:cs typeface="+mn-cs"/>
              </a:rPr>
              <a:t>에서의 전하만을 설명한다</a:t>
            </a:r>
            <a:r>
              <a:rPr kumimoji="0" lang="en-US" altLang="ko-KR" sz="2000" b="0" i="0" u="none" strike="noStrike" kern="1200" cap="none" spc="0" normalizeH="0" baseline="0" noProof="0" dirty="0">
                <a:ln>
                  <a:noFill/>
                </a:ln>
                <a:solidFill>
                  <a:srgbClr val="18233A"/>
                </a:solidFill>
                <a:effectLst/>
                <a:uLnTx/>
                <a:uFillTx/>
                <a:latin typeface="Calibri"/>
                <a:ea typeface="+mn-ea"/>
                <a:cs typeface="+mn-cs"/>
              </a:rPr>
              <a:t>.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58368" y="384048"/>
            <a:ext cx="5492209" cy="5232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marL="0" marR="0" lvl="0" indent="0" algn="l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 sz="2800" b="1">
                <a:solidFill>
                  <a:srgbClr val="18233A"/>
                </a:solidFill>
              </a:defRPr>
            </a:pPr>
            <a:r>
              <a:rPr lang="en-US" sz="2800" b="1" dirty="0">
                <a:solidFill>
                  <a:srgbClr val="18233A"/>
                </a:solidFill>
                <a:latin typeface="Calibri"/>
              </a:rPr>
              <a:t>1-1</a:t>
            </a:r>
            <a:r>
              <a:rPr kumimoji="0" sz="2800" b="1" i="0" u="none" strike="noStrike" kern="1200" cap="none" spc="0" normalizeH="0" baseline="0" noProof="0" dirty="0">
                <a:ln>
                  <a:noFill/>
                </a:ln>
                <a:solidFill>
                  <a:srgbClr val="18233A"/>
                </a:solidFill>
                <a:effectLst/>
                <a:uLnTx/>
                <a:uFillTx/>
                <a:latin typeface="Calibri"/>
                <a:ea typeface="+mn-ea"/>
                <a:cs typeface="+mn-cs"/>
              </a:rPr>
              <a:t>. </a:t>
            </a:r>
            <a:r>
              <a:rPr kumimoji="0" lang="ko-KR" altLang="en-US" sz="2800" b="1" i="0" u="none" strike="noStrike" kern="1200" cap="none" spc="0" normalizeH="0" baseline="0" noProof="0" dirty="0" err="1">
                <a:ln>
                  <a:noFill/>
                </a:ln>
                <a:solidFill>
                  <a:srgbClr val="18233A"/>
                </a:solidFill>
                <a:effectLst/>
                <a:uLnTx/>
                <a:uFillTx/>
                <a:latin typeface="Calibri"/>
                <a:ea typeface="+mn-ea"/>
                <a:cs typeface="+mn-cs"/>
              </a:rPr>
              <a:t>정방향</a:t>
            </a:r>
            <a:r>
              <a:rPr kumimoji="0" lang="ko-KR" altLang="en-US" sz="2800" b="1" i="0" u="none" strike="noStrike" kern="1200" cap="none" spc="0" normalizeH="0" baseline="0" noProof="0" dirty="0">
                <a:ln>
                  <a:noFill/>
                </a:ln>
                <a:solidFill>
                  <a:srgbClr val="18233A"/>
                </a:solidFill>
                <a:effectLst/>
                <a:uLnTx/>
                <a:uFillTx/>
                <a:latin typeface="Calibri"/>
                <a:ea typeface="+mn-ea"/>
                <a:cs typeface="+mn-cs"/>
              </a:rPr>
              <a:t> 문제</a:t>
            </a:r>
            <a:r>
              <a:rPr kumimoji="0" lang="en-US" altLang="ko-KR" sz="2800" b="1" i="0" u="none" strike="noStrike" kern="1200" cap="none" spc="0" normalizeH="0" baseline="0" noProof="0" dirty="0">
                <a:ln>
                  <a:noFill/>
                </a:ln>
                <a:solidFill>
                  <a:srgbClr val="18233A"/>
                </a:solidFill>
                <a:effectLst/>
                <a:uLnTx/>
                <a:uFillTx/>
                <a:latin typeface="Calibri"/>
                <a:ea typeface="+mn-ea"/>
                <a:cs typeface="+mn-cs"/>
              </a:rPr>
              <a:t>: </a:t>
            </a:r>
            <a:r>
              <a:rPr lang="ko-KR" altLang="en-US" sz="2800" b="1" dirty="0">
                <a:solidFill>
                  <a:srgbClr val="18233A"/>
                </a:solidFill>
                <a:latin typeface="Calibri"/>
              </a:rPr>
              <a:t>교과 물리로부터</a:t>
            </a:r>
            <a:endParaRPr kumimoji="0" sz="2800" b="1" i="0" u="none" strike="noStrike" kern="1200" cap="none" spc="0" normalizeH="0" baseline="0" noProof="0" dirty="0">
              <a:ln>
                <a:noFill/>
              </a:ln>
              <a:solidFill>
                <a:srgbClr val="18233A"/>
              </a:solidFill>
              <a:effectLst/>
              <a:uLnTx/>
              <a:uFillTx/>
              <a:latin typeface="Calibri"/>
              <a:ea typeface="+mn-ea"/>
              <a:cs typeface="+mn-cs"/>
            </a:endParaRPr>
          </a:p>
        </p:txBody>
      </p:sp>
      <p:sp>
        <p:nvSpPr>
          <p:cNvPr id="4" name="TextBox 3"/>
          <p:cNvSpPr txBox="1"/>
          <p:nvPr/>
        </p:nvSpPr>
        <p:spPr>
          <a:xfrm>
            <a:off x="676656" y="987552"/>
            <a:ext cx="10607040" cy="38404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marL="0" marR="0" lvl="0" indent="0" algn="l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 sz="1250">
                <a:solidFill>
                  <a:srgbClr val="5C6574"/>
                </a:solidFill>
              </a:defRPr>
            </a:pPr>
            <a:r>
              <a:rPr kumimoji="0" sz="1250" b="0" i="0" u="none" strike="noStrike" kern="1200" cap="none" spc="0" normalizeH="0" baseline="0" noProof="0" dirty="0" err="1">
                <a:ln>
                  <a:noFill/>
                </a:ln>
                <a:solidFill>
                  <a:srgbClr val="5C6574"/>
                </a:solidFill>
                <a:effectLst/>
                <a:uLnTx/>
                <a:uFillTx/>
                <a:latin typeface="Calibri"/>
                <a:ea typeface="+mn-ea"/>
                <a:cs typeface="+mn-cs"/>
              </a:rPr>
              <a:t>점전하가</a:t>
            </a:r>
            <a:r>
              <a:rPr kumimoji="0" sz="1250" b="0" i="0" u="none" strike="noStrike" kern="1200" cap="none" spc="0" normalizeH="0" baseline="0" noProof="0" dirty="0">
                <a:ln>
                  <a:noFill/>
                </a:ln>
                <a:solidFill>
                  <a:srgbClr val="5C6574"/>
                </a:solidFill>
                <a:effectLst/>
                <a:uLnTx/>
                <a:uFillTx/>
                <a:latin typeface="Calibri"/>
                <a:ea typeface="+mn-ea"/>
                <a:cs typeface="+mn-cs"/>
              </a:rPr>
              <a:t> </a:t>
            </a:r>
            <a:r>
              <a:rPr kumimoji="0" sz="1250" b="0" i="0" u="none" strike="noStrike" kern="1200" cap="none" spc="0" normalizeH="0" baseline="0" noProof="0" dirty="0" err="1">
                <a:ln>
                  <a:noFill/>
                </a:ln>
                <a:solidFill>
                  <a:srgbClr val="5C6574"/>
                </a:solidFill>
                <a:effectLst/>
                <a:uLnTx/>
                <a:uFillTx/>
                <a:latin typeface="Calibri"/>
                <a:ea typeface="+mn-ea"/>
                <a:cs typeface="+mn-cs"/>
              </a:rPr>
              <a:t>만드는</a:t>
            </a:r>
            <a:r>
              <a:rPr kumimoji="0" sz="1250" b="0" i="0" u="none" strike="noStrike" kern="1200" cap="none" spc="0" normalizeH="0" baseline="0" noProof="0" dirty="0">
                <a:ln>
                  <a:noFill/>
                </a:ln>
                <a:solidFill>
                  <a:srgbClr val="5C6574"/>
                </a:solidFill>
                <a:effectLst/>
                <a:uLnTx/>
                <a:uFillTx/>
                <a:latin typeface="Calibri"/>
                <a:ea typeface="+mn-ea"/>
                <a:cs typeface="+mn-cs"/>
              </a:rPr>
              <a:t> </a:t>
            </a:r>
            <a:r>
              <a:rPr kumimoji="0" sz="1250" b="0" i="0" u="none" strike="noStrike" kern="1200" cap="none" spc="0" normalizeH="0" baseline="0" noProof="0" dirty="0" err="1">
                <a:ln>
                  <a:noFill/>
                </a:ln>
                <a:solidFill>
                  <a:srgbClr val="5C6574"/>
                </a:solidFill>
                <a:effectLst/>
                <a:uLnTx/>
                <a:uFillTx/>
                <a:latin typeface="Calibri"/>
                <a:ea typeface="+mn-ea"/>
                <a:cs typeface="+mn-cs"/>
              </a:rPr>
              <a:t>전기</a:t>
            </a:r>
            <a:r>
              <a:rPr kumimoji="0" sz="1250" b="0" i="0" u="none" strike="noStrike" kern="1200" cap="none" spc="0" normalizeH="0" baseline="0" noProof="0" dirty="0">
                <a:ln>
                  <a:noFill/>
                </a:ln>
                <a:solidFill>
                  <a:srgbClr val="5C6574"/>
                </a:solidFill>
                <a:effectLst/>
                <a:uLnTx/>
                <a:uFillTx/>
                <a:latin typeface="Calibri"/>
                <a:ea typeface="+mn-ea"/>
                <a:cs typeface="+mn-cs"/>
              </a:rPr>
              <a:t> </a:t>
            </a:r>
            <a:r>
              <a:rPr kumimoji="0" sz="1250" b="0" i="0" u="none" strike="noStrike" kern="1200" cap="none" spc="0" normalizeH="0" baseline="0" noProof="0" dirty="0" err="1">
                <a:ln>
                  <a:noFill/>
                </a:ln>
                <a:solidFill>
                  <a:srgbClr val="5C6574"/>
                </a:solidFill>
                <a:effectLst/>
                <a:uLnTx/>
                <a:uFillTx/>
                <a:latin typeface="Calibri"/>
                <a:ea typeface="+mn-ea"/>
                <a:cs typeface="+mn-cs"/>
              </a:rPr>
              <a:t>퍼텐셜을</a:t>
            </a:r>
            <a:r>
              <a:rPr kumimoji="0" sz="1250" b="0" i="0" u="none" strike="noStrike" kern="1200" cap="none" spc="0" normalizeH="0" baseline="0" noProof="0" dirty="0">
                <a:ln>
                  <a:noFill/>
                </a:ln>
                <a:solidFill>
                  <a:srgbClr val="5C6574"/>
                </a:solidFill>
                <a:effectLst/>
                <a:uLnTx/>
                <a:uFillTx/>
                <a:latin typeface="Calibri"/>
                <a:ea typeface="+mn-ea"/>
                <a:cs typeface="+mn-cs"/>
              </a:rPr>
              <a:t> 3차원에 </a:t>
            </a:r>
            <a:r>
              <a:rPr kumimoji="0" sz="1250" b="0" i="0" u="none" strike="noStrike" kern="1200" cap="none" spc="0" normalizeH="0" baseline="0" noProof="0" dirty="0" err="1">
                <a:ln>
                  <a:noFill/>
                </a:ln>
                <a:solidFill>
                  <a:srgbClr val="5C6574"/>
                </a:solidFill>
                <a:effectLst/>
                <a:uLnTx/>
                <a:uFillTx/>
                <a:latin typeface="Calibri"/>
                <a:ea typeface="+mn-ea"/>
                <a:cs typeface="+mn-cs"/>
              </a:rPr>
              <a:t>배치하고</a:t>
            </a:r>
            <a:r>
              <a:rPr kumimoji="0" sz="1250" b="0" i="0" u="none" strike="noStrike" kern="1200" cap="none" spc="0" normalizeH="0" baseline="0" noProof="0" dirty="0">
                <a:ln>
                  <a:noFill/>
                </a:ln>
                <a:solidFill>
                  <a:srgbClr val="5C6574"/>
                </a:solidFill>
                <a:effectLst/>
                <a:uLnTx/>
                <a:uFillTx/>
                <a:latin typeface="Calibri"/>
                <a:ea typeface="+mn-ea"/>
                <a:cs typeface="+mn-cs"/>
              </a:rPr>
              <a:t> z=0 </a:t>
            </a:r>
            <a:r>
              <a:rPr kumimoji="0" sz="1250" b="0" i="0" u="none" strike="noStrike" kern="1200" cap="none" spc="0" normalizeH="0" baseline="0" noProof="0" dirty="0" err="1">
                <a:ln>
                  <a:noFill/>
                </a:ln>
                <a:solidFill>
                  <a:srgbClr val="5C6574"/>
                </a:solidFill>
                <a:effectLst/>
                <a:uLnTx/>
                <a:uFillTx/>
                <a:latin typeface="Calibri"/>
                <a:ea typeface="+mn-ea"/>
                <a:cs typeface="+mn-cs"/>
              </a:rPr>
              <a:t>평면에서</a:t>
            </a:r>
            <a:r>
              <a:rPr kumimoji="0" sz="1250" b="0" i="0" u="none" strike="noStrike" kern="1200" cap="none" spc="0" normalizeH="0" baseline="0" noProof="0" dirty="0">
                <a:ln>
                  <a:noFill/>
                </a:ln>
                <a:solidFill>
                  <a:srgbClr val="5C6574"/>
                </a:solidFill>
                <a:effectLst/>
                <a:uLnTx/>
                <a:uFillTx/>
                <a:latin typeface="Calibri"/>
                <a:ea typeface="+mn-ea"/>
                <a:cs typeface="+mn-cs"/>
              </a:rPr>
              <a:t> </a:t>
            </a:r>
            <a:r>
              <a:rPr kumimoji="0" sz="1250" b="0" i="0" u="none" strike="noStrike" kern="1200" cap="none" spc="0" normalizeH="0" baseline="0" noProof="0" dirty="0" err="1">
                <a:ln>
                  <a:noFill/>
                </a:ln>
                <a:solidFill>
                  <a:srgbClr val="5C6574"/>
                </a:solidFill>
                <a:effectLst/>
                <a:uLnTx/>
                <a:uFillTx/>
                <a:latin typeface="Calibri"/>
                <a:ea typeface="+mn-ea"/>
                <a:cs typeface="+mn-cs"/>
              </a:rPr>
              <a:t>관측한다</a:t>
            </a:r>
            <a:r>
              <a:rPr kumimoji="0" sz="1250" b="0" i="0" u="none" strike="noStrike" kern="1200" cap="none" spc="0" normalizeH="0" baseline="0" noProof="0" dirty="0">
                <a:ln>
                  <a:noFill/>
                </a:ln>
                <a:solidFill>
                  <a:srgbClr val="5C6574"/>
                </a:solidFill>
                <a:effectLst/>
                <a:uLnTx/>
                <a:uFillTx/>
                <a:latin typeface="Calibri"/>
                <a:ea typeface="+mn-ea"/>
                <a:cs typeface="+mn-cs"/>
              </a:rPr>
              <a:t>.</a:t>
            </a:r>
          </a:p>
        </p:txBody>
      </p:sp>
      <p:sp>
        <p:nvSpPr>
          <p:cNvPr id="6" name="Rectangle 5"/>
          <p:cNvSpPr/>
          <p:nvPr/>
        </p:nvSpPr>
        <p:spPr>
          <a:xfrm>
            <a:off x="676656" y="1353312"/>
            <a:ext cx="566928" cy="41148"/>
          </a:xfrm>
          <a:prstGeom prst="rect">
            <a:avLst/>
          </a:prstGeom>
          <a:solidFill>
            <a:srgbClr val="315EB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Calibri"/>
              <a:ea typeface="+mn-ea"/>
              <a:cs typeface="+mn-cs"/>
            </a:endParaRPr>
          </a:p>
        </p:txBody>
      </p:sp>
      <p:sp>
        <p:nvSpPr>
          <p:cNvPr id="9" name="TextBox 8"/>
          <p:cNvSpPr txBox="1"/>
          <p:nvPr/>
        </p:nvSpPr>
        <p:spPr>
          <a:xfrm>
            <a:off x="3754801" y="3937643"/>
            <a:ext cx="4652236" cy="284693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 sz="1250">
                <a:solidFill>
                  <a:srgbClr val="5C6574"/>
                </a:solidFill>
              </a:defRPr>
            </a:pPr>
            <a:r>
              <a:rPr lang="ko-KR" altLang="en-US" sz="1250" dirty="0">
                <a:solidFill>
                  <a:srgbClr val="5C6574"/>
                </a:solidFill>
                <a:latin typeface="Calibri"/>
              </a:rPr>
              <a:t>전하량이 </a:t>
            </a:r>
            <a:r>
              <a:rPr lang="en-US" altLang="ko-KR" sz="1250" dirty="0">
                <a:solidFill>
                  <a:srgbClr val="5C6574"/>
                </a:solidFill>
                <a:latin typeface="Calibri"/>
              </a:rPr>
              <a:t>+1</a:t>
            </a:r>
            <a:r>
              <a:rPr lang="ko-KR" altLang="en-US" sz="1250" dirty="0">
                <a:solidFill>
                  <a:srgbClr val="5C6574"/>
                </a:solidFill>
                <a:latin typeface="Calibri"/>
              </a:rPr>
              <a:t>인 시험전하를 이용해 특정 지점의 전위를 구한다</a:t>
            </a:r>
            <a:r>
              <a:rPr lang="en-US" altLang="ko-KR" sz="1250" dirty="0">
                <a:solidFill>
                  <a:srgbClr val="5C6574"/>
                </a:solidFill>
                <a:latin typeface="Calibri"/>
              </a:rPr>
              <a:t>.</a:t>
            </a:r>
            <a:endParaRPr kumimoji="0" sz="1250" b="0" i="0" u="none" strike="noStrike" kern="1200" cap="none" spc="0" normalizeH="0" baseline="0" noProof="0" dirty="0">
              <a:ln>
                <a:noFill/>
              </a:ln>
              <a:solidFill>
                <a:srgbClr val="5C6574"/>
              </a:solidFill>
              <a:effectLst/>
              <a:uLnTx/>
              <a:uFillTx/>
              <a:latin typeface="Calibri"/>
              <a:ea typeface="+mn-ea"/>
              <a:cs typeface="+mn-cs"/>
            </a:endParaRPr>
          </a:p>
        </p:txBody>
      </p:sp>
      <p:pic>
        <p:nvPicPr>
          <p:cNvPr id="12" name="그림 11" descr="전위, 전기 퍼텐셜 (Electric Potential)">
            <a:extLst>
              <a:ext uri="{FF2B5EF4-FFF2-40B4-BE49-F238E27FC236}">
                <a16:creationId xmlns:a16="http://schemas.microsoft.com/office/drawing/2014/main" id="{6F836141-F320-57A3-36AA-AD246B1F6298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4347595" y="3304592"/>
            <a:ext cx="3496503" cy="3553408"/>
          </a:xfrm>
          <a:prstGeom prst="rect">
            <a:avLst/>
          </a:prstGeom>
        </p:spPr>
      </p:pic>
      <p:sp>
        <p:nvSpPr>
          <p:cNvPr id="17" name="TextBox 16">
            <a:extLst>
              <a:ext uri="{FF2B5EF4-FFF2-40B4-BE49-F238E27FC236}">
                <a16:creationId xmlns:a16="http://schemas.microsoft.com/office/drawing/2014/main" id="{DD5F9F98-C5DA-F712-AA00-ECD121EC3ED4}"/>
              </a:ext>
            </a:extLst>
          </p:cNvPr>
          <p:cNvSpPr txBox="1"/>
          <p:nvPr/>
        </p:nvSpPr>
        <p:spPr>
          <a:xfrm>
            <a:off x="658368" y="4139622"/>
            <a:ext cx="10005858" cy="4001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ko-KR" altLang="en-US" sz="2000" dirty="0">
                <a:solidFill>
                  <a:srgbClr val="18233A"/>
                </a:solidFill>
              </a:rPr>
              <a:t>조금만 확장해 </a:t>
            </a:r>
            <a:r>
              <a:rPr lang="en-US" altLang="ko-KR" sz="2000" dirty="0">
                <a:solidFill>
                  <a:srgbClr val="18233A"/>
                </a:solidFill>
              </a:rPr>
              <a:t>y</a:t>
            </a:r>
            <a:r>
              <a:rPr lang="ko-KR" altLang="en-US" sz="2000" dirty="0">
                <a:solidFill>
                  <a:srgbClr val="18233A"/>
                </a:solidFill>
              </a:rPr>
              <a:t>축을 추가하면 </a:t>
            </a:r>
            <a:r>
              <a:rPr lang="en-US" altLang="ko-KR" sz="2000" dirty="0">
                <a:solidFill>
                  <a:srgbClr val="18233A"/>
                </a:solidFill>
              </a:rPr>
              <a:t>2</a:t>
            </a:r>
            <a:r>
              <a:rPr lang="ko-KR" altLang="en-US" sz="2000" dirty="0">
                <a:solidFill>
                  <a:srgbClr val="18233A"/>
                </a:solidFill>
              </a:rPr>
              <a:t>차원 공간에서</a:t>
            </a:r>
            <a:r>
              <a:rPr lang="en-US" altLang="ko-KR" sz="2000" dirty="0">
                <a:solidFill>
                  <a:srgbClr val="18233A"/>
                </a:solidFill>
              </a:rPr>
              <a:t>, </a:t>
            </a:r>
            <a:r>
              <a:rPr lang="ko-KR" altLang="en-US" sz="2000" dirty="0">
                <a:solidFill>
                  <a:srgbClr val="18233A"/>
                </a:solidFill>
              </a:rPr>
              <a:t>여러 전하들에 의한 전위를 구할 수 있다</a:t>
            </a:r>
            <a:r>
              <a:rPr lang="en-US" altLang="ko-KR" sz="2000" dirty="0">
                <a:solidFill>
                  <a:srgbClr val="18233A"/>
                </a:solidFill>
              </a:rPr>
              <a:t>.</a:t>
            </a:r>
            <a:endParaRPr lang="ko-KR" altLang="en-US" sz="2000" dirty="0"/>
          </a:p>
        </p:txBody>
      </p:sp>
    </p:spTree>
    <p:custDataLst>
      <p:tags r:id="rId1"/>
    </p:custData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9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42" presetClass="path" presetSubtype="0" accel="50000" decel="50000" fill="hold" grpId="1" nodeType="clickEffect">
                                  <p:stCondLst>
                                    <p:cond delay="0"/>
                                  </p:stCondLst>
                                  <p:childTnLst>
                                    <p:animMotion origin="layout" path="M 3.125E-6 4.81481E-6 L -0.00352 -0.72223 " pathEditMode="relative" rAng="0" ptsTypes="AA">
                                      <p:cBhvr>
                                        <p:cTn id="14" dur="1000" fill="hold"/>
                                        <p:tgtEl>
                                          <p:spTgt spid="10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ppt_x</p:attrName>
                                          <p:attrName>ppt_y</p:attrName>
                                        </p:attrNameLst>
                                      </p:cBhvr>
                                      <p:rCtr x="-182" y="-36111"/>
                                    </p:animMotion>
                                  </p:childTnLst>
                                </p:cTn>
                              </p:par>
                              <p:par>
                                <p:cTn id="15" presetID="42" presetClass="path" presetSubtype="0" accel="50000" decel="50000" fill="hold" grpId="2" nodeType="withEffect">
                                  <p:stCondLst>
                                    <p:cond delay="0"/>
                                  </p:stCondLst>
                                  <p:childTnLst>
                                    <p:animMotion origin="layout" path="M 0 7.40741E-7 L 0 -0.59583 " pathEditMode="relative" rAng="0" ptsTypes="AA">
                                      <p:cBhvr>
                                        <p:cTn id="16" dur="1000" fill="hold"/>
                                        <p:tgtEl>
                                          <p:spTgt spid="14"/>
                                        </p:tgtEl>
                                        <p:attrNameLst>
                                          <p:attrName>ppt_x</p:attrName>
                                          <p:attrName>ppt_y</p:attrName>
                                        </p:attrNameLst>
                                      </p:cBhvr>
                                      <p:rCtr x="0" y="-29792"/>
                                    </p:animMotion>
                                  </p:childTnLst>
                                </p:cTn>
                              </p:par>
                              <p:par>
                                <p:cTn id="17" presetID="42" presetClass="path" presetSubtype="0" accel="50000" decel="50000" fill="hold" grpId="2" nodeType="withEffect">
                                  <p:stCondLst>
                                    <p:cond delay="0"/>
                                  </p:stCondLst>
                                  <p:childTnLst>
                                    <p:animMotion origin="layout" path="M -2.29167E-6 3.7037E-6 L -0.00078 -0.58635 " pathEditMode="relative" rAng="0" ptsTypes="AA">
                                      <p:cBhvr>
                                        <p:cTn id="18" dur="1000" fill="hold"/>
                                        <p:tgtEl>
                                          <p:spTgt spid="16"/>
                                        </p:tgtEl>
                                        <p:attrNameLst>
                                          <p:attrName>ppt_x</p:attrName>
                                          <p:attrName>ppt_y</p:attrName>
                                        </p:attrNameLst>
                                      </p:cBhvr>
                                      <p:rCtr x="-39" y="-29329"/>
                                    </p:animMotion>
                                  </p:childTnLst>
                                </p:cTn>
                              </p:par>
                              <p:par>
                                <p:cTn id="19" presetID="53" presetClass="exit" presetSubtype="32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anim calcmode="lin" valueType="num">
                                      <p:cBhvr>
                                        <p:cTn id="20" dur="1500"/>
                                        <p:tgtEl>
                                          <p:spTgt spid="10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ppt_w"/>
                                          </p:val>
                                        </p:tav>
                                        <p:tav tm="100000">
                                          <p:val>
                                            <p:fltVal val="0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21" dur="1500"/>
                                        <p:tgtEl>
                                          <p:spTgt spid="10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ppt_h"/>
                                          </p:val>
                                        </p:tav>
                                        <p:tav tm="100000">
                                          <p:val>
                                            <p:fltVal val="0"/>
                                          </p:val>
                                        </p:tav>
                                      </p:tavLst>
                                    </p:anim>
                                    <p:animEffect transition="out" filter="fade">
                                      <p:cBhvr>
                                        <p:cTn id="22" dur="1500"/>
                                        <p:tgtEl>
                                          <p:spTgt spid="10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23" dur="1" fill="hold">
                                          <p:stCondLst>
                                            <p:cond delay="1499"/>
                                          </p:stCondLst>
                                        </p:cTn>
                                        <p:tgtEl>
                                          <p:spTgt spid="10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4" presetID="53" presetClass="exit" presetSubtype="32" fill="hold" grpId="1" nodeType="withEffect">
                                  <p:stCondLst>
                                    <p:cond delay="0"/>
                                  </p:stCondLst>
                                  <p:childTnLst>
                                    <p:anim calcmode="lin" valueType="num">
                                      <p:cBhvr>
                                        <p:cTn id="25" dur="1500"/>
                                        <p:tgtEl>
                                          <p:spTgt spid="14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ppt_w"/>
                                          </p:val>
                                        </p:tav>
                                        <p:tav tm="100000">
                                          <p:val>
                                            <p:fltVal val="0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26" dur="1500"/>
                                        <p:tgtEl>
                                          <p:spTgt spid="14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ppt_h"/>
                                          </p:val>
                                        </p:tav>
                                        <p:tav tm="100000">
                                          <p:val>
                                            <p:fltVal val="0"/>
                                          </p:val>
                                        </p:tav>
                                      </p:tavLst>
                                    </p:anim>
                                    <p:animEffect transition="out" filter="fade">
                                      <p:cBhvr>
                                        <p:cTn id="27" dur="150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28" dur="1" fill="hold">
                                          <p:stCondLst>
                                            <p:cond delay="1499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9" presetID="53" presetClass="exit" presetSubtype="32" fill="hold" grpId="1" nodeType="withEffect">
                                  <p:stCondLst>
                                    <p:cond delay="0"/>
                                  </p:stCondLst>
                                  <p:childTnLst>
                                    <p:anim calcmode="lin" valueType="num">
                                      <p:cBhvr>
                                        <p:cTn id="30" dur="1500"/>
                                        <p:tgtEl>
                                          <p:spTgt spid="16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ppt_w"/>
                                          </p:val>
                                        </p:tav>
                                        <p:tav tm="100000">
                                          <p:val>
                                            <p:fltVal val="0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31" dur="1500"/>
                                        <p:tgtEl>
                                          <p:spTgt spid="16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ppt_h"/>
                                          </p:val>
                                        </p:tav>
                                        <p:tav tm="100000">
                                          <p:val>
                                            <p:fltVal val="0"/>
                                          </p:val>
                                        </p:tav>
                                      </p:tavLst>
                                    </p:anim>
                                    <p:animEffect transition="out" filter="fade">
                                      <p:cBhvr>
                                        <p:cTn id="32" dur="15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33" dur="1" fill="hold">
                                          <p:stCondLst>
                                            <p:cond delay="1499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34" fill="hold">
                            <p:stCondLst>
                              <p:cond delay="1500"/>
                            </p:stCondLst>
                            <p:childTnLst>
                              <p:par>
                                <p:cTn id="35" presetID="1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9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41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42" presetClass="path" presetSubtype="0" accel="50000" decel="50000" fill="hold" grpId="1" nodeType="clickEffect">
                                  <p:stCondLst>
                                    <p:cond delay="0"/>
                                  </p:stCondLst>
                                  <p:childTnLst>
                                    <p:animMotion origin="layout" path="M 0 7.40741E-7 L 0 -0.175 " pathEditMode="relative" rAng="0" ptsTypes="AA">
                                      <p:cBhvr>
                                        <p:cTn id="46" dur="300" fill="hold"/>
                                        <p:tgtEl>
                                          <p:spTgt spid="7"/>
                                        </p:tgtEl>
                                        <p:attrNameLst>
                                          <p:attrName>ppt_x</p:attrName>
                                          <p:attrName>ppt_y</p:attrName>
                                        </p:attrNameLst>
                                      </p:cBhvr>
                                      <p:rCtr x="0" y="-8750"/>
                                    </p:animMotion>
                                  </p:childTnLst>
                                </p:cTn>
                              </p:par>
                              <p:par>
                                <p:cTn id="47" presetID="42" presetClass="path" presetSubtype="0" accel="50000" decel="50000" fill="hold" grpId="1" nodeType="withEffect">
                                  <p:stCondLst>
                                    <p:cond delay="0"/>
                                  </p:stCondLst>
                                  <p:childTnLst>
                                    <p:animMotion origin="layout" path="M -2.91667E-6 -3.7037E-7 L -0.00052 -0.18333 " pathEditMode="relative" rAng="0" ptsTypes="AA">
                                      <p:cBhvr>
                                        <p:cTn id="48" dur="300" fill="hold"/>
                                        <p:tgtEl>
                                          <p:spTgt spid="17"/>
                                        </p:tgtEl>
                                        <p:attrNameLst>
                                          <p:attrName>ppt_x</p:attrName>
                                          <p:attrName>ppt_y</p:attrName>
                                        </p:attrNameLst>
                                      </p:cBhvr>
                                      <p:rCtr x="-26" y="-9167"/>
                                    </p:animMotion>
                                  </p:childTnLst>
                                </p:cTn>
                              </p:par>
                              <p:par>
                                <p:cTn id="49" presetID="42" presetClass="path" presetSubtype="0" accel="50000" decel="50000" fill="hold" grpId="1" nodeType="withEffect">
                                  <p:stCondLst>
                                    <p:cond delay="0"/>
                                  </p:stCondLst>
                                  <p:childTnLst>
                                    <p:animMotion origin="layout" path="M 2.08333E-6 2.59259E-6 L 0.0013 -0.17616 " pathEditMode="relative" rAng="0" ptsTypes="AA">
                                      <p:cBhvr>
                                        <p:cTn id="50" dur="300" fill="hold"/>
                                        <p:tgtEl>
                                          <p:spTgt spid="9"/>
                                        </p:tgtEl>
                                        <p:attrNameLst>
                                          <p:attrName>ppt_x</p:attrName>
                                          <p:attrName>ppt_y</p:attrName>
                                        </p:attrNameLst>
                                      </p:cBhvr>
                                      <p:rCtr x="65" y="-8819"/>
                                    </p:animMotion>
                                  </p:childTnLst>
                                </p:cTn>
                              </p:par>
                              <p:par>
                                <p:cTn id="51" presetID="42" presetClass="path" presetSubtype="0" accel="50000" decel="50000" fill="hold" grpId="1" nodeType="withEffect">
                                  <p:stCondLst>
                                    <p:cond delay="0"/>
                                  </p:stCondLst>
                                  <p:childTnLst>
                                    <p:animMotion origin="layout" path="M -4.79167E-6 2.59259E-6 L -0.00234 -0.175 " pathEditMode="relative" rAng="0" ptsTypes="AA">
                                      <p:cBhvr>
                                        <p:cTn id="52" dur="300" fill="hold"/>
                                        <p:tgtEl>
                                          <p:spTgt spid="8"/>
                                        </p:tgtEl>
                                        <p:attrNameLst>
                                          <p:attrName>ppt_x</p:attrName>
                                          <p:attrName>ppt_y</p:attrName>
                                        </p:attrNameLst>
                                      </p:cBhvr>
                                      <p:rCtr x="-117" y="-8750"/>
                                    </p:animMotion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53" fill="hold">
                            <p:stCondLst>
                              <p:cond delay="300"/>
                            </p:stCondLst>
                            <p:childTnLst>
                              <p:par>
                                <p:cTn id="54" presetID="1" presetClass="entr" presetSubtype="0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4" grpId="0" animBg="1"/>
      <p:bldP spid="14" grpId="1" animBg="1"/>
      <p:bldP spid="14" grpId="2" animBg="1"/>
      <p:bldP spid="7" grpId="0" animBg="1"/>
      <p:bldP spid="7" grpId="1" animBg="1"/>
      <p:bldP spid="16" grpId="0"/>
      <p:bldP spid="16" grpId="1"/>
      <p:bldP spid="16" grpId="2"/>
      <p:bldP spid="8" grpId="0"/>
      <p:bldP spid="8" grpId="1"/>
      <p:bldP spid="10" grpId="0" build="allAtOnce"/>
      <p:bldP spid="10" grpId="1" build="allAtOnce"/>
      <p:bldP spid="9" grpId="0"/>
      <p:bldP spid="9" grpId="1"/>
      <p:bldP spid="17" grpId="0"/>
      <p:bldP spid="17" grpId="1"/>
    </p:bldLst>
  </p:timing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8F9FC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45922875-CA3A-5BE3-BE6F-FD9EC46E814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Box 2">
            <a:extLst>
              <a:ext uri="{FF2B5EF4-FFF2-40B4-BE49-F238E27FC236}">
                <a16:creationId xmlns:a16="http://schemas.microsoft.com/office/drawing/2014/main" id="{F0444EEE-8B56-4FBA-F6FE-E1F3C850E702}"/>
              </a:ext>
            </a:extLst>
          </p:cNvPr>
          <p:cNvSpPr txBox="1"/>
          <p:nvPr/>
        </p:nvSpPr>
        <p:spPr>
          <a:xfrm>
            <a:off x="658368" y="384048"/>
            <a:ext cx="5492209" cy="5232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lvl="0" defTabSz="457200" latinLnBrk="0">
              <a:defRPr sz="2800" b="1">
                <a:solidFill>
                  <a:srgbClr val="18233A"/>
                </a:solidFill>
              </a:defRPr>
            </a:pPr>
            <a:r>
              <a:rPr lang="en-US" altLang="ko-KR" sz="2800" b="1" dirty="0">
                <a:solidFill>
                  <a:srgbClr val="18233A"/>
                </a:solidFill>
              </a:rPr>
              <a:t>1-1. </a:t>
            </a:r>
            <a:r>
              <a:rPr lang="ko-KR" altLang="en-US" sz="2800" b="1" dirty="0" err="1">
                <a:solidFill>
                  <a:srgbClr val="18233A"/>
                </a:solidFill>
              </a:rPr>
              <a:t>정방향</a:t>
            </a:r>
            <a:r>
              <a:rPr lang="ko-KR" altLang="en-US" sz="2800" b="1" dirty="0">
                <a:solidFill>
                  <a:srgbClr val="18233A"/>
                </a:solidFill>
              </a:rPr>
              <a:t> 문제</a:t>
            </a:r>
            <a:r>
              <a:rPr lang="en-US" altLang="ko-KR" sz="2800" b="1" dirty="0">
                <a:solidFill>
                  <a:srgbClr val="18233A"/>
                </a:solidFill>
              </a:rPr>
              <a:t>: </a:t>
            </a:r>
            <a:r>
              <a:rPr lang="ko-KR" altLang="en-US" sz="2800" b="1" dirty="0">
                <a:solidFill>
                  <a:srgbClr val="18233A"/>
                </a:solidFill>
              </a:rPr>
              <a:t>교과 물리로부터</a:t>
            </a: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B342564D-49D4-D4EC-AE18-1F3CE3B75D2A}"/>
              </a:ext>
            </a:extLst>
          </p:cNvPr>
          <p:cNvSpPr txBox="1"/>
          <p:nvPr/>
        </p:nvSpPr>
        <p:spPr>
          <a:xfrm>
            <a:off x="676656" y="987552"/>
            <a:ext cx="10607040" cy="38404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marL="0" marR="0" lvl="0" indent="0" algn="l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 sz="1250">
                <a:solidFill>
                  <a:srgbClr val="5C6574"/>
                </a:solidFill>
              </a:defRPr>
            </a:pPr>
            <a:r>
              <a:rPr kumimoji="0" sz="1250" b="0" i="0" u="none" strike="noStrike" kern="1200" cap="none" spc="0" normalizeH="0" baseline="0" noProof="0" dirty="0" err="1">
                <a:ln>
                  <a:noFill/>
                </a:ln>
                <a:solidFill>
                  <a:srgbClr val="5C6574"/>
                </a:solidFill>
                <a:effectLst/>
                <a:uLnTx/>
                <a:uFillTx/>
                <a:latin typeface="Calibri"/>
                <a:ea typeface="+mn-ea"/>
                <a:cs typeface="+mn-cs"/>
              </a:rPr>
              <a:t>점전하가</a:t>
            </a:r>
            <a:r>
              <a:rPr kumimoji="0" sz="1250" b="0" i="0" u="none" strike="noStrike" kern="1200" cap="none" spc="0" normalizeH="0" baseline="0" noProof="0" dirty="0">
                <a:ln>
                  <a:noFill/>
                </a:ln>
                <a:solidFill>
                  <a:srgbClr val="5C6574"/>
                </a:solidFill>
                <a:effectLst/>
                <a:uLnTx/>
                <a:uFillTx/>
                <a:latin typeface="Calibri"/>
                <a:ea typeface="+mn-ea"/>
                <a:cs typeface="+mn-cs"/>
              </a:rPr>
              <a:t> </a:t>
            </a:r>
            <a:r>
              <a:rPr kumimoji="0" sz="1250" b="0" i="0" u="none" strike="noStrike" kern="1200" cap="none" spc="0" normalizeH="0" baseline="0" noProof="0" dirty="0" err="1">
                <a:ln>
                  <a:noFill/>
                </a:ln>
                <a:solidFill>
                  <a:srgbClr val="5C6574"/>
                </a:solidFill>
                <a:effectLst/>
                <a:uLnTx/>
                <a:uFillTx/>
                <a:latin typeface="Calibri"/>
                <a:ea typeface="+mn-ea"/>
                <a:cs typeface="+mn-cs"/>
              </a:rPr>
              <a:t>만드는</a:t>
            </a:r>
            <a:r>
              <a:rPr kumimoji="0" sz="1250" b="0" i="0" u="none" strike="noStrike" kern="1200" cap="none" spc="0" normalizeH="0" baseline="0" noProof="0" dirty="0">
                <a:ln>
                  <a:noFill/>
                </a:ln>
                <a:solidFill>
                  <a:srgbClr val="5C6574"/>
                </a:solidFill>
                <a:effectLst/>
                <a:uLnTx/>
                <a:uFillTx/>
                <a:latin typeface="Calibri"/>
                <a:ea typeface="+mn-ea"/>
                <a:cs typeface="+mn-cs"/>
              </a:rPr>
              <a:t> </a:t>
            </a:r>
            <a:r>
              <a:rPr kumimoji="0" sz="1250" b="0" i="0" u="none" strike="noStrike" kern="1200" cap="none" spc="0" normalizeH="0" baseline="0" noProof="0" dirty="0" err="1">
                <a:ln>
                  <a:noFill/>
                </a:ln>
                <a:solidFill>
                  <a:srgbClr val="5C6574"/>
                </a:solidFill>
                <a:effectLst/>
                <a:uLnTx/>
                <a:uFillTx/>
                <a:latin typeface="Calibri"/>
                <a:ea typeface="+mn-ea"/>
                <a:cs typeface="+mn-cs"/>
              </a:rPr>
              <a:t>전기</a:t>
            </a:r>
            <a:r>
              <a:rPr kumimoji="0" sz="1250" b="0" i="0" u="none" strike="noStrike" kern="1200" cap="none" spc="0" normalizeH="0" baseline="0" noProof="0" dirty="0">
                <a:ln>
                  <a:noFill/>
                </a:ln>
                <a:solidFill>
                  <a:srgbClr val="5C6574"/>
                </a:solidFill>
                <a:effectLst/>
                <a:uLnTx/>
                <a:uFillTx/>
                <a:latin typeface="Calibri"/>
                <a:ea typeface="+mn-ea"/>
                <a:cs typeface="+mn-cs"/>
              </a:rPr>
              <a:t> </a:t>
            </a:r>
            <a:r>
              <a:rPr kumimoji="0" sz="1250" b="0" i="0" u="none" strike="noStrike" kern="1200" cap="none" spc="0" normalizeH="0" baseline="0" noProof="0" dirty="0" err="1">
                <a:ln>
                  <a:noFill/>
                </a:ln>
                <a:solidFill>
                  <a:srgbClr val="5C6574"/>
                </a:solidFill>
                <a:effectLst/>
                <a:uLnTx/>
                <a:uFillTx/>
                <a:latin typeface="Calibri"/>
                <a:ea typeface="+mn-ea"/>
                <a:cs typeface="+mn-cs"/>
              </a:rPr>
              <a:t>퍼텐셜을</a:t>
            </a:r>
            <a:r>
              <a:rPr kumimoji="0" sz="1250" b="0" i="0" u="none" strike="noStrike" kern="1200" cap="none" spc="0" normalizeH="0" baseline="0" noProof="0" dirty="0">
                <a:ln>
                  <a:noFill/>
                </a:ln>
                <a:solidFill>
                  <a:srgbClr val="5C6574"/>
                </a:solidFill>
                <a:effectLst/>
                <a:uLnTx/>
                <a:uFillTx/>
                <a:latin typeface="Calibri"/>
                <a:ea typeface="+mn-ea"/>
                <a:cs typeface="+mn-cs"/>
              </a:rPr>
              <a:t> 3차원에 </a:t>
            </a:r>
            <a:r>
              <a:rPr kumimoji="0" sz="1250" b="0" i="0" u="none" strike="noStrike" kern="1200" cap="none" spc="0" normalizeH="0" baseline="0" noProof="0" dirty="0" err="1">
                <a:ln>
                  <a:noFill/>
                </a:ln>
                <a:solidFill>
                  <a:srgbClr val="5C6574"/>
                </a:solidFill>
                <a:effectLst/>
                <a:uLnTx/>
                <a:uFillTx/>
                <a:latin typeface="Calibri"/>
                <a:ea typeface="+mn-ea"/>
                <a:cs typeface="+mn-cs"/>
              </a:rPr>
              <a:t>배치하고</a:t>
            </a:r>
            <a:r>
              <a:rPr kumimoji="0" sz="1250" b="0" i="0" u="none" strike="noStrike" kern="1200" cap="none" spc="0" normalizeH="0" baseline="0" noProof="0" dirty="0">
                <a:ln>
                  <a:noFill/>
                </a:ln>
                <a:solidFill>
                  <a:srgbClr val="5C6574"/>
                </a:solidFill>
                <a:effectLst/>
                <a:uLnTx/>
                <a:uFillTx/>
                <a:latin typeface="Calibri"/>
                <a:ea typeface="+mn-ea"/>
                <a:cs typeface="+mn-cs"/>
              </a:rPr>
              <a:t> z=0 </a:t>
            </a:r>
            <a:r>
              <a:rPr kumimoji="0" sz="1250" b="0" i="0" u="none" strike="noStrike" kern="1200" cap="none" spc="0" normalizeH="0" baseline="0" noProof="0" dirty="0" err="1">
                <a:ln>
                  <a:noFill/>
                </a:ln>
                <a:solidFill>
                  <a:srgbClr val="5C6574"/>
                </a:solidFill>
                <a:effectLst/>
                <a:uLnTx/>
                <a:uFillTx/>
                <a:latin typeface="Calibri"/>
                <a:ea typeface="+mn-ea"/>
                <a:cs typeface="+mn-cs"/>
              </a:rPr>
              <a:t>평면에서</a:t>
            </a:r>
            <a:r>
              <a:rPr kumimoji="0" sz="1250" b="0" i="0" u="none" strike="noStrike" kern="1200" cap="none" spc="0" normalizeH="0" baseline="0" noProof="0" dirty="0">
                <a:ln>
                  <a:noFill/>
                </a:ln>
                <a:solidFill>
                  <a:srgbClr val="5C6574"/>
                </a:solidFill>
                <a:effectLst/>
                <a:uLnTx/>
                <a:uFillTx/>
                <a:latin typeface="Calibri"/>
                <a:ea typeface="+mn-ea"/>
                <a:cs typeface="+mn-cs"/>
              </a:rPr>
              <a:t> </a:t>
            </a:r>
            <a:r>
              <a:rPr kumimoji="0" sz="1250" b="0" i="0" u="none" strike="noStrike" kern="1200" cap="none" spc="0" normalizeH="0" baseline="0" noProof="0" dirty="0" err="1">
                <a:ln>
                  <a:noFill/>
                </a:ln>
                <a:solidFill>
                  <a:srgbClr val="5C6574"/>
                </a:solidFill>
                <a:effectLst/>
                <a:uLnTx/>
                <a:uFillTx/>
                <a:latin typeface="Calibri"/>
                <a:ea typeface="+mn-ea"/>
                <a:cs typeface="+mn-cs"/>
              </a:rPr>
              <a:t>관측한다</a:t>
            </a:r>
            <a:r>
              <a:rPr kumimoji="0" sz="1250" b="0" i="0" u="none" strike="noStrike" kern="1200" cap="none" spc="0" normalizeH="0" baseline="0" noProof="0" dirty="0">
                <a:ln>
                  <a:noFill/>
                </a:ln>
                <a:solidFill>
                  <a:srgbClr val="5C6574"/>
                </a:solidFill>
                <a:effectLst/>
                <a:uLnTx/>
                <a:uFillTx/>
                <a:latin typeface="Calibri"/>
                <a:ea typeface="+mn-ea"/>
                <a:cs typeface="+mn-cs"/>
              </a:rPr>
              <a:t>.</a:t>
            </a:r>
          </a:p>
        </p:txBody>
      </p:sp>
      <p:sp>
        <p:nvSpPr>
          <p:cNvPr id="6" name="Rectangle 5">
            <a:extLst>
              <a:ext uri="{FF2B5EF4-FFF2-40B4-BE49-F238E27FC236}">
                <a16:creationId xmlns:a16="http://schemas.microsoft.com/office/drawing/2014/main" id="{684E3266-7DC3-33FD-B018-723A94D28DF1}"/>
              </a:ext>
            </a:extLst>
          </p:cNvPr>
          <p:cNvSpPr/>
          <p:nvPr/>
        </p:nvSpPr>
        <p:spPr>
          <a:xfrm>
            <a:off x="676656" y="1353312"/>
            <a:ext cx="566928" cy="41148"/>
          </a:xfrm>
          <a:prstGeom prst="rect">
            <a:avLst/>
          </a:prstGeom>
          <a:solidFill>
            <a:srgbClr val="315EB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Calibri"/>
              <a:ea typeface="+mn-ea"/>
              <a:cs typeface="+mn-cs"/>
            </a:endParaRPr>
          </a:p>
        </p:txBody>
      </p:sp>
      <p:sp>
        <p:nvSpPr>
          <p:cNvPr id="7" name="Rounded Rectangle 6">
            <a:extLst>
              <a:ext uri="{FF2B5EF4-FFF2-40B4-BE49-F238E27FC236}">
                <a16:creationId xmlns:a16="http://schemas.microsoft.com/office/drawing/2014/main" id="{CBB12F64-12D9-DF0D-F200-05D9460D23E6}"/>
              </a:ext>
            </a:extLst>
          </p:cNvPr>
          <p:cNvSpPr/>
          <p:nvPr/>
        </p:nvSpPr>
        <p:spPr>
          <a:xfrm>
            <a:off x="1049383" y="1498848"/>
            <a:ext cx="10093234" cy="1199876"/>
          </a:xfrm>
          <a:prstGeom prst="roundRect">
            <a:avLst/>
          </a:prstGeom>
          <a:solidFill>
            <a:srgbClr val="FFFFFF"/>
          </a:solidFill>
          <a:ln>
            <a:solidFill>
              <a:srgbClr val="E6EBF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sz="1800" b="0" i="0" u="none" strike="noStrike" kern="1200" cap="none" spc="0" normalizeH="0" baseline="0" noProof="0" dirty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Calibri"/>
              <a:ea typeface="+mn-ea"/>
              <a:cs typeface="+mn-cs"/>
            </a:endParaRP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8" name="TextBox 7">
                <a:extLst>
                  <a:ext uri="{FF2B5EF4-FFF2-40B4-BE49-F238E27FC236}">
                    <a16:creationId xmlns:a16="http://schemas.microsoft.com/office/drawing/2014/main" id="{BE2EE4C3-3F08-8ACC-A901-639FFAAAAECE}"/>
                  </a:ext>
                </a:extLst>
              </p:cNvPr>
              <p:cNvSpPr txBox="1"/>
              <p:nvPr/>
            </p:nvSpPr>
            <p:spPr>
              <a:xfrm>
                <a:off x="2334202" y="1628562"/>
                <a:ext cx="7292253" cy="927754"/>
              </a:xfrm>
              <a:prstGeom prst="rect">
                <a:avLst/>
              </a:prstGeom>
              <a:noFill/>
            </p:spPr>
            <p:txBody>
              <a:bodyPr wrap="none">
                <a:spAutoFit/>
              </a:bodyPr>
              <a:lstStyle/>
              <a:p>
                <a:pPr lvl="0" algn="ctr" defTabSz="457200" latinLnBrk="0">
                  <a:defRPr sz="2200" b="1">
                    <a:solidFill>
                      <a:srgbClr val="1F8987"/>
                    </a:solidFill>
                    <a:latin typeface="Cambria Math"/>
                  </a:defRPr>
                </a:pPr>
                <a14:m>
                  <m:oMathPara xmlns:m="http://schemas.openxmlformats.org/officeDocument/2006/math">
                    <m:oMath>
                      <m:r>
                        <a:rPr kumimoji="0" lang="en-US" sz="2200" b="1" i="1" u="none" strike="noStrike" kern="1200" cap="none" spc="0" normalizeH="0" baseline="0" noProof="0" dirty="0" smtClean="0">
                          <a:ln>
                            <a:noFill/>
                          </a:ln>
                          <a:solidFill>
                            <a:schemeClr val="accent1">
                              <a:lumMod val="75000"/>
                            </a:schemeClr>
                          </a:solidFill>
                          <a:effectLst/>
                          <a:uLnTx/>
                          <a:uFillTx/>
                          <a:latin typeface="Cambria Math" panose="02040503050406030204" pitchFamily="18" charset="0"/>
                          <a:ea typeface="+mn-ea"/>
                          <a:cs typeface="+mn-cs"/>
                        </a:rPr>
                        <m:t>𝑽</m:t>
                      </m:r>
                      <m:r>
                        <a:rPr kumimoji="0" lang="en-US" sz="2200" b="1" i="1" u="none" strike="noStrike" kern="1200" cap="none" spc="0" normalizeH="0" baseline="0" noProof="0" dirty="0">
                          <a:ln>
                            <a:noFill/>
                          </a:ln>
                          <a:solidFill>
                            <a:schemeClr val="accent1">
                              <a:lumMod val="75000"/>
                            </a:schemeClr>
                          </a:solidFill>
                          <a:effectLst/>
                          <a:uLnTx/>
                          <a:uFillTx/>
                          <a:latin typeface="Cambria Math" panose="02040503050406030204" pitchFamily="18" charset="0"/>
                          <a:ea typeface="+mn-ea"/>
                          <a:cs typeface="+mn-cs"/>
                        </a:rPr>
                        <m:t>(</m:t>
                      </m:r>
                      <m:r>
                        <a:rPr kumimoji="0" lang="en-US" sz="2200" b="1" i="1" u="none" strike="noStrike" kern="1200" cap="none" spc="0" normalizeH="0" baseline="0" noProof="0" dirty="0">
                          <a:ln>
                            <a:noFill/>
                          </a:ln>
                          <a:solidFill>
                            <a:schemeClr val="accent1">
                              <a:lumMod val="75000"/>
                            </a:schemeClr>
                          </a:solidFill>
                          <a:effectLst/>
                          <a:uLnTx/>
                          <a:uFillTx/>
                          <a:latin typeface="Cambria Math" panose="02040503050406030204" pitchFamily="18" charset="0"/>
                          <a:ea typeface="+mn-ea"/>
                          <a:cs typeface="+mn-cs"/>
                        </a:rPr>
                        <m:t>𝒙</m:t>
                      </m:r>
                      <m:r>
                        <a:rPr kumimoji="0" lang="en-US" sz="2200" b="1" i="1" u="none" strike="noStrike" kern="1200" cap="none" spc="0" normalizeH="0" baseline="0" noProof="0" dirty="0">
                          <a:ln>
                            <a:noFill/>
                          </a:ln>
                          <a:solidFill>
                            <a:schemeClr val="accent1">
                              <a:lumMod val="75000"/>
                            </a:schemeClr>
                          </a:solidFill>
                          <a:effectLst/>
                          <a:uLnTx/>
                          <a:uFillTx/>
                          <a:latin typeface="Cambria Math" panose="02040503050406030204" pitchFamily="18" charset="0"/>
                          <a:ea typeface="+mn-ea"/>
                          <a:cs typeface="+mn-cs"/>
                        </a:rPr>
                        <m:t>,</m:t>
                      </m:r>
                      <m:r>
                        <a:rPr kumimoji="0" lang="en-US" sz="2200" b="1" i="1" u="none" strike="noStrike" kern="1200" cap="none" spc="0" normalizeH="0" baseline="0" noProof="0" dirty="0">
                          <a:ln>
                            <a:noFill/>
                          </a:ln>
                          <a:solidFill>
                            <a:schemeClr val="accent1">
                              <a:lumMod val="75000"/>
                            </a:schemeClr>
                          </a:solidFill>
                          <a:effectLst/>
                          <a:uLnTx/>
                          <a:uFillTx/>
                          <a:latin typeface="Cambria Math" panose="02040503050406030204" pitchFamily="18" charset="0"/>
                          <a:ea typeface="+mn-ea"/>
                          <a:cs typeface="+mn-cs"/>
                        </a:rPr>
                        <m:t>𝒚</m:t>
                      </m:r>
                      <m:r>
                        <a:rPr kumimoji="0" lang="en-US" sz="2200" b="1" i="1" u="none" strike="noStrike" kern="1200" cap="none" spc="0" normalizeH="0" baseline="0" noProof="0" dirty="0">
                          <a:ln>
                            <a:noFill/>
                          </a:ln>
                          <a:solidFill>
                            <a:schemeClr val="accent1">
                              <a:lumMod val="75000"/>
                            </a:schemeClr>
                          </a:solidFill>
                          <a:effectLst/>
                          <a:uLnTx/>
                          <a:uFillTx/>
                          <a:latin typeface="Cambria Math" panose="02040503050406030204" pitchFamily="18" charset="0"/>
                          <a:ea typeface="+mn-ea"/>
                          <a:cs typeface="+mn-cs"/>
                        </a:rPr>
                        <m:t>,</m:t>
                      </m:r>
                      <m:r>
                        <a:rPr kumimoji="0" lang="en-US" sz="2200" b="1" i="1" u="none" strike="noStrike" kern="1200" cap="none" spc="0" normalizeH="0" baseline="0" noProof="0" dirty="0" smtClean="0">
                          <a:ln>
                            <a:noFill/>
                          </a:ln>
                          <a:solidFill>
                            <a:schemeClr val="accent1">
                              <a:lumMod val="75000"/>
                            </a:schemeClr>
                          </a:solidFill>
                          <a:effectLst/>
                          <a:uLnTx/>
                          <a:uFillTx/>
                          <a:latin typeface="Cambria Math" panose="02040503050406030204" pitchFamily="18" charset="0"/>
                          <a:ea typeface="+mn-ea"/>
                          <a:cs typeface="+mn-cs"/>
                        </a:rPr>
                        <m:t>𝒛</m:t>
                      </m:r>
                      <m:r>
                        <a:rPr kumimoji="0" lang="en-US" sz="2200" b="1" i="1" u="none" strike="noStrike" kern="1200" cap="none" spc="0" normalizeH="0" baseline="0" noProof="0" dirty="0">
                          <a:ln>
                            <a:noFill/>
                          </a:ln>
                          <a:solidFill>
                            <a:schemeClr val="accent1">
                              <a:lumMod val="75000"/>
                            </a:schemeClr>
                          </a:solidFill>
                          <a:effectLst/>
                          <a:uLnTx/>
                          <a:uFillTx/>
                          <a:latin typeface="Cambria Math" panose="02040503050406030204" pitchFamily="18" charset="0"/>
                          <a:ea typeface="+mn-ea"/>
                          <a:cs typeface="+mn-cs"/>
                        </a:rPr>
                        <m:t>) </m:t>
                      </m:r>
                      <m:r>
                        <a:rPr kumimoji="0" lang="en-US" sz="2200" b="1" i="1" u="none" strike="noStrike" kern="1200" cap="none" spc="0" normalizeH="0" baseline="0" noProof="0" dirty="0" smtClean="0">
                          <a:ln>
                            <a:noFill/>
                          </a:ln>
                          <a:solidFill>
                            <a:schemeClr val="accent1">
                              <a:lumMod val="75000"/>
                            </a:schemeClr>
                          </a:solidFill>
                          <a:effectLst/>
                          <a:uLnTx/>
                          <a:uFillTx/>
                          <a:latin typeface="Cambria Math" panose="02040503050406030204" pitchFamily="18" charset="0"/>
                          <a:ea typeface="+mn-ea"/>
                          <a:cs typeface="+mn-cs"/>
                        </a:rPr>
                        <m:t>  </m:t>
                      </m:r>
                      <m:r>
                        <a:rPr kumimoji="0" lang="en-US" sz="2200" b="1" i="1" u="none" strike="noStrike" kern="1200" cap="none" spc="0" normalizeH="0" baseline="0" noProof="0" dirty="0">
                          <a:ln>
                            <a:noFill/>
                          </a:ln>
                          <a:solidFill>
                            <a:schemeClr val="accent1">
                              <a:lumMod val="75000"/>
                            </a:schemeClr>
                          </a:solidFill>
                          <a:effectLst/>
                          <a:uLnTx/>
                          <a:uFillTx/>
                          <a:latin typeface="Cambria Math" panose="02040503050406030204" pitchFamily="18" charset="0"/>
                          <a:ea typeface="+mn-ea"/>
                          <a:cs typeface="+mn-cs"/>
                        </a:rPr>
                        <m:t>=</m:t>
                      </m:r>
                      <m:f>
                        <m:fPr>
                          <m:ctrlPr>
                            <a:rPr kumimoji="0" lang="en-US" altLang="ko-KR" sz="2200" b="1" i="1" u="none" strike="noStrike" kern="1200" cap="none" spc="0" normalizeH="0" baseline="0" noProof="0" dirty="0" smtClean="0">
                              <a:ln>
                                <a:noFill/>
                              </a:ln>
                              <a:solidFill>
                                <a:schemeClr val="accent1">
                                  <a:lumMod val="75000"/>
                                </a:schemeClr>
                              </a:solidFill>
                              <a:effectLst/>
                              <a:uLnTx/>
                              <a:uFillTx/>
                              <a:latin typeface="Cambria Math" panose="02040503050406030204" pitchFamily="18" charset="0"/>
                              <a:ea typeface="+mn-ea"/>
                              <a:cs typeface="+mn-cs"/>
                            </a:rPr>
                          </m:ctrlPr>
                        </m:fPr>
                        <m:num>
                          <m:r>
                            <a:rPr kumimoji="0" lang="en-US" altLang="ko-KR" sz="2200" b="1" i="1" u="none" strike="noStrike" kern="1200" cap="none" spc="0" normalizeH="0" baseline="0" noProof="0" dirty="0" smtClean="0">
                              <a:ln>
                                <a:noFill/>
                              </a:ln>
                              <a:solidFill>
                                <a:schemeClr val="accent1">
                                  <a:lumMod val="75000"/>
                                </a:schemeClr>
                              </a:solidFill>
                              <a:effectLst/>
                              <a:uLnTx/>
                              <a:uFillTx/>
                              <a:latin typeface="Cambria Math" panose="02040503050406030204" pitchFamily="18" charset="0"/>
                              <a:ea typeface="+mn-ea"/>
                              <a:cs typeface="+mn-cs"/>
                            </a:rPr>
                            <m:t>𝟏</m:t>
                          </m:r>
                        </m:num>
                        <m:den>
                          <m:r>
                            <a:rPr kumimoji="0" lang="en-US" altLang="ko-KR" sz="2200" b="1" i="1" u="none" strike="noStrike" kern="1200" cap="none" spc="0" normalizeH="0" baseline="0" noProof="0" dirty="0" smtClean="0">
                              <a:ln>
                                <a:noFill/>
                              </a:ln>
                              <a:solidFill>
                                <a:schemeClr val="accent1">
                                  <a:lumMod val="75000"/>
                                </a:schemeClr>
                              </a:solidFill>
                              <a:effectLst/>
                              <a:uLnTx/>
                              <a:uFillTx/>
                              <a:latin typeface="Cambria Math" panose="02040503050406030204" pitchFamily="18" charset="0"/>
                              <a:ea typeface="+mn-ea"/>
                              <a:cs typeface="+mn-cs"/>
                            </a:rPr>
                            <m:t>𝟒</m:t>
                          </m:r>
                          <m:r>
                            <a:rPr kumimoji="0" lang="ko-KR" altLang="en-US" sz="2200" b="1" i="1" u="none" strike="noStrike" kern="1200" cap="none" spc="0" normalizeH="0" baseline="0" noProof="0" dirty="0" smtClean="0">
                              <a:ln>
                                <a:noFill/>
                              </a:ln>
                              <a:solidFill>
                                <a:schemeClr val="accent1">
                                  <a:lumMod val="75000"/>
                                </a:schemeClr>
                              </a:solidFill>
                              <a:effectLst/>
                              <a:uLnTx/>
                              <a:uFillTx/>
                              <a:latin typeface="Cambria Math" panose="02040503050406030204" pitchFamily="18" charset="0"/>
                            </a:rPr>
                            <m:t>𝝅</m:t>
                          </m:r>
                          <m:sSub>
                            <m:sSubPr>
                              <m:ctrlPr>
                                <a:rPr lang="ko-KR" altLang="en-US" sz="2200" b="1" i="1" dirty="0">
                                  <a:solidFill>
                                    <a:schemeClr val="accent1">
                                      <a:lumMod val="75000"/>
                                    </a:schemeClr>
                                  </a:solidFill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ko-KR" altLang="en-US" sz="2200" b="1" i="1" dirty="0">
                                  <a:solidFill>
                                    <a:schemeClr val="accent1">
                                      <a:lumMod val="75000"/>
                                    </a:schemeClr>
                                  </a:solidFill>
                                  <a:latin typeface="Cambria Math" panose="02040503050406030204" pitchFamily="18" charset="0"/>
                                </a:rPr>
                                <m:t>𝜺</m:t>
                              </m:r>
                            </m:e>
                            <m:sub>
                              <m:r>
                                <a:rPr kumimoji="0" lang="en-US" altLang="ko-KR" sz="2200" b="1" i="1" u="none" strike="noStrike" kern="1200" cap="none" spc="0" normalizeH="0" baseline="0" noProof="0" dirty="0" smtClean="0">
                                  <a:ln>
                                    <a:noFill/>
                                  </a:ln>
                                  <a:solidFill>
                                    <a:schemeClr val="accent1">
                                      <a:lumMod val="75000"/>
                                    </a:schemeClr>
                                  </a:solidFill>
                                  <a:effectLst/>
                                  <a:uLnTx/>
                                  <a:uFillTx/>
                                  <a:latin typeface="Cambria Math" panose="02040503050406030204" pitchFamily="18" charset="0"/>
                                </a:rPr>
                                <m:t>𝟎</m:t>
                              </m:r>
                            </m:sub>
                          </m:sSub>
                        </m:den>
                      </m:f>
                      <m:nary>
                        <m:naryPr>
                          <m:chr m:val="∑"/>
                          <m:supHide m:val="on"/>
                          <m:ctrlPr>
                            <a:rPr lang="en-US" altLang="ko-KR" sz="2200" b="1" i="1" dirty="0" smtClean="0">
                              <a:solidFill>
                                <a:schemeClr val="accent1">
                                  <a:lumMod val="75000"/>
                                </a:schemeClr>
                              </a:solidFill>
                              <a:latin typeface="Cambria Math" panose="02040503050406030204" pitchFamily="18" charset="0"/>
                            </a:rPr>
                          </m:ctrlPr>
                        </m:naryPr>
                        <m:sub>
                          <m:r>
                            <m:rPr>
                              <m:brk m:alnAt="7"/>
                            </m:rPr>
                            <a:rPr lang="en-US" altLang="ko-KR" sz="2200" b="1" i="1" dirty="0" smtClean="0">
                              <a:solidFill>
                                <a:schemeClr val="accent1">
                                  <a:lumMod val="75000"/>
                                </a:schemeClr>
                              </a:solidFill>
                              <a:latin typeface="Cambria Math" panose="02040503050406030204" pitchFamily="18" charset="0"/>
                            </a:rPr>
                            <m:t>𝒊</m:t>
                          </m:r>
                        </m:sub>
                        <m:sup/>
                        <m:e>
                          <m:f>
                            <m:fPr>
                              <m:ctrlPr>
                                <a:rPr lang="en-US" altLang="ko-KR" sz="2200" b="1" i="1" dirty="0">
                                  <a:solidFill>
                                    <a:schemeClr val="accent1">
                                      <a:lumMod val="75000"/>
                                    </a:schemeClr>
                                  </a:solidFill>
                                  <a:latin typeface="Cambria Math" panose="02040503050406030204" pitchFamily="18" charset="0"/>
                                </a:rPr>
                              </m:ctrlPr>
                            </m:fPr>
                            <m:num>
                              <m:r>
                                <a:rPr lang="en-US" altLang="ko-KR" sz="2200" b="1" i="1" dirty="0">
                                  <a:solidFill>
                                    <a:schemeClr val="accent1">
                                      <a:lumMod val="75000"/>
                                    </a:schemeClr>
                                  </a:solidFill>
                                  <a:latin typeface="Cambria Math" panose="02040503050406030204" pitchFamily="18" charset="0"/>
                                </a:rPr>
                                <m:t>𝒒</m:t>
                              </m:r>
                              <m:r>
                                <a:rPr lang="en-US" altLang="ko-KR" sz="2200" b="1" i="1" dirty="0">
                                  <a:solidFill>
                                    <a:schemeClr val="accent1">
                                      <a:lumMod val="75000"/>
                                    </a:schemeClr>
                                  </a:solidFill>
                                  <a:latin typeface="Cambria Math" panose="02040503050406030204" pitchFamily="18" charset="0"/>
                                </a:rPr>
                                <m:t>ᵢ</m:t>
                              </m:r>
                            </m:num>
                            <m:den>
                              <m:rad>
                                <m:radPr>
                                  <m:degHide m:val="on"/>
                                  <m:ctrlPr>
                                    <a:rPr lang="en-US" altLang="ko-KR" sz="2200" b="1" i="1" dirty="0">
                                      <a:solidFill>
                                        <a:schemeClr val="accent1">
                                          <a:lumMod val="75000"/>
                                        </a:schemeClr>
                                      </a:solidFill>
                                      <a:latin typeface="Cambria Math" panose="02040503050406030204" pitchFamily="18" charset="0"/>
                                    </a:rPr>
                                  </m:ctrlPr>
                                </m:radPr>
                                <m:deg/>
                                <m:e>
                                  <m:r>
                                    <a:rPr lang="en-US" altLang="ko-KR" sz="2200" b="1" i="1" dirty="0">
                                      <a:solidFill>
                                        <a:schemeClr val="accent1">
                                          <a:lumMod val="75000"/>
                                        </a:schemeClr>
                                      </a:solidFill>
                                      <a:latin typeface="Cambria Math" panose="02040503050406030204" pitchFamily="18" charset="0"/>
                                    </a:rPr>
                                    <m:t>(</m:t>
                                  </m:r>
                                  <m:r>
                                    <a:rPr lang="en-US" altLang="ko-KR" sz="2200" b="1" i="1" dirty="0">
                                      <a:solidFill>
                                        <a:schemeClr val="accent1">
                                          <a:lumMod val="75000"/>
                                        </a:schemeClr>
                                      </a:solidFill>
                                      <a:latin typeface="Cambria Math" panose="02040503050406030204" pitchFamily="18" charset="0"/>
                                    </a:rPr>
                                    <m:t>𝒙</m:t>
                                  </m:r>
                                  <m:r>
                                    <a:rPr lang="en-US" altLang="ko-KR" sz="2200" b="1" i="1" dirty="0">
                                      <a:solidFill>
                                        <a:schemeClr val="accent1">
                                          <a:lumMod val="75000"/>
                                        </a:schemeClr>
                                      </a:solidFill>
                                      <a:latin typeface="Cambria Math" panose="02040503050406030204" pitchFamily="18" charset="0"/>
                                    </a:rPr>
                                    <m:t>−</m:t>
                                  </m:r>
                                  <m:r>
                                    <a:rPr lang="en-US" altLang="ko-KR" sz="2200" b="1" i="1" dirty="0">
                                      <a:solidFill>
                                        <a:schemeClr val="accent1">
                                          <a:lumMod val="75000"/>
                                        </a:schemeClr>
                                      </a:solidFill>
                                      <a:latin typeface="Cambria Math" panose="02040503050406030204" pitchFamily="18" charset="0"/>
                                    </a:rPr>
                                    <m:t>𝒙</m:t>
                                  </m:r>
                                  <m:r>
                                    <a:rPr lang="en-US" altLang="ko-KR" sz="2200" b="1" i="1" dirty="0">
                                      <a:solidFill>
                                        <a:schemeClr val="accent1">
                                          <a:lumMod val="75000"/>
                                        </a:schemeClr>
                                      </a:solidFill>
                                      <a:latin typeface="Cambria Math" panose="02040503050406030204" pitchFamily="18" charset="0"/>
                                    </a:rPr>
                                    <m:t>ᵢ)² + (</m:t>
                                  </m:r>
                                  <m:r>
                                    <a:rPr lang="en-US" altLang="ko-KR" sz="2200" b="1" i="1" dirty="0">
                                      <a:solidFill>
                                        <a:schemeClr val="accent1">
                                          <a:lumMod val="75000"/>
                                        </a:schemeClr>
                                      </a:solidFill>
                                      <a:latin typeface="Cambria Math" panose="02040503050406030204" pitchFamily="18" charset="0"/>
                                    </a:rPr>
                                    <m:t>𝒚</m:t>
                                  </m:r>
                                  <m:r>
                                    <a:rPr lang="en-US" altLang="ko-KR" sz="2200" b="1" i="1" dirty="0">
                                      <a:solidFill>
                                        <a:schemeClr val="accent1">
                                          <a:lumMod val="75000"/>
                                        </a:schemeClr>
                                      </a:solidFill>
                                      <a:latin typeface="Cambria Math" panose="02040503050406030204" pitchFamily="18" charset="0"/>
                                    </a:rPr>
                                    <m:t>−</m:t>
                                  </m:r>
                                  <m:r>
                                    <a:rPr lang="en-US" altLang="ko-KR" sz="2200" b="1" i="1" dirty="0">
                                      <a:solidFill>
                                        <a:schemeClr val="accent1">
                                          <a:lumMod val="75000"/>
                                        </a:schemeClr>
                                      </a:solidFill>
                                      <a:latin typeface="Cambria Math" panose="02040503050406030204" pitchFamily="18" charset="0"/>
                                    </a:rPr>
                                    <m:t>𝒚</m:t>
                                  </m:r>
                                  <m:r>
                                    <a:rPr lang="en-US" altLang="ko-KR" sz="2200" b="1" i="1" dirty="0">
                                      <a:solidFill>
                                        <a:schemeClr val="accent1">
                                          <a:lumMod val="75000"/>
                                        </a:schemeClr>
                                      </a:solidFill>
                                      <a:latin typeface="Cambria Math" panose="02040503050406030204" pitchFamily="18" charset="0"/>
                                    </a:rPr>
                                    <m:t>ᵢ)² +(</m:t>
                                  </m:r>
                                  <m:r>
                                    <a:rPr lang="en-US" altLang="ko-KR" sz="2200" b="1" i="1" dirty="0">
                                      <a:solidFill>
                                        <a:schemeClr val="accent1">
                                          <a:lumMod val="75000"/>
                                        </a:schemeClr>
                                      </a:solidFill>
                                      <a:latin typeface="Cambria Math" panose="02040503050406030204" pitchFamily="18" charset="0"/>
                                    </a:rPr>
                                    <m:t>𝒛</m:t>
                                  </m:r>
                                  <m:r>
                                    <a:rPr lang="en-US" altLang="ko-KR" sz="2200" b="1" i="1" dirty="0">
                                      <a:solidFill>
                                        <a:schemeClr val="accent1">
                                          <a:lumMod val="75000"/>
                                        </a:schemeClr>
                                      </a:solidFill>
                                      <a:latin typeface="Cambria Math" panose="02040503050406030204" pitchFamily="18" charset="0"/>
                                    </a:rPr>
                                    <m:t>−</m:t>
                                  </m:r>
                                  <m:r>
                                    <a:rPr lang="en-US" altLang="ko-KR" sz="2200" b="1" i="1" dirty="0">
                                      <a:solidFill>
                                        <a:schemeClr val="accent1">
                                          <a:lumMod val="75000"/>
                                        </a:schemeClr>
                                      </a:solidFill>
                                      <a:latin typeface="Cambria Math" panose="02040503050406030204" pitchFamily="18" charset="0"/>
                                    </a:rPr>
                                    <m:t>𝒛</m:t>
                                  </m:r>
                                  <m:sSup>
                                    <m:sSupPr>
                                      <m:ctrlPr>
                                        <a:rPr lang="en-US" altLang="ko-KR" sz="2200" b="1" i="1" dirty="0">
                                          <a:solidFill>
                                            <a:schemeClr val="accent1">
                                              <a:lumMod val="75000"/>
                                            </a:schemeClr>
                                          </a:solidFill>
                                          <a:latin typeface="Cambria Math" panose="02040503050406030204" pitchFamily="18" charset="0"/>
                                        </a:rPr>
                                      </m:ctrlPr>
                                    </m:sSupPr>
                                    <m:e>
                                      <m:r>
                                        <a:rPr lang="en-US" altLang="ko-KR" sz="2200" b="1" i="1" dirty="0">
                                          <a:solidFill>
                                            <a:schemeClr val="accent1">
                                              <a:lumMod val="75000"/>
                                            </a:schemeClr>
                                          </a:solidFill>
                                          <a:latin typeface="Cambria Math" panose="02040503050406030204" pitchFamily="18" charset="0"/>
                                        </a:rPr>
                                        <m:t>ᵢ</m:t>
                                      </m:r>
                                    </m:e>
                                    <m:sup>
                                      <m:r>
                                        <a:rPr lang="en-US" altLang="ko-KR" sz="2200" b="1" i="1" dirty="0">
                                          <a:solidFill>
                                            <a:schemeClr val="accent1">
                                              <a:lumMod val="75000"/>
                                            </a:schemeClr>
                                          </a:solidFill>
                                          <a:latin typeface="Cambria Math" panose="02040503050406030204" pitchFamily="18" charset="0"/>
                                        </a:rPr>
                                        <m:t>2</m:t>
                                      </m:r>
                                    </m:sup>
                                  </m:sSup>
                                  <m:r>
                                    <a:rPr lang="en-US" altLang="ko-KR" sz="2200" b="1" i="1" dirty="0">
                                      <a:solidFill>
                                        <a:schemeClr val="accent1">
                                          <a:lumMod val="75000"/>
                                        </a:schemeClr>
                                      </a:solidFill>
                                      <a:latin typeface="Cambria Math" panose="02040503050406030204" pitchFamily="18" charset="0"/>
                                    </a:rPr>
                                    <m:t>)</m:t>
                                  </m:r>
                                </m:e>
                              </m:rad>
                            </m:den>
                          </m:f>
                        </m:e>
                      </m:nary>
                    </m:oMath>
                  </m:oMathPara>
                </a14:m>
                <a:endParaRPr dirty="0"/>
              </a:p>
            </p:txBody>
          </p:sp>
        </mc:Choice>
        <mc:Fallback xmlns="">
          <p:sp>
            <p:nvSpPr>
              <p:cNvPr id="8" name="TextBox 7">
                <a:extLst>
                  <a:ext uri="{FF2B5EF4-FFF2-40B4-BE49-F238E27FC236}">
                    <a16:creationId xmlns:a16="http://schemas.microsoft.com/office/drawing/2014/main" id="{BE2EE4C3-3F08-8ACC-A901-639FFAAAAECE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2334202" y="1628562"/>
                <a:ext cx="7292253" cy="927754"/>
              </a:xfrm>
              <a:prstGeom prst="rect">
                <a:avLst/>
              </a:prstGeom>
              <a:blipFill>
                <a:blip r:embed="rId3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ko-KR" alt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9" name="TextBox 8">
            <a:extLst>
              <a:ext uri="{FF2B5EF4-FFF2-40B4-BE49-F238E27FC236}">
                <a16:creationId xmlns:a16="http://schemas.microsoft.com/office/drawing/2014/main" id="{8ABB6EDB-60E2-32F7-B321-7F9BD3D27664}"/>
              </a:ext>
            </a:extLst>
          </p:cNvPr>
          <p:cNvSpPr txBox="1"/>
          <p:nvPr/>
        </p:nvSpPr>
        <p:spPr>
          <a:xfrm>
            <a:off x="3754801" y="2714907"/>
            <a:ext cx="4652236" cy="284693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 sz="1250">
                <a:solidFill>
                  <a:srgbClr val="5C6574"/>
                </a:solidFill>
              </a:defRPr>
            </a:pPr>
            <a:r>
              <a:rPr lang="ko-KR" altLang="en-US" sz="1250" dirty="0">
                <a:solidFill>
                  <a:srgbClr val="5C6574"/>
                </a:solidFill>
                <a:latin typeface="Calibri"/>
              </a:rPr>
              <a:t>전하량이 </a:t>
            </a:r>
            <a:r>
              <a:rPr lang="en-US" altLang="ko-KR" sz="1250" dirty="0">
                <a:solidFill>
                  <a:srgbClr val="5C6574"/>
                </a:solidFill>
                <a:latin typeface="Calibri"/>
              </a:rPr>
              <a:t>+1</a:t>
            </a:r>
            <a:r>
              <a:rPr lang="ko-KR" altLang="en-US" sz="1250" dirty="0">
                <a:solidFill>
                  <a:srgbClr val="5C6574"/>
                </a:solidFill>
                <a:latin typeface="Calibri"/>
              </a:rPr>
              <a:t>인 시험전하를 이용해 특정 지점의 전위를 구한다</a:t>
            </a:r>
            <a:r>
              <a:rPr lang="en-US" altLang="ko-KR" sz="1250" dirty="0">
                <a:solidFill>
                  <a:srgbClr val="5C6574"/>
                </a:solidFill>
                <a:latin typeface="Calibri"/>
              </a:rPr>
              <a:t>.</a:t>
            </a:r>
            <a:endParaRPr kumimoji="0" sz="1250" b="0" i="0" u="none" strike="noStrike" kern="1200" cap="none" spc="0" normalizeH="0" baseline="0" noProof="0" dirty="0">
              <a:ln>
                <a:noFill/>
              </a:ln>
              <a:solidFill>
                <a:srgbClr val="5C6574"/>
              </a:solidFill>
              <a:effectLst/>
              <a:uLnTx/>
              <a:uFillTx/>
              <a:latin typeface="Calibri"/>
              <a:ea typeface="+mn-ea"/>
              <a:cs typeface="+mn-cs"/>
            </a:endParaRPr>
          </a:p>
        </p:txBody>
      </p:sp>
      <p:sp>
        <p:nvSpPr>
          <p:cNvPr id="17" name="TextBox 16">
            <a:extLst>
              <a:ext uri="{FF2B5EF4-FFF2-40B4-BE49-F238E27FC236}">
                <a16:creationId xmlns:a16="http://schemas.microsoft.com/office/drawing/2014/main" id="{6C92398E-0F84-BBDB-2D03-BE2A1DE19492}"/>
              </a:ext>
            </a:extLst>
          </p:cNvPr>
          <p:cNvSpPr txBox="1"/>
          <p:nvPr/>
        </p:nvSpPr>
        <p:spPr>
          <a:xfrm>
            <a:off x="974809" y="2928069"/>
            <a:ext cx="10005858" cy="4001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ko-KR" altLang="en-US" sz="2000" dirty="0">
                <a:solidFill>
                  <a:srgbClr val="18233A"/>
                </a:solidFill>
              </a:rPr>
              <a:t>조금만 확장해 </a:t>
            </a:r>
            <a:r>
              <a:rPr lang="en-US" altLang="ko-KR" sz="2000" dirty="0">
                <a:solidFill>
                  <a:srgbClr val="18233A"/>
                </a:solidFill>
              </a:rPr>
              <a:t>z</a:t>
            </a:r>
            <a:r>
              <a:rPr lang="ko-KR" altLang="en-US" sz="2000" dirty="0">
                <a:solidFill>
                  <a:srgbClr val="18233A"/>
                </a:solidFill>
              </a:rPr>
              <a:t>축을 추가하면 </a:t>
            </a:r>
            <a:r>
              <a:rPr lang="en-US" altLang="ko-KR" sz="2000" dirty="0">
                <a:solidFill>
                  <a:srgbClr val="18233A"/>
                </a:solidFill>
              </a:rPr>
              <a:t>3</a:t>
            </a:r>
            <a:r>
              <a:rPr lang="ko-KR" altLang="en-US" sz="2000" dirty="0">
                <a:solidFill>
                  <a:srgbClr val="18233A"/>
                </a:solidFill>
              </a:rPr>
              <a:t>차원 공간에서</a:t>
            </a:r>
            <a:r>
              <a:rPr lang="en-US" altLang="ko-KR" sz="2000" dirty="0">
                <a:solidFill>
                  <a:srgbClr val="18233A"/>
                </a:solidFill>
              </a:rPr>
              <a:t>, </a:t>
            </a:r>
            <a:r>
              <a:rPr lang="ko-KR" altLang="en-US" sz="2000" dirty="0">
                <a:solidFill>
                  <a:srgbClr val="18233A"/>
                </a:solidFill>
              </a:rPr>
              <a:t>여러 전하들에 의한 전위를 구할 수 있다</a:t>
            </a:r>
            <a:r>
              <a:rPr lang="en-US" altLang="ko-KR" sz="2000" dirty="0">
                <a:solidFill>
                  <a:srgbClr val="18233A"/>
                </a:solidFill>
              </a:rPr>
              <a:t>.</a:t>
            </a:r>
            <a:endParaRPr lang="ko-KR" altLang="en-US" sz="2000" dirty="0"/>
          </a:p>
        </p:txBody>
      </p:sp>
      <p:pic>
        <p:nvPicPr>
          <p:cNvPr id="15" name="그림 14">
            <a:extLst>
              <a:ext uri="{FF2B5EF4-FFF2-40B4-BE49-F238E27FC236}">
                <a16:creationId xmlns:a16="http://schemas.microsoft.com/office/drawing/2014/main" id="{A67BCAA6-D0E9-6960-67CA-D0491AF61F93}"/>
              </a:ext>
            </a:extLst>
          </p:cNvPr>
          <p:cNvPicPr>
            <a:picLocks noChangeAspect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2889419" y="3429000"/>
            <a:ext cx="6176639" cy="3369076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96350533"/>
      </p:ext>
    </p:extLst>
  </p:cSld>
  <p:clrMapOvr>
    <a:masterClrMapping/>
  </p:clrMapOvr>
  <mc:AlternateContent xmlns:mc="http://schemas.openxmlformats.org/markup-compatibility/2006">
    <mc:Choice xmlns:p14="http://schemas.microsoft.com/office/powerpoint/2010/main" Requires="p14">
      <p:transition spd="med" p14:dur="700">
        <p:fade/>
      </p:transition>
    </mc:Choice>
    <mc:Fallback>
      <p:transition spd="med">
        <p:fade/>
      </p:transition>
    </mc:Fallback>
  </mc:AlternateContent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5330EA4C-01A4-B12C-B0C7-68BB177E018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그림 2">
            <a:extLst>
              <a:ext uri="{FF2B5EF4-FFF2-40B4-BE49-F238E27FC236}">
                <a16:creationId xmlns:a16="http://schemas.microsoft.com/office/drawing/2014/main" id="{4FBEFC9E-A064-A8FB-BA78-E82B5BEC1ACE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BEBA8EAE-BF5A-486C-A8C5-ECC9F3942E4B}">
                <a14:imgProps xmlns:a14="http://schemas.microsoft.com/office/drawing/2010/main">
                  <a14:imgLayer r:embed="rId3">
                    <a14:imgEffect>
                      <a14:artisticBlur/>
                    </a14:imgEffect>
                  </a14:imgLayer>
                </a14:imgProps>
              </a:ext>
            </a:extLst>
          </a:blip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sp>
        <p:nvSpPr>
          <p:cNvPr id="18" name="TextBox 17">
            <a:extLst>
              <a:ext uri="{FF2B5EF4-FFF2-40B4-BE49-F238E27FC236}">
                <a16:creationId xmlns:a16="http://schemas.microsoft.com/office/drawing/2014/main" id="{360CB4A5-BBD7-B12D-4C75-809179E31229}"/>
              </a:ext>
            </a:extLst>
          </p:cNvPr>
          <p:cNvSpPr txBox="1"/>
          <p:nvPr/>
        </p:nvSpPr>
        <p:spPr>
          <a:xfrm>
            <a:off x="881470" y="2459504"/>
            <a:ext cx="10398898" cy="1938992"/>
          </a:xfrm>
          <a:prstGeom prst="rect">
            <a:avLst/>
          </a:prstGeom>
          <a:solidFill>
            <a:schemeClr val="bg2">
              <a:lumMod val="75000"/>
            </a:schemeClr>
          </a:solidFill>
          <a:ln>
            <a:solidFill>
              <a:schemeClr val="tx1"/>
            </a:solidFill>
          </a:ln>
          <a:effectLst>
            <a:outerShdw blurRad="50800" dist="38100" dir="5400000" algn="t" rotWithShape="0">
              <a:prstClr val="black">
                <a:alpha val="40000"/>
              </a:prstClr>
            </a:outerShdw>
          </a:effectLst>
        </p:spPr>
        <p:txBody>
          <a:bodyPr wrap="square" rtlCol="0">
            <a:spAutoFit/>
          </a:bodyPr>
          <a:lstStyle/>
          <a:p>
            <a:r>
              <a:rPr lang="en-US" altLang="ko-KR" sz="6000" b="1" dirty="0"/>
              <a:t>Q. </a:t>
            </a:r>
            <a:r>
              <a:rPr lang="ko-KR" altLang="en-US" sz="6000" b="1" dirty="0">
                <a:solidFill>
                  <a:srgbClr val="0070C0"/>
                </a:solidFill>
              </a:rPr>
              <a:t>전위</a:t>
            </a:r>
            <a:r>
              <a:rPr lang="ko-KR" altLang="en-US" sz="6000" b="1" dirty="0"/>
              <a:t>를 바탕으로 </a:t>
            </a:r>
            <a:endParaRPr lang="en-US" altLang="ko-KR" sz="6000" b="1" dirty="0"/>
          </a:p>
          <a:p>
            <a:r>
              <a:rPr lang="ko-KR" altLang="en-US" sz="6000" b="1" dirty="0">
                <a:solidFill>
                  <a:srgbClr val="0070C0"/>
                </a:solidFill>
              </a:rPr>
              <a:t>전하의 분포</a:t>
            </a:r>
            <a:r>
              <a:rPr lang="ko-KR" altLang="en-US" sz="6000" b="1" dirty="0"/>
              <a:t>를 구할 수 있을까</a:t>
            </a:r>
            <a:r>
              <a:rPr lang="en-US" altLang="ko-KR" sz="6000" b="1" dirty="0"/>
              <a:t>?</a:t>
            </a:r>
            <a:endParaRPr lang="ko-KR" altLang="en-US" sz="6000" b="1" dirty="0"/>
          </a:p>
        </p:txBody>
      </p:sp>
    </p:spTree>
    <p:extLst>
      <p:ext uri="{BB962C8B-B14F-4D97-AF65-F5344CB8AC3E}">
        <p14:creationId xmlns:p14="http://schemas.microsoft.com/office/powerpoint/2010/main" val="1729818181"/>
      </p:ext>
    </p:extLst>
  </p:cSld>
  <p:clrMapOvr>
    <a:masterClrMapping/>
  </p:clrMapOvr>
  <mc:AlternateContent xmlns:mc="http://schemas.openxmlformats.org/markup-compatibility/2006">
    <mc:Choice xmlns:p14="http://schemas.microsoft.com/office/powerpoint/2010/main" Requires="p14">
      <p:transition spd="med" p14:dur="700">
        <p:fade/>
      </p:transition>
    </mc:Choice>
    <mc:Fallback>
      <p:transition spd="med">
        <p:fade/>
      </p:transition>
    </mc:Fallback>
  </mc:AlternateContent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iterate type="lt">
                                    <p:tmAbs val="20"/>
                                  </p:iterate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8" grpId="0" animBg="1"/>
    </p:bldLst>
  </p:timing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96389F7F-A386-EFE0-833D-B163B63890F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1" name="그림 10">
            <a:extLst>
              <a:ext uri="{FF2B5EF4-FFF2-40B4-BE49-F238E27FC236}">
                <a16:creationId xmlns:a16="http://schemas.microsoft.com/office/drawing/2014/main" id="{1B107074-574A-DC3D-16D3-B7A1327024AC}"/>
              </a:ext>
            </a:extLst>
          </p:cNvPr>
          <p:cNvPicPr>
            <a:picLocks noChangeAspect="1"/>
          </p:cNvPicPr>
          <p:nvPr/>
        </p:nvPicPr>
        <p:blipFill>
          <a:blip r:embed="rId3"/>
          <a:srcRect l="5705" t="25333" r="66892" b="4359"/>
          <a:stretch>
            <a:fillRect/>
          </a:stretch>
        </p:blipFill>
        <p:spPr>
          <a:xfrm>
            <a:off x="4029716" y="446953"/>
            <a:ext cx="4132567" cy="5964094"/>
          </a:xfrm>
          <a:custGeom>
            <a:avLst/>
            <a:gdLst>
              <a:gd name="csX0" fmla="*/ 0 w 3340987"/>
              <a:gd name="csY0" fmla="*/ 0 h 4821691"/>
              <a:gd name="csX1" fmla="*/ 3340987 w 3340987"/>
              <a:gd name="csY1" fmla="*/ 0 h 4821691"/>
              <a:gd name="csX2" fmla="*/ 3340987 w 3340987"/>
              <a:gd name="csY2" fmla="*/ 4821691 h 4821691"/>
              <a:gd name="csX3" fmla="*/ 0 w 3340987"/>
              <a:gd name="csY3" fmla="*/ 4821691 h 4821691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</a:cxnLst>
            <a:rect l="l" t="t" r="r" b="b"/>
            <a:pathLst>
              <a:path w="3340987" h="4821691">
                <a:moveTo>
                  <a:pt x="0" y="0"/>
                </a:moveTo>
                <a:lnTo>
                  <a:pt x="3340987" y="0"/>
                </a:lnTo>
                <a:lnTo>
                  <a:pt x="3340987" y="4821691"/>
                </a:lnTo>
                <a:lnTo>
                  <a:pt x="0" y="4821691"/>
                </a:lnTo>
                <a:close/>
              </a:path>
            </a:pathLst>
          </a:custGeom>
        </p:spPr>
      </p:pic>
      <p:sp>
        <p:nvSpPr>
          <p:cNvPr id="3" name="TextBox 2">
            <a:extLst>
              <a:ext uri="{FF2B5EF4-FFF2-40B4-BE49-F238E27FC236}">
                <a16:creationId xmlns:a16="http://schemas.microsoft.com/office/drawing/2014/main" id="{476042A8-65D1-2BB1-25B0-50ED5C3EC9FA}"/>
              </a:ext>
            </a:extLst>
          </p:cNvPr>
          <p:cNvSpPr txBox="1"/>
          <p:nvPr/>
        </p:nvSpPr>
        <p:spPr>
          <a:xfrm>
            <a:off x="658368" y="384048"/>
            <a:ext cx="10881360" cy="5232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800" b="1">
                <a:solidFill>
                  <a:srgbClr val="18233A"/>
                </a:solidFill>
              </a:defRPr>
            </a:pPr>
            <a:r>
              <a:rPr dirty="0"/>
              <a:t>1. </a:t>
            </a:r>
            <a:r>
              <a:rPr dirty="0" err="1"/>
              <a:t>탐구</a:t>
            </a:r>
            <a:r>
              <a:rPr dirty="0"/>
              <a:t> </a:t>
            </a:r>
            <a:r>
              <a:rPr dirty="0" err="1"/>
              <a:t>동기</a:t>
            </a:r>
            <a:endParaRPr dirty="0"/>
          </a:p>
        </p:txBody>
      </p:sp>
    </p:spTree>
    <p:custDataLst>
      <p:tags r:id="rId1"/>
    </p:custDataLst>
    <p:extLst>
      <p:ext uri="{BB962C8B-B14F-4D97-AF65-F5344CB8AC3E}">
        <p14:creationId xmlns:p14="http://schemas.microsoft.com/office/powerpoint/2010/main" val="3543465259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slow" p14:dur="2000" advTm="4016"/>
    </mc:Choice>
    <mc:Fallback xmlns="">
      <p:transition spd="slow" advTm="4016"/>
    </mc:Fallback>
  </mc:AlternateContent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F0626CFD-C11E-EAF4-9ACD-9F472CE2B17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1" name="그림 10">
            <a:extLst>
              <a:ext uri="{FF2B5EF4-FFF2-40B4-BE49-F238E27FC236}">
                <a16:creationId xmlns:a16="http://schemas.microsoft.com/office/drawing/2014/main" id="{5BE667EB-0BF8-7892-23A8-7F4B9853A7CD}"/>
              </a:ext>
            </a:extLst>
          </p:cNvPr>
          <p:cNvPicPr>
            <a:picLocks noChangeAspect="1"/>
          </p:cNvPicPr>
          <p:nvPr/>
        </p:nvPicPr>
        <p:blipFill>
          <a:blip r:embed="rId2"/>
          <a:srcRect l="5705" t="25333" r="66892" b="4359"/>
          <a:stretch>
            <a:fillRect/>
          </a:stretch>
        </p:blipFill>
        <p:spPr>
          <a:xfrm>
            <a:off x="695575" y="1737361"/>
            <a:ext cx="3340987" cy="4821691"/>
          </a:xfrm>
          <a:custGeom>
            <a:avLst/>
            <a:gdLst>
              <a:gd name="csX0" fmla="*/ 0 w 3340987"/>
              <a:gd name="csY0" fmla="*/ 0 h 4821691"/>
              <a:gd name="csX1" fmla="*/ 3340987 w 3340987"/>
              <a:gd name="csY1" fmla="*/ 0 h 4821691"/>
              <a:gd name="csX2" fmla="*/ 3340987 w 3340987"/>
              <a:gd name="csY2" fmla="*/ 4821691 h 4821691"/>
              <a:gd name="csX3" fmla="*/ 0 w 3340987"/>
              <a:gd name="csY3" fmla="*/ 4821691 h 4821691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</a:cxnLst>
            <a:rect l="l" t="t" r="r" b="b"/>
            <a:pathLst>
              <a:path w="3340987" h="4821691">
                <a:moveTo>
                  <a:pt x="0" y="0"/>
                </a:moveTo>
                <a:lnTo>
                  <a:pt x="3340987" y="0"/>
                </a:lnTo>
                <a:lnTo>
                  <a:pt x="3340987" y="4821691"/>
                </a:lnTo>
                <a:lnTo>
                  <a:pt x="0" y="4821691"/>
                </a:lnTo>
                <a:close/>
              </a:path>
            </a:pathLst>
          </a:custGeom>
        </p:spPr>
      </p:pic>
      <p:sp>
        <p:nvSpPr>
          <p:cNvPr id="3" name="TextBox 2">
            <a:extLst>
              <a:ext uri="{FF2B5EF4-FFF2-40B4-BE49-F238E27FC236}">
                <a16:creationId xmlns:a16="http://schemas.microsoft.com/office/drawing/2014/main" id="{F3C44D21-9DDD-3762-5D65-AACBC31F2800}"/>
              </a:ext>
            </a:extLst>
          </p:cNvPr>
          <p:cNvSpPr txBox="1"/>
          <p:nvPr/>
        </p:nvSpPr>
        <p:spPr>
          <a:xfrm>
            <a:off x="658368" y="384048"/>
            <a:ext cx="10881360" cy="5232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800" b="1">
                <a:solidFill>
                  <a:srgbClr val="18233A"/>
                </a:solidFill>
              </a:defRPr>
            </a:pPr>
            <a:r>
              <a:rPr dirty="0"/>
              <a:t>1. </a:t>
            </a:r>
            <a:r>
              <a:rPr dirty="0" err="1"/>
              <a:t>탐구</a:t>
            </a:r>
            <a:r>
              <a:rPr dirty="0"/>
              <a:t> </a:t>
            </a:r>
            <a:r>
              <a:rPr dirty="0" err="1"/>
              <a:t>동기</a:t>
            </a:r>
            <a:endParaRPr dirty="0"/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71A80391-6E47-E5D2-7CDF-2A2AB7687057}"/>
              </a:ext>
            </a:extLst>
          </p:cNvPr>
          <p:cNvSpPr txBox="1"/>
          <p:nvPr/>
        </p:nvSpPr>
        <p:spPr>
          <a:xfrm>
            <a:off x="676656" y="987552"/>
            <a:ext cx="6482865" cy="284693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250">
                <a:solidFill>
                  <a:srgbClr val="5C6574"/>
                </a:solidFill>
              </a:defRPr>
            </a:pPr>
            <a:r>
              <a:rPr dirty="0" err="1"/>
              <a:t>정방향</a:t>
            </a:r>
            <a:r>
              <a:rPr dirty="0"/>
              <a:t> </a:t>
            </a:r>
            <a:r>
              <a:rPr dirty="0" err="1"/>
              <a:t>문제는</a:t>
            </a:r>
            <a:r>
              <a:rPr dirty="0"/>
              <a:t> </a:t>
            </a:r>
            <a:r>
              <a:rPr dirty="0" err="1"/>
              <a:t>쉽지만</a:t>
            </a:r>
            <a:r>
              <a:rPr dirty="0"/>
              <a:t>, </a:t>
            </a:r>
            <a:r>
              <a:rPr dirty="0" err="1"/>
              <a:t>역방향</a:t>
            </a:r>
            <a:r>
              <a:rPr dirty="0"/>
              <a:t> </a:t>
            </a:r>
            <a:r>
              <a:rPr dirty="0" err="1"/>
              <a:t>문제는</a:t>
            </a:r>
            <a:r>
              <a:rPr dirty="0"/>
              <a:t> </a:t>
            </a:r>
            <a:r>
              <a:rPr dirty="0" err="1"/>
              <a:t>정보</a:t>
            </a:r>
            <a:r>
              <a:rPr dirty="0"/>
              <a:t> </a:t>
            </a:r>
            <a:r>
              <a:rPr dirty="0" err="1"/>
              <a:t>손실</a:t>
            </a:r>
            <a:r>
              <a:rPr lang="ko-KR" altLang="en-US" dirty="0"/>
              <a:t>로 인해 유일한 해를 구하기</a:t>
            </a:r>
            <a:r>
              <a:rPr dirty="0"/>
              <a:t> </a:t>
            </a:r>
            <a:r>
              <a:rPr dirty="0" err="1"/>
              <a:t>어려워진다</a:t>
            </a:r>
            <a:r>
              <a:rPr lang="en-US" dirty="0"/>
              <a:t>.</a:t>
            </a:r>
            <a:endParaRPr dirty="0"/>
          </a:p>
        </p:txBody>
      </p:sp>
      <p:sp>
        <p:nvSpPr>
          <p:cNvPr id="6" name="Rectangle 5">
            <a:extLst>
              <a:ext uri="{FF2B5EF4-FFF2-40B4-BE49-F238E27FC236}">
                <a16:creationId xmlns:a16="http://schemas.microsoft.com/office/drawing/2014/main" id="{691AE517-3472-23AC-2292-DF8FA57261AD}"/>
              </a:ext>
            </a:extLst>
          </p:cNvPr>
          <p:cNvSpPr/>
          <p:nvPr/>
        </p:nvSpPr>
        <p:spPr>
          <a:xfrm>
            <a:off x="777240" y="1281389"/>
            <a:ext cx="566928" cy="41148"/>
          </a:xfrm>
          <a:prstGeom prst="rect">
            <a:avLst/>
          </a:prstGeom>
          <a:solidFill>
            <a:srgbClr val="315EB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pic>
        <p:nvPicPr>
          <p:cNvPr id="14" name="그림 13">
            <a:extLst>
              <a:ext uri="{FF2B5EF4-FFF2-40B4-BE49-F238E27FC236}">
                <a16:creationId xmlns:a16="http://schemas.microsoft.com/office/drawing/2014/main" id="{C288CC23-7329-EF10-382C-F097D130BE50}"/>
              </a:ext>
            </a:extLst>
          </p:cNvPr>
          <p:cNvPicPr>
            <a:picLocks noChangeAspect="1"/>
          </p:cNvPicPr>
          <p:nvPr/>
        </p:nvPicPr>
        <p:blipFill>
          <a:blip r:embed="rId3"/>
          <a:srcRect l="36001" t="25228" r="36596" b="4465"/>
          <a:stretch>
            <a:fillRect/>
          </a:stretch>
        </p:blipFill>
        <p:spPr>
          <a:xfrm>
            <a:off x="5959115" y="-725943"/>
            <a:ext cx="273770" cy="395103"/>
          </a:xfrm>
          <a:custGeom>
            <a:avLst/>
            <a:gdLst>
              <a:gd name="csX0" fmla="*/ 0 w 3340987"/>
              <a:gd name="csY0" fmla="*/ 0 h 4821691"/>
              <a:gd name="csX1" fmla="*/ 3340987 w 3340987"/>
              <a:gd name="csY1" fmla="*/ 0 h 4821691"/>
              <a:gd name="csX2" fmla="*/ 3340987 w 3340987"/>
              <a:gd name="csY2" fmla="*/ 4821691 h 4821691"/>
              <a:gd name="csX3" fmla="*/ 0 w 3340987"/>
              <a:gd name="csY3" fmla="*/ 4821691 h 4821691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</a:cxnLst>
            <a:rect l="l" t="t" r="r" b="b"/>
            <a:pathLst>
              <a:path w="3340987" h="4821691">
                <a:moveTo>
                  <a:pt x="0" y="0"/>
                </a:moveTo>
                <a:lnTo>
                  <a:pt x="3340987" y="0"/>
                </a:lnTo>
                <a:lnTo>
                  <a:pt x="3340987" y="4821691"/>
                </a:lnTo>
                <a:lnTo>
                  <a:pt x="0" y="4821691"/>
                </a:lnTo>
                <a:close/>
              </a:path>
            </a:pathLst>
          </a:custGeom>
        </p:spPr>
      </p:pic>
    </p:spTree>
    <p:extLst>
      <p:ext uri="{BB962C8B-B14F-4D97-AF65-F5344CB8AC3E}">
        <p14:creationId xmlns:p14="http://schemas.microsoft.com/office/powerpoint/2010/main" val="2393217054"/>
      </p:ext>
    </p:extLst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 spd="slow" advTm="503">
        <p159:morph option="byObject"/>
      </p:transition>
    </mc:Choice>
    <mc:Fallback xmlns="">
      <p:transition spd="slow" advTm="503">
        <p:fade/>
      </p:transition>
    </mc:Fallback>
  </mc:AlternateContent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그림 2">
            <a:extLst>
              <a:ext uri="{FF2B5EF4-FFF2-40B4-BE49-F238E27FC236}">
                <a16:creationId xmlns:a16="http://schemas.microsoft.com/office/drawing/2014/main" id="{7DFA16B5-439E-338D-1F2E-2F5AD21B4099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BEBA8EAE-BF5A-486C-A8C5-ECC9F3942E4B}">
                <a14:imgProps xmlns:a14="http://schemas.microsoft.com/office/drawing/2010/main">
                  <a14:imgLayer r:embed="rId4">
                    <a14:imgEffect>
                      <a14:artisticBlur/>
                    </a14:imgEffect>
                  </a14:imgLayer>
                </a14:imgProps>
              </a:ext>
            </a:extLst>
          </a:blip>
          <a:stretch>
            <a:fillRect/>
          </a:stretch>
        </p:blipFill>
        <p:spPr>
          <a:xfrm>
            <a:off x="-528" y="-1"/>
            <a:ext cx="12192528" cy="6858297"/>
          </a:xfrm>
          <a:prstGeom prst="rect">
            <a:avLst/>
          </a:prstGeom>
        </p:spPr>
      </p:pic>
      <p:pic>
        <p:nvPicPr>
          <p:cNvPr id="14" name="그림 13">
            <a:extLst>
              <a:ext uri="{FF2B5EF4-FFF2-40B4-BE49-F238E27FC236}">
                <a16:creationId xmlns:a16="http://schemas.microsoft.com/office/drawing/2014/main" id="{92798C73-2C09-0228-B26D-AEB5F7D21A6C}"/>
              </a:ext>
            </a:extLst>
          </p:cNvPr>
          <p:cNvPicPr>
            <a:picLocks noChangeAspect="1"/>
          </p:cNvPicPr>
          <p:nvPr/>
        </p:nvPicPr>
        <p:blipFill>
          <a:blip r:embed="rId5"/>
          <a:srcRect l="36001" t="25228" r="36596" b="4465"/>
          <a:stretch>
            <a:fillRect/>
          </a:stretch>
        </p:blipFill>
        <p:spPr>
          <a:xfrm>
            <a:off x="4029716" y="446953"/>
            <a:ext cx="4132567" cy="5964094"/>
          </a:xfrm>
          <a:custGeom>
            <a:avLst/>
            <a:gdLst>
              <a:gd name="csX0" fmla="*/ 0 w 3340987"/>
              <a:gd name="csY0" fmla="*/ 0 h 4821691"/>
              <a:gd name="csX1" fmla="*/ 3340987 w 3340987"/>
              <a:gd name="csY1" fmla="*/ 0 h 4821691"/>
              <a:gd name="csX2" fmla="*/ 3340987 w 3340987"/>
              <a:gd name="csY2" fmla="*/ 4821691 h 4821691"/>
              <a:gd name="csX3" fmla="*/ 0 w 3340987"/>
              <a:gd name="csY3" fmla="*/ 4821691 h 4821691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</a:cxnLst>
            <a:rect l="l" t="t" r="r" b="b"/>
            <a:pathLst>
              <a:path w="3340987" h="4821691">
                <a:moveTo>
                  <a:pt x="0" y="0"/>
                </a:moveTo>
                <a:lnTo>
                  <a:pt x="3340987" y="0"/>
                </a:lnTo>
                <a:lnTo>
                  <a:pt x="3340987" y="4821691"/>
                </a:lnTo>
                <a:lnTo>
                  <a:pt x="0" y="4821691"/>
                </a:lnTo>
                <a:close/>
              </a:path>
            </a:pathLst>
          </a:custGeom>
        </p:spPr>
      </p:pic>
    </p:spTree>
    <p:custDataLst>
      <p:tags r:id="rId1"/>
    </p:custDataLst>
    <p:extLst>
      <p:ext uri="{BB962C8B-B14F-4D97-AF65-F5344CB8AC3E}">
        <p14:creationId xmlns:p14="http://schemas.microsoft.com/office/powerpoint/2010/main" val="1668423257"/>
      </p:ext>
    </p:extLst>
  </p:cSld>
  <p:clrMapOvr>
    <a:masterClrMapping/>
  </p:clrMapOvr>
  <mc:AlternateContent xmlns:mc="http://schemas.openxmlformats.org/markup-compatibility/2006">
    <mc:Choice xmlns:p159="http://schemas.microsoft.com/office/powerpoint/2015/09/main" Requires="p159">
      <p:transition>
        <p159:morph option="byObject"/>
      </p:transition>
    </mc:Choice>
    <mc:Fallback>
      <p:transition>
        <p:fade/>
      </p:transition>
    </mc:Fallback>
  </mc:AlternateContent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8F9FC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E4EBF7D5-3A16-A278-ABDB-713E579289D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Box 2">
            <a:extLst>
              <a:ext uri="{FF2B5EF4-FFF2-40B4-BE49-F238E27FC236}">
                <a16:creationId xmlns:a16="http://schemas.microsoft.com/office/drawing/2014/main" id="{38BEBB7A-DE99-DC5B-AEA4-113312EA8474}"/>
              </a:ext>
            </a:extLst>
          </p:cNvPr>
          <p:cNvSpPr txBox="1"/>
          <p:nvPr/>
        </p:nvSpPr>
        <p:spPr>
          <a:xfrm>
            <a:off x="658368" y="384048"/>
            <a:ext cx="2715808" cy="5232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lvl="0" defTabSz="457200" latinLnBrk="0">
              <a:defRPr sz="2800" b="1">
                <a:solidFill>
                  <a:srgbClr val="18233A"/>
                </a:solidFill>
              </a:defRPr>
            </a:pPr>
            <a:r>
              <a:rPr lang="en-US" altLang="ko-KR" sz="2800" b="1" dirty="0">
                <a:solidFill>
                  <a:srgbClr val="18233A"/>
                </a:solidFill>
              </a:rPr>
              <a:t>1-2. </a:t>
            </a:r>
            <a:r>
              <a:rPr lang="ko-KR" altLang="en-US" sz="2800" b="1" dirty="0">
                <a:solidFill>
                  <a:srgbClr val="18233A"/>
                </a:solidFill>
              </a:rPr>
              <a:t>역방향 문제</a:t>
            </a: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BE38E365-BB01-E4BE-8FA0-DEFDD55486E9}"/>
              </a:ext>
            </a:extLst>
          </p:cNvPr>
          <p:cNvSpPr txBox="1"/>
          <p:nvPr/>
        </p:nvSpPr>
        <p:spPr>
          <a:xfrm>
            <a:off x="676656" y="987552"/>
            <a:ext cx="3615092" cy="284693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marL="0" marR="0" lvl="0" indent="0" algn="l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 sz="1250">
                <a:solidFill>
                  <a:srgbClr val="5C6574"/>
                </a:solidFill>
              </a:defRPr>
            </a:pPr>
            <a:r>
              <a:rPr kumimoji="0" lang="ko-KR" altLang="en-US" sz="1250" b="0" i="0" u="none" strike="noStrike" kern="1200" cap="none" spc="0" normalizeH="0" baseline="0" noProof="0" dirty="0">
                <a:ln>
                  <a:noFill/>
                </a:ln>
                <a:solidFill>
                  <a:srgbClr val="5C6574"/>
                </a:solidFill>
                <a:effectLst/>
                <a:uLnTx/>
                <a:uFillTx/>
                <a:latin typeface="Calibri"/>
                <a:ea typeface="+mn-ea"/>
                <a:cs typeface="+mn-cs"/>
              </a:rPr>
              <a:t>전위를 바탕으로 전하의 크기와 분포를 추론한다</a:t>
            </a:r>
            <a:r>
              <a:rPr kumimoji="0" lang="en-US" altLang="ko-KR" sz="1250" b="0" i="0" u="none" strike="noStrike" kern="1200" cap="none" spc="0" normalizeH="0" baseline="0" noProof="0" dirty="0">
                <a:ln>
                  <a:noFill/>
                </a:ln>
                <a:solidFill>
                  <a:srgbClr val="5C6574"/>
                </a:solidFill>
                <a:effectLst/>
                <a:uLnTx/>
                <a:uFillTx/>
                <a:latin typeface="Calibri"/>
                <a:ea typeface="+mn-ea"/>
                <a:cs typeface="+mn-cs"/>
              </a:rPr>
              <a:t>.</a:t>
            </a:r>
            <a:endParaRPr kumimoji="0" sz="1250" b="0" i="0" u="none" strike="noStrike" kern="1200" cap="none" spc="0" normalizeH="0" baseline="0" noProof="0" dirty="0">
              <a:ln>
                <a:noFill/>
              </a:ln>
              <a:solidFill>
                <a:srgbClr val="5C6574"/>
              </a:solidFill>
              <a:effectLst/>
              <a:uLnTx/>
              <a:uFillTx/>
              <a:latin typeface="Calibri"/>
              <a:ea typeface="+mn-ea"/>
              <a:cs typeface="+mn-cs"/>
            </a:endParaRPr>
          </a:p>
        </p:txBody>
      </p:sp>
      <p:pic>
        <p:nvPicPr>
          <p:cNvPr id="5" name="그림 4">
            <a:extLst>
              <a:ext uri="{FF2B5EF4-FFF2-40B4-BE49-F238E27FC236}">
                <a16:creationId xmlns:a16="http://schemas.microsoft.com/office/drawing/2014/main" id="{FF92BFC5-F0FC-510D-4706-478CA4CE8FE1}"/>
              </a:ext>
            </a:extLst>
          </p:cNvPr>
          <p:cNvPicPr>
            <a:picLocks noChangeAspect="1"/>
          </p:cNvPicPr>
          <p:nvPr/>
        </p:nvPicPr>
        <p:blipFill>
          <a:blip r:embed="rId2">
            <a:alphaModFix/>
            <a:extLst>
              <a:ext uri="{BEBA8EAE-BF5A-486C-A8C5-ECC9F3942E4B}">
                <a14:imgProps xmlns:a14="http://schemas.microsoft.com/office/drawing/2010/main">
                  <a14:imgLayer r:embed="rId3">
                    <a14:imgEffect>
                      <a14:artisticBlur/>
                    </a14:imgEffect>
                  </a14:imgLayer>
                </a14:imgProps>
              </a:ext>
            </a:extLst>
          </a:blip>
          <a:stretch>
            <a:fillRect/>
          </a:stretch>
        </p:blipFill>
        <p:spPr>
          <a:xfrm>
            <a:off x="20326" y="0"/>
            <a:ext cx="12171674" cy="6846567"/>
          </a:xfrm>
          <a:prstGeom prst="rect">
            <a:avLst/>
          </a:prstGeom>
        </p:spPr>
      </p:pic>
      <p:sp>
        <p:nvSpPr>
          <p:cNvPr id="10" name="직사각형 9">
            <a:extLst>
              <a:ext uri="{FF2B5EF4-FFF2-40B4-BE49-F238E27FC236}">
                <a16:creationId xmlns:a16="http://schemas.microsoft.com/office/drawing/2014/main" id="{0A32DE42-86B1-3D33-5E48-62E8B1148275}"/>
              </a:ext>
            </a:extLst>
          </p:cNvPr>
          <p:cNvSpPr/>
          <p:nvPr/>
        </p:nvSpPr>
        <p:spPr>
          <a:xfrm>
            <a:off x="0" y="-3176"/>
            <a:ext cx="12192000" cy="6849743"/>
          </a:xfrm>
          <a:prstGeom prst="rect">
            <a:avLst/>
          </a:prstGeom>
          <a:solidFill>
            <a:schemeClr val="bg1">
              <a:alpha val="20000"/>
            </a:schemeClr>
          </a:solidFill>
          <a:ln>
            <a:solidFill>
              <a:schemeClr val="bg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 dirty="0"/>
          </a:p>
        </p:txBody>
      </p:sp>
      <p:sp>
        <p:nvSpPr>
          <p:cNvPr id="6" name="Rectangle 5">
            <a:extLst>
              <a:ext uri="{FF2B5EF4-FFF2-40B4-BE49-F238E27FC236}">
                <a16:creationId xmlns:a16="http://schemas.microsoft.com/office/drawing/2014/main" id="{1E736930-138A-E42F-B8DF-FF0AF9EEEADA}"/>
              </a:ext>
            </a:extLst>
          </p:cNvPr>
          <p:cNvSpPr/>
          <p:nvPr/>
        </p:nvSpPr>
        <p:spPr>
          <a:xfrm>
            <a:off x="676656" y="1353312"/>
            <a:ext cx="566928" cy="41148"/>
          </a:xfrm>
          <a:prstGeom prst="rect">
            <a:avLst/>
          </a:prstGeom>
          <a:solidFill>
            <a:srgbClr val="315EB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Calibri"/>
              <a:ea typeface="+mn-ea"/>
              <a:cs typeface="+mn-cs"/>
            </a:endParaRPr>
          </a:p>
        </p:txBody>
      </p:sp>
      <p:sp>
        <p:nvSpPr>
          <p:cNvPr id="11" name="직사각형 10">
            <a:extLst>
              <a:ext uri="{FF2B5EF4-FFF2-40B4-BE49-F238E27FC236}">
                <a16:creationId xmlns:a16="http://schemas.microsoft.com/office/drawing/2014/main" id="{53BE93B0-0EAA-5C24-4CD9-B367FC72588E}"/>
              </a:ext>
            </a:extLst>
          </p:cNvPr>
          <p:cNvSpPr/>
          <p:nvPr/>
        </p:nvSpPr>
        <p:spPr>
          <a:xfrm>
            <a:off x="2679700" y="3553279"/>
            <a:ext cx="1771650" cy="1250950"/>
          </a:xfrm>
          <a:prstGeom prst="rect">
            <a:avLst/>
          </a:prstGeom>
          <a:solidFill>
            <a:schemeClr val="accent6"/>
          </a:solidFill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ko-KR" altLang="en-US" sz="4000" dirty="0">
                <a:latin typeface="+mj-ea"/>
                <a:ea typeface="+mj-ea"/>
              </a:rPr>
              <a:t>전하</a:t>
            </a:r>
            <a:r>
              <a:rPr lang="en-US" altLang="ko-KR" sz="4000" dirty="0">
                <a:latin typeface="+mj-ea"/>
                <a:ea typeface="+mj-ea"/>
              </a:rPr>
              <a:t>(Q)</a:t>
            </a:r>
            <a:endParaRPr lang="ko-KR" altLang="en-US" sz="4000" dirty="0">
              <a:latin typeface="+mj-ea"/>
              <a:ea typeface="+mj-ea"/>
            </a:endParaRPr>
          </a:p>
        </p:txBody>
      </p:sp>
      <p:sp>
        <p:nvSpPr>
          <p:cNvPr id="12" name="직사각형 11">
            <a:extLst>
              <a:ext uri="{FF2B5EF4-FFF2-40B4-BE49-F238E27FC236}">
                <a16:creationId xmlns:a16="http://schemas.microsoft.com/office/drawing/2014/main" id="{8E7A5BE5-156E-C97A-A0F4-DDF6EAD3AA49}"/>
              </a:ext>
            </a:extLst>
          </p:cNvPr>
          <p:cNvSpPr/>
          <p:nvPr/>
        </p:nvSpPr>
        <p:spPr>
          <a:xfrm>
            <a:off x="7849804" y="3553279"/>
            <a:ext cx="1771650" cy="1250950"/>
          </a:xfrm>
          <a:prstGeom prst="rect">
            <a:avLst/>
          </a:prstGeom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ko-KR" altLang="en-US" sz="4000" dirty="0">
                <a:latin typeface="+mj-ea"/>
                <a:ea typeface="+mj-ea"/>
              </a:rPr>
              <a:t>전위</a:t>
            </a:r>
            <a:r>
              <a:rPr lang="en-US" altLang="ko-KR" sz="4000" dirty="0">
                <a:latin typeface="+mj-ea"/>
                <a:ea typeface="+mj-ea"/>
              </a:rPr>
              <a:t>(V)</a:t>
            </a:r>
            <a:endParaRPr lang="ko-KR" altLang="en-US" sz="4000" dirty="0">
              <a:latin typeface="+mj-ea"/>
              <a:ea typeface="+mj-ea"/>
            </a:endParaRPr>
          </a:p>
        </p:txBody>
      </p:sp>
      <p:sp>
        <p:nvSpPr>
          <p:cNvPr id="13" name="화살표: 오른쪽 12">
            <a:extLst>
              <a:ext uri="{FF2B5EF4-FFF2-40B4-BE49-F238E27FC236}">
                <a16:creationId xmlns:a16="http://schemas.microsoft.com/office/drawing/2014/main" id="{E7E693FA-24B3-6D18-D33E-E370182006D8}"/>
              </a:ext>
            </a:extLst>
          </p:cNvPr>
          <p:cNvSpPr/>
          <p:nvPr/>
        </p:nvSpPr>
        <p:spPr>
          <a:xfrm>
            <a:off x="5400732" y="3810310"/>
            <a:ext cx="1499690" cy="800100"/>
          </a:xfrm>
          <a:prstGeom prst="rightArrow">
            <a:avLst/>
          </a:prstGeom>
          <a:solidFill>
            <a:schemeClr val="accent3">
              <a:lumMod val="75000"/>
            </a:schemeClr>
          </a:solidFill>
          <a:ln>
            <a:solidFill>
              <a:schemeClr val="tx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 dirty="0"/>
          </a:p>
        </p:txBody>
      </p:sp>
      <p:sp>
        <p:nvSpPr>
          <p:cNvPr id="18" name="TextBox 17">
            <a:extLst>
              <a:ext uri="{FF2B5EF4-FFF2-40B4-BE49-F238E27FC236}">
                <a16:creationId xmlns:a16="http://schemas.microsoft.com/office/drawing/2014/main" id="{62ADADF7-686A-4F02-60ED-7FF3BFB1021A}"/>
              </a:ext>
            </a:extLst>
          </p:cNvPr>
          <p:cNvSpPr txBox="1"/>
          <p:nvPr/>
        </p:nvSpPr>
        <p:spPr>
          <a:xfrm>
            <a:off x="3316662" y="1683178"/>
            <a:ext cx="5667829" cy="1015663"/>
          </a:xfrm>
          <a:prstGeom prst="rect">
            <a:avLst/>
          </a:prstGeom>
          <a:solidFill>
            <a:schemeClr val="bg2">
              <a:lumMod val="90000"/>
            </a:schemeClr>
          </a:solidFill>
        </p:spPr>
        <p:txBody>
          <a:bodyPr wrap="square" rtlCol="0">
            <a:spAutoFit/>
          </a:bodyPr>
          <a:lstStyle/>
          <a:p>
            <a:r>
              <a:rPr lang="ko-KR" altLang="en-US" sz="3000" b="1" dirty="0" err="1"/>
              <a:t>푸아송</a:t>
            </a:r>
            <a:r>
              <a:rPr lang="ko-KR" altLang="en-US" sz="3000" b="1" dirty="0"/>
              <a:t> 방정식을 통해 전하밀도 함수를 직접 구할 수 있다</a:t>
            </a:r>
          </a:p>
        </p:txBody>
      </p:sp>
    </p:spTree>
    <p:extLst>
      <p:ext uri="{BB962C8B-B14F-4D97-AF65-F5344CB8AC3E}">
        <p14:creationId xmlns:p14="http://schemas.microsoft.com/office/powerpoint/2010/main" val="3116423140"/>
      </p:ext>
    </p:extLst>
  </p:cSld>
  <p:clrMapOvr>
    <a:masterClrMapping/>
  </p:clrMapOvr>
  <mc:AlternateContent xmlns:mc="http://schemas.openxmlformats.org/markup-compatibility/2006">
    <mc:Choice xmlns:p14="http://schemas.microsoft.com/office/powerpoint/2010/main" Requires="p14">
      <p:transition spd="med" p14:dur="700">
        <p:fade/>
      </p:transition>
    </mc:Choice>
    <mc:Fallback>
      <p:transition spd="med">
        <p:fade/>
      </p:transition>
    </mc:Fallback>
  </mc:AlternateContent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8" presetClass="emph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animRot by="10800000">
                                      <p:cBhvr>
                                        <p:cTn id="6" dur="500" fill="hold"/>
                                        <p:tgtEl>
                                          <p:spTgt spid="13"/>
                                        </p:tgtEl>
                                        <p:attrNameLst>
                                          <p:attrName>r</p:attrName>
                                        </p:attrNameLst>
                                      </p:cBhvr>
                                    </p:animRo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7" fill="hold">
                            <p:stCondLst>
                              <p:cond delay="500"/>
                            </p:stCondLst>
                            <p:childTnLst>
                              <p:par>
                                <p:cTn id="8" presetID="10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" dur="5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0" presetClass="exit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animEffect transition="out" filter="fade">
                                      <p:cBhvr>
                                        <p:cTn id="14" dur="500"/>
                                        <p:tgtEl>
                                          <p:spTgt spid="10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15" dur="1" fill="hold">
                                          <p:stCondLst>
                                            <p:cond delay="499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6" presetID="10" presetClass="exit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animEffect transition="out" filter="fade">
                                      <p:cBhvr>
                                        <p:cTn id="17" dur="500"/>
                                        <p:tgtEl>
                                          <p:spTgt spid="5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499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0" grpId="0" animBg="1"/>
      <p:bldP spid="13" grpId="0" animBg="1"/>
      <p:bldP spid="18" grpId="0" animBg="1"/>
    </p:bldLst>
  </p:timing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5FC61A4B-80D9-EBC0-ACE3-F6369F222BE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그림 2">
            <a:extLst>
              <a:ext uri="{FF2B5EF4-FFF2-40B4-BE49-F238E27FC236}">
                <a16:creationId xmlns:a16="http://schemas.microsoft.com/office/drawing/2014/main" id="{2DC8E30B-6E8E-DABD-ACE1-4A580B397402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BEBA8EAE-BF5A-486C-A8C5-ECC9F3942E4B}">
                <a14:imgProps xmlns:a14="http://schemas.microsoft.com/office/drawing/2010/main">
                  <a14:imgLayer r:embed="rId4">
                    <a14:imgEffect>
                      <a14:artisticBlur/>
                    </a14:imgEffect>
                  </a14:imgLayer>
                </a14:imgProps>
              </a:ext>
            </a:extLst>
          </a:blip>
          <a:stretch>
            <a:fillRect/>
          </a:stretch>
        </p:blipFill>
        <p:spPr>
          <a:xfrm>
            <a:off x="-528" y="-1"/>
            <a:ext cx="12192528" cy="6858297"/>
          </a:xfrm>
          <a:prstGeom prst="rect">
            <a:avLst/>
          </a:prstGeom>
        </p:spPr>
      </p:pic>
      <p:pic>
        <p:nvPicPr>
          <p:cNvPr id="14" name="그림 13">
            <a:extLst>
              <a:ext uri="{FF2B5EF4-FFF2-40B4-BE49-F238E27FC236}">
                <a16:creationId xmlns:a16="http://schemas.microsoft.com/office/drawing/2014/main" id="{FBE979EC-E42D-8B2F-9F22-AB2B14D4EEFC}"/>
              </a:ext>
            </a:extLst>
          </p:cNvPr>
          <p:cNvPicPr>
            <a:picLocks noChangeAspect="1"/>
          </p:cNvPicPr>
          <p:nvPr/>
        </p:nvPicPr>
        <p:blipFill>
          <a:blip r:embed="rId5"/>
          <a:srcRect l="36001" t="25228" r="36596" b="4465"/>
          <a:stretch>
            <a:fillRect/>
          </a:stretch>
        </p:blipFill>
        <p:spPr>
          <a:xfrm>
            <a:off x="4029716" y="446953"/>
            <a:ext cx="4132567" cy="5964094"/>
          </a:xfrm>
          <a:custGeom>
            <a:avLst/>
            <a:gdLst>
              <a:gd name="csX0" fmla="*/ 0 w 3340987"/>
              <a:gd name="csY0" fmla="*/ 0 h 4821691"/>
              <a:gd name="csX1" fmla="*/ 3340987 w 3340987"/>
              <a:gd name="csY1" fmla="*/ 0 h 4821691"/>
              <a:gd name="csX2" fmla="*/ 3340987 w 3340987"/>
              <a:gd name="csY2" fmla="*/ 4821691 h 4821691"/>
              <a:gd name="csX3" fmla="*/ 0 w 3340987"/>
              <a:gd name="csY3" fmla="*/ 4821691 h 4821691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</a:cxnLst>
            <a:rect l="l" t="t" r="r" b="b"/>
            <a:pathLst>
              <a:path w="3340987" h="4821691">
                <a:moveTo>
                  <a:pt x="0" y="0"/>
                </a:moveTo>
                <a:lnTo>
                  <a:pt x="3340987" y="0"/>
                </a:lnTo>
                <a:lnTo>
                  <a:pt x="3340987" y="4821691"/>
                </a:lnTo>
                <a:lnTo>
                  <a:pt x="0" y="4821691"/>
                </a:lnTo>
                <a:close/>
              </a:path>
            </a:pathLst>
          </a:custGeom>
        </p:spPr>
      </p:pic>
    </p:spTree>
    <p:custDataLst>
      <p:tags r:id="rId1"/>
    </p:custDataLst>
    <p:extLst>
      <p:ext uri="{BB962C8B-B14F-4D97-AF65-F5344CB8AC3E}">
        <p14:creationId xmlns:p14="http://schemas.microsoft.com/office/powerpoint/2010/main" val="3552638528"/>
      </p:ext>
    </p:extLst>
  </p:cSld>
  <p:clrMapOvr>
    <a:masterClrMapping/>
  </p:clrMapOvr>
  <mc:AlternateContent xmlns:mc="http://schemas.openxmlformats.org/markup-compatibility/2006">
    <mc:Choice xmlns:p159="http://schemas.microsoft.com/office/powerpoint/2015/09/main" Requires="p159">
      <p:transition advTm="0">
        <p159:morph option="byObject"/>
      </p:transition>
    </mc:Choice>
    <mc:Fallback>
      <p:transition advTm="0">
        <p:fade/>
      </p:transition>
    </mc:Fallback>
  </mc:AlternateContent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F36B1AA6-7006-4ED3-1FCD-308382BFB34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그림 2">
            <a:extLst>
              <a:ext uri="{FF2B5EF4-FFF2-40B4-BE49-F238E27FC236}">
                <a16:creationId xmlns:a16="http://schemas.microsoft.com/office/drawing/2014/main" id="{3052D9DB-6FFD-3C52-F274-0C59790CF13A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-528" y="-1"/>
            <a:ext cx="12192528" cy="6858297"/>
          </a:xfrm>
          <a:prstGeom prst="rect">
            <a:avLst/>
          </a:prstGeom>
        </p:spPr>
      </p:pic>
      <p:pic>
        <p:nvPicPr>
          <p:cNvPr id="10" name="그림 9">
            <a:extLst>
              <a:ext uri="{FF2B5EF4-FFF2-40B4-BE49-F238E27FC236}">
                <a16:creationId xmlns:a16="http://schemas.microsoft.com/office/drawing/2014/main" id="{1F4CB5EE-1F9F-78B1-9DBF-6BD0567693A9}"/>
              </a:ext>
            </a:extLst>
          </p:cNvPr>
          <p:cNvPicPr>
            <a:picLocks noChangeAspect="1"/>
          </p:cNvPicPr>
          <p:nvPr/>
        </p:nvPicPr>
        <p:blipFill>
          <a:blip r:embed="rId4"/>
          <a:srcRect l="36001" t="25228" r="36596" b="4465"/>
          <a:stretch>
            <a:fillRect/>
          </a:stretch>
        </p:blipFill>
        <p:spPr>
          <a:xfrm>
            <a:off x="4389222" y="1730104"/>
            <a:ext cx="3340987" cy="4821691"/>
          </a:xfrm>
          <a:custGeom>
            <a:avLst/>
            <a:gdLst>
              <a:gd name="csX0" fmla="*/ 0 w 3340987"/>
              <a:gd name="csY0" fmla="*/ 0 h 4821691"/>
              <a:gd name="csX1" fmla="*/ 3340987 w 3340987"/>
              <a:gd name="csY1" fmla="*/ 0 h 4821691"/>
              <a:gd name="csX2" fmla="*/ 3340987 w 3340987"/>
              <a:gd name="csY2" fmla="*/ 4821691 h 4821691"/>
              <a:gd name="csX3" fmla="*/ 0 w 3340987"/>
              <a:gd name="csY3" fmla="*/ 4821691 h 4821691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</a:cxnLst>
            <a:rect l="l" t="t" r="r" b="b"/>
            <a:pathLst>
              <a:path w="3340987" h="4821691">
                <a:moveTo>
                  <a:pt x="0" y="0"/>
                </a:moveTo>
                <a:lnTo>
                  <a:pt x="3340987" y="0"/>
                </a:lnTo>
                <a:lnTo>
                  <a:pt x="3340987" y="4821691"/>
                </a:lnTo>
                <a:lnTo>
                  <a:pt x="0" y="4821691"/>
                </a:lnTo>
                <a:close/>
              </a:path>
            </a:pathLst>
          </a:custGeom>
        </p:spPr>
      </p:pic>
      <p:pic>
        <p:nvPicPr>
          <p:cNvPr id="5" name="그림 4">
            <a:extLst>
              <a:ext uri="{FF2B5EF4-FFF2-40B4-BE49-F238E27FC236}">
                <a16:creationId xmlns:a16="http://schemas.microsoft.com/office/drawing/2014/main" id="{5D598E6D-36AC-A64D-433B-C549BC9488B5}"/>
              </a:ext>
            </a:extLst>
          </p:cNvPr>
          <p:cNvPicPr>
            <a:picLocks noChangeAspect="1"/>
          </p:cNvPicPr>
          <p:nvPr/>
        </p:nvPicPr>
        <p:blipFill>
          <a:blip r:embed="rId5"/>
          <a:srcRect l="65384" t="25258" r="7213" b="4434"/>
          <a:stretch>
            <a:fillRect/>
          </a:stretch>
        </p:blipFill>
        <p:spPr>
          <a:xfrm>
            <a:off x="5881603" y="-924573"/>
            <a:ext cx="428266" cy="618071"/>
          </a:xfrm>
          <a:custGeom>
            <a:avLst/>
            <a:gdLst>
              <a:gd name="csX0" fmla="*/ 0 w 3340987"/>
              <a:gd name="csY0" fmla="*/ 0 h 4821690"/>
              <a:gd name="csX1" fmla="*/ 3340987 w 3340987"/>
              <a:gd name="csY1" fmla="*/ 0 h 4821690"/>
              <a:gd name="csX2" fmla="*/ 3340987 w 3340987"/>
              <a:gd name="csY2" fmla="*/ 4821690 h 4821690"/>
              <a:gd name="csX3" fmla="*/ 0 w 3340987"/>
              <a:gd name="csY3" fmla="*/ 4821690 h 4821690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</a:cxnLst>
            <a:rect l="l" t="t" r="r" b="b"/>
            <a:pathLst>
              <a:path w="3340987" h="4821690">
                <a:moveTo>
                  <a:pt x="0" y="0"/>
                </a:moveTo>
                <a:lnTo>
                  <a:pt x="3340987" y="0"/>
                </a:lnTo>
                <a:lnTo>
                  <a:pt x="3340987" y="4821690"/>
                </a:lnTo>
                <a:lnTo>
                  <a:pt x="0" y="4821690"/>
                </a:lnTo>
                <a:close/>
              </a:path>
            </a:pathLst>
          </a:custGeom>
        </p:spPr>
      </p:pic>
    </p:spTree>
    <p:custDataLst>
      <p:tags r:id="rId1"/>
    </p:custDataLst>
    <p:extLst>
      <p:ext uri="{BB962C8B-B14F-4D97-AF65-F5344CB8AC3E}">
        <p14:creationId xmlns:p14="http://schemas.microsoft.com/office/powerpoint/2010/main" val="163252672"/>
      </p:ext>
    </p:extLst>
  </p:cSld>
  <p:clrMapOvr>
    <a:masterClrMapping/>
  </p:clrMapOvr>
  <mc:AlternateContent xmlns:mc="http://schemas.openxmlformats.org/markup-compatibility/2006">
    <mc:Choice xmlns:p159="http://schemas.microsoft.com/office/powerpoint/2015/09/main" Requires="p159">
      <p:transition xmlns:p14="http://schemas.microsoft.com/office/powerpoint/2010/main" p14:dur="300">
        <p159:morph option="byObject"/>
      </p:transition>
    </mc:Choice>
    <mc:Fallback>
      <p:transition>
        <p:fade/>
      </p:transition>
    </mc:Fallback>
  </mc:AlternateContent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" name="그림 4">
            <a:extLst>
              <a:ext uri="{FF2B5EF4-FFF2-40B4-BE49-F238E27FC236}">
                <a16:creationId xmlns:a16="http://schemas.microsoft.com/office/drawing/2014/main" id="{64F5D7D9-B28D-316A-E24A-935AAD2D10E0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BEBA8EAE-BF5A-486C-A8C5-ECC9F3942E4B}">
                <a14:imgProps xmlns:a14="http://schemas.microsoft.com/office/drawing/2010/main">
                  <a14:imgLayer r:embed="rId3">
                    <a14:imgEffect>
                      <a14:artisticBlur/>
                    </a14:imgEffect>
                  </a14:imgLayer>
                </a14:imgProps>
              </a:ext>
            </a:extLst>
          </a:blip>
          <a:stretch>
            <a:fillRect/>
          </a:stretch>
        </p:blipFill>
        <p:spPr>
          <a:xfrm>
            <a:off x="-528" y="0"/>
            <a:ext cx="12192528" cy="6858297"/>
          </a:xfrm>
          <a:prstGeom prst="rect">
            <a:avLst/>
          </a:prstGeom>
        </p:spPr>
      </p:pic>
      <p:pic>
        <p:nvPicPr>
          <p:cNvPr id="13" name="그림 12">
            <a:extLst>
              <a:ext uri="{FF2B5EF4-FFF2-40B4-BE49-F238E27FC236}">
                <a16:creationId xmlns:a16="http://schemas.microsoft.com/office/drawing/2014/main" id="{66E1CC64-F6AE-6739-C47D-C8BD5DC146D8}"/>
              </a:ext>
            </a:extLst>
          </p:cNvPr>
          <p:cNvPicPr>
            <a:picLocks noChangeAspect="1"/>
          </p:cNvPicPr>
          <p:nvPr/>
        </p:nvPicPr>
        <p:blipFill>
          <a:blip r:embed="rId4"/>
          <a:srcRect l="65384" t="25258" r="7213" b="4434"/>
          <a:stretch>
            <a:fillRect/>
          </a:stretch>
        </p:blipFill>
        <p:spPr>
          <a:xfrm>
            <a:off x="4085676" y="442339"/>
            <a:ext cx="4124780" cy="5952855"/>
          </a:xfrm>
          <a:custGeom>
            <a:avLst/>
            <a:gdLst>
              <a:gd name="csX0" fmla="*/ 0 w 3340987"/>
              <a:gd name="csY0" fmla="*/ 0 h 4821690"/>
              <a:gd name="csX1" fmla="*/ 3340987 w 3340987"/>
              <a:gd name="csY1" fmla="*/ 0 h 4821690"/>
              <a:gd name="csX2" fmla="*/ 3340987 w 3340987"/>
              <a:gd name="csY2" fmla="*/ 4821690 h 4821690"/>
              <a:gd name="csX3" fmla="*/ 0 w 3340987"/>
              <a:gd name="csY3" fmla="*/ 4821690 h 4821690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</a:cxnLst>
            <a:rect l="l" t="t" r="r" b="b"/>
            <a:pathLst>
              <a:path w="3340987" h="4821690">
                <a:moveTo>
                  <a:pt x="0" y="0"/>
                </a:moveTo>
                <a:lnTo>
                  <a:pt x="3340987" y="0"/>
                </a:lnTo>
                <a:lnTo>
                  <a:pt x="3340987" y="4821690"/>
                </a:lnTo>
                <a:lnTo>
                  <a:pt x="0" y="4821690"/>
                </a:lnTo>
                <a:close/>
              </a:path>
            </a:pathLst>
          </a:custGeom>
        </p:spPr>
      </p:pic>
    </p:spTree>
    <p:extLst>
      <p:ext uri="{BB962C8B-B14F-4D97-AF65-F5344CB8AC3E}">
        <p14:creationId xmlns:p14="http://schemas.microsoft.com/office/powerpoint/2010/main" val="3741572890"/>
      </p:ext>
    </p:extLst>
  </p:cSld>
  <p:clrMapOvr>
    <a:masterClrMapping/>
  </p:clrMapOvr>
  <mc:AlternateContent xmlns:mc="http://schemas.openxmlformats.org/markup-compatibility/2006">
    <mc:Choice xmlns:p159="http://schemas.microsoft.com/office/powerpoint/2015/09/main" Requires="p159">
      <p:transition xmlns:p14="http://schemas.microsoft.com/office/powerpoint/2010/main" p14:dur="300">
        <p159:morph option="byObject"/>
      </p:transition>
    </mc:Choice>
    <mc:Fallback>
      <p:transition>
        <p:fade/>
      </p:transition>
    </mc:Fallback>
  </mc:AlternateContent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8F9FC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15A97C59-68F5-2495-478B-B25615D0BE9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Rounded Rectangle 6">
            <a:extLst>
              <a:ext uri="{FF2B5EF4-FFF2-40B4-BE49-F238E27FC236}">
                <a16:creationId xmlns:a16="http://schemas.microsoft.com/office/drawing/2014/main" id="{EED7F4D3-B606-4D0C-C294-E85A2009D05C}"/>
              </a:ext>
            </a:extLst>
          </p:cNvPr>
          <p:cNvSpPr/>
          <p:nvPr/>
        </p:nvSpPr>
        <p:spPr>
          <a:xfrm>
            <a:off x="1097280" y="2809016"/>
            <a:ext cx="9966960" cy="822960"/>
          </a:xfrm>
          <a:prstGeom prst="roundRect">
            <a:avLst/>
          </a:prstGeom>
          <a:solidFill>
            <a:srgbClr val="FFFFFF"/>
          </a:solidFill>
          <a:ln>
            <a:solidFill>
              <a:srgbClr val="E6EBF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sz="1800" b="0" i="0" u="none" strike="noStrike" kern="1200" cap="none" spc="0" normalizeH="0" baseline="0" noProof="0" dirty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Calibri"/>
              <a:ea typeface="+mn-ea"/>
              <a:cs typeface="+mn-cs"/>
            </a:endParaRPr>
          </a:p>
        </p:txBody>
      </p:sp>
      <p:sp>
        <p:nvSpPr>
          <p:cNvPr id="17" name="TextBox 16">
            <a:extLst>
              <a:ext uri="{FF2B5EF4-FFF2-40B4-BE49-F238E27FC236}">
                <a16:creationId xmlns:a16="http://schemas.microsoft.com/office/drawing/2014/main" id="{EB371654-B606-190F-ACE3-50704E39A432}"/>
              </a:ext>
            </a:extLst>
          </p:cNvPr>
          <p:cNvSpPr txBox="1"/>
          <p:nvPr/>
        </p:nvSpPr>
        <p:spPr>
          <a:xfrm>
            <a:off x="1624110" y="2866552"/>
            <a:ext cx="8943474" cy="707886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 sz="2200" b="1">
                <a:solidFill>
                  <a:srgbClr val="1F8987"/>
                </a:solidFill>
                <a:latin typeface="Cambria Math"/>
              </a:defRPr>
            </a:pPr>
            <a:r>
              <a:rPr lang="en-US" sz="4000" b="1" dirty="0">
                <a:solidFill>
                  <a:srgbClr val="1F8987"/>
                </a:solidFill>
                <a:latin typeface="Cambria Math"/>
              </a:rPr>
              <a:t>|V|</a:t>
            </a:r>
            <a:r>
              <a:rPr lang="ko-KR" altLang="en-US" sz="4000" b="1" dirty="0">
                <a:solidFill>
                  <a:srgbClr val="1F8987"/>
                </a:solidFill>
                <a:latin typeface="Cambria Math"/>
              </a:rPr>
              <a:t>를 바탕으로 전하의 분포를 역산한다</a:t>
            </a:r>
            <a:endParaRPr kumimoji="0" sz="4000" b="1" i="0" u="none" strike="noStrike" kern="1200" cap="none" spc="0" normalizeH="0" baseline="0" noProof="0" dirty="0">
              <a:ln>
                <a:noFill/>
              </a:ln>
              <a:solidFill>
                <a:srgbClr val="1F8987"/>
              </a:solidFill>
              <a:effectLst/>
              <a:uLnTx/>
              <a:uFillTx/>
              <a:latin typeface="Cambria Math"/>
              <a:ea typeface="+mn-ea"/>
              <a:cs typeface="+mn-cs"/>
            </a:endParaRPr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324C18AA-7C39-0EAB-76DD-2FB668EC534A}"/>
              </a:ext>
            </a:extLst>
          </p:cNvPr>
          <p:cNvSpPr txBox="1"/>
          <p:nvPr/>
        </p:nvSpPr>
        <p:spPr>
          <a:xfrm>
            <a:off x="658368" y="384048"/>
            <a:ext cx="5311069" cy="5232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marL="0" marR="0" lvl="0" indent="0" algn="l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 sz="2800" b="1">
                <a:solidFill>
                  <a:srgbClr val="18233A"/>
                </a:solidFill>
              </a:defRPr>
            </a:pPr>
            <a:r>
              <a:rPr lang="en-US" sz="2800" b="1" dirty="0">
                <a:solidFill>
                  <a:srgbClr val="18233A"/>
                </a:solidFill>
                <a:latin typeface="Calibri"/>
              </a:rPr>
              <a:t>1-1</a:t>
            </a:r>
            <a:r>
              <a:rPr kumimoji="0" sz="2800" b="1" i="0" u="none" strike="noStrike" kern="1200" cap="none" spc="0" normalizeH="0" baseline="0" noProof="0" dirty="0">
                <a:ln>
                  <a:noFill/>
                </a:ln>
                <a:solidFill>
                  <a:srgbClr val="18233A"/>
                </a:solidFill>
                <a:effectLst/>
                <a:uLnTx/>
                <a:uFillTx/>
                <a:latin typeface="Calibri"/>
                <a:ea typeface="+mn-ea"/>
                <a:cs typeface="+mn-cs"/>
              </a:rPr>
              <a:t>. </a:t>
            </a:r>
            <a:r>
              <a:rPr lang="ko-KR" altLang="en-US" sz="2800" b="1" dirty="0">
                <a:solidFill>
                  <a:srgbClr val="18233A"/>
                </a:solidFill>
                <a:latin typeface="Calibri"/>
              </a:rPr>
              <a:t>정보를 부분적으로 제공한다</a:t>
            </a:r>
            <a:endParaRPr kumimoji="0" sz="2800" b="1" i="0" u="none" strike="noStrike" kern="1200" cap="none" spc="0" normalizeH="0" baseline="0" noProof="0" dirty="0">
              <a:ln>
                <a:noFill/>
              </a:ln>
              <a:solidFill>
                <a:srgbClr val="18233A"/>
              </a:solidFill>
              <a:effectLst/>
              <a:uLnTx/>
              <a:uFillTx/>
              <a:latin typeface="Calibri"/>
              <a:ea typeface="+mn-ea"/>
              <a:cs typeface="+mn-cs"/>
            </a:endParaRPr>
          </a:p>
        </p:txBody>
      </p:sp>
      <p:sp>
        <p:nvSpPr>
          <p:cNvPr id="6" name="Rectangle 5">
            <a:extLst>
              <a:ext uri="{FF2B5EF4-FFF2-40B4-BE49-F238E27FC236}">
                <a16:creationId xmlns:a16="http://schemas.microsoft.com/office/drawing/2014/main" id="{E4A400C2-E5DF-CC45-AD00-D58103303FEA}"/>
              </a:ext>
            </a:extLst>
          </p:cNvPr>
          <p:cNvSpPr/>
          <p:nvPr/>
        </p:nvSpPr>
        <p:spPr>
          <a:xfrm>
            <a:off x="676656" y="1353312"/>
            <a:ext cx="566928" cy="41148"/>
          </a:xfrm>
          <a:prstGeom prst="rect">
            <a:avLst/>
          </a:prstGeom>
          <a:solidFill>
            <a:srgbClr val="315EB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Calibri"/>
              <a:ea typeface="+mn-ea"/>
              <a:cs typeface="+mn-cs"/>
            </a:endParaRPr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E2EA0AE6-AD4D-EE8D-97EC-929CCB17ABAD}"/>
              </a:ext>
            </a:extLst>
          </p:cNvPr>
          <p:cNvSpPr txBox="1"/>
          <p:nvPr/>
        </p:nvSpPr>
        <p:spPr>
          <a:xfrm>
            <a:off x="3821167" y="3677696"/>
            <a:ext cx="4519187" cy="40011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 sz="1250">
                <a:solidFill>
                  <a:srgbClr val="5C6574"/>
                </a:solidFill>
              </a:defRPr>
            </a:pPr>
            <a:r>
              <a:rPr lang="ko-KR" altLang="en-US" sz="2000" dirty="0">
                <a:solidFill>
                  <a:srgbClr val="5C6574"/>
                </a:solidFill>
                <a:latin typeface="Calibri"/>
              </a:rPr>
              <a:t>전위의 크기로 인한 패턴을 학습시킨다</a:t>
            </a:r>
            <a:endParaRPr kumimoji="0" sz="2000" b="0" i="0" u="none" strike="noStrike" kern="1200" cap="none" spc="0" normalizeH="0" baseline="0" noProof="0" dirty="0">
              <a:ln>
                <a:noFill/>
              </a:ln>
              <a:solidFill>
                <a:srgbClr val="5C6574"/>
              </a:solidFill>
              <a:effectLst/>
              <a:uLnTx/>
              <a:uFillTx/>
              <a:latin typeface="Calibri"/>
              <a:ea typeface="+mn-ea"/>
              <a:cs typeface="+mn-cs"/>
            </a:endParaRP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18" name="TextBox 17">
                <a:extLst>
                  <a:ext uri="{FF2B5EF4-FFF2-40B4-BE49-F238E27FC236}">
                    <a16:creationId xmlns:a16="http://schemas.microsoft.com/office/drawing/2014/main" id="{9FD5D486-D495-27A6-A3D1-F99195EEFD56}"/>
                  </a:ext>
                </a:extLst>
              </p:cNvPr>
              <p:cNvSpPr txBox="1"/>
              <p:nvPr/>
            </p:nvSpPr>
            <p:spPr>
              <a:xfrm>
                <a:off x="5652843" y="2912719"/>
                <a:ext cx="633187" cy="615553"/>
              </a:xfrm>
              <a:prstGeom prst="rect">
                <a:avLst/>
              </a:prstGeom>
              <a:noFill/>
            </p:spPr>
            <p:txBody>
              <a:bodyPr wrap="none" lIns="0" tIns="0" rIns="0" bIns="0" rtlCol="0">
                <a:spAutoFit/>
              </a:bodyPr>
              <a:lstStyle/>
              <a:p>
                <a14:m>
                  <m:oMath xmlns:m="http://schemas.openxmlformats.org/officeDocument/2006/math">
                    <m:r>
                      <a:rPr lang="en-US" altLang="ko-KR" sz="4000" b="0" i="1" smtClean="0">
                        <a:solidFill>
                          <a:srgbClr val="1F8987"/>
                        </a:solidFill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|</m:t>
                    </m:r>
                  </m:oMath>
                </a14:m>
                <a:r>
                  <a:rPr lang="en-US" altLang="ko-KR" sz="4000" dirty="0">
                    <a:solidFill>
                      <a:srgbClr val="1F8987"/>
                    </a:solidFill>
                    <a:latin typeface="Cambria Math" panose="02040503050406030204" pitchFamily="18" charset="0"/>
                    <a:ea typeface="Cambria Math" panose="02040503050406030204" pitchFamily="18" charset="0"/>
                  </a:rPr>
                  <a:t>V|</a:t>
                </a:r>
                <a:endParaRPr lang="ko-KR" altLang="en-US" sz="4000" dirty="0">
                  <a:solidFill>
                    <a:srgbClr val="1F8987"/>
                  </a:solidFill>
                  <a:latin typeface="Cambria Math" panose="02040503050406030204" pitchFamily="18" charset="0"/>
                </a:endParaRPr>
              </a:p>
            </p:txBody>
          </p:sp>
        </mc:Choice>
        <mc:Fallback xmlns="">
          <p:sp>
            <p:nvSpPr>
              <p:cNvPr id="18" name="TextBox 17">
                <a:extLst>
                  <a:ext uri="{FF2B5EF4-FFF2-40B4-BE49-F238E27FC236}">
                    <a16:creationId xmlns:a16="http://schemas.microsoft.com/office/drawing/2014/main" id="{9FD5D486-D495-27A6-A3D1-F99195EEFD56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5652843" y="2912719"/>
                <a:ext cx="633187" cy="615553"/>
              </a:xfrm>
              <a:prstGeom prst="rect">
                <a:avLst/>
              </a:prstGeom>
              <a:blipFill>
                <a:blip r:embed="rId3"/>
                <a:stretch>
                  <a:fillRect l="-23077" t="-25743" r="-47115" b="-48515"/>
                </a:stretch>
              </a:blipFill>
            </p:spPr>
            <p:txBody>
              <a:bodyPr/>
              <a:lstStyle/>
              <a:p>
                <a:r>
                  <a:rPr lang="ko-KR" alt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30" name="순서도: 준비 29">
            <a:extLst>
              <a:ext uri="{FF2B5EF4-FFF2-40B4-BE49-F238E27FC236}">
                <a16:creationId xmlns:a16="http://schemas.microsoft.com/office/drawing/2014/main" id="{73799D60-B805-1887-68DD-36F59546F332}"/>
              </a:ext>
            </a:extLst>
          </p:cNvPr>
          <p:cNvSpPr/>
          <p:nvPr/>
        </p:nvSpPr>
        <p:spPr>
          <a:xfrm>
            <a:off x="494948" y="2941003"/>
            <a:ext cx="11217343" cy="1000010"/>
          </a:xfrm>
          <a:prstGeom prst="flowChartPreparation">
            <a:avLst/>
          </a:prstGeom>
          <a:solidFill>
            <a:schemeClr val="bg1"/>
          </a:solidFill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 dirty="0"/>
          </a:p>
        </p:txBody>
      </p:sp>
      <p:sp>
        <p:nvSpPr>
          <p:cNvPr id="31" name="TextBox 30">
            <a:extLst>
              <a:ext uri="{FF2B5EF4-FFF2-40B4-BE49-F238E27FC236}">
                <a16:creationId xmlns:a16="http://schemas.microsoft.com/office/drawing/2014/main" id="{C92197E5-A456-0C24-8CCA-6BAC4E90CC95}"/>
              </a:ext>
            </a:extLst>
          </p:cNvPr>
          <p:cNvSpPr txBox="1"/>
          <p:nvPr/>
        </p:nvSpPr>
        <p:spPr>
          <a:xfrm>
            <a:off x="1719977" y="3087065"/>
            <a:ext cx="8847607" cy="707886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ko-KR" altLang="en-US" sz="4000" b="1" dirty="0">
                <a:solidFill>
                  <a:srgbClr val="FF0000"/>
                </a:solidFill>
                <a:latin typeface="+mn-ea"/>
              </a:rPr>
              <a:t>전체 전하의 절대 부호를 알 수 없다</a:t>
            </a:r>
            <a:r>
              <a:rPr lang="en-US" altLang="ko-KR" sz="4000" b="1" dirty="0">
                <a:solidFill>
                  <a:srgbClr val="FF0000"/>
                </a:solidFill>
                <a:latin typeface="+mn-ea"/>
              </a:rPr>
              <a:t>.</a:t>
            </a:r>
            <a:endParaRPr lang="ko-KR" altLang="en-US" sz="4000" b="1" dirty="0">
              <a:solidFill>
                <a:srgbClr val="FF0000"/>
              </a:solidFill>
              <a:latin typeface="+mn-ea"/>
            </a:endParaRPr>
          </a:p>
        </p:txBody>
      </p:sp>
      <p:sp>
        <p:nvSpPr>
          <p:cNvPr id="34" name="화살표: 아래쪽 33">
            <a:extLst>
              <a:ext uri="{FF2B5EF4-FFF2-40B4-BE49-F238E27FC236}">
                <a16:creationId xmlns:a16="http://schemas.microsoft.com/office/drawing/2014/main" id="{733EEE1D-4BE2-8206-13F4-20490ABA809B}"/>
              </a:ext>
            </a:extLst>
          </p:cNvPr>
          <p:cNvSpPr/>
          <p:nvPr/>
        </p:nvSpPr>
        <p:spPr>
          <a:xfrm>
            <a:off x="5969436" y="2434468"/>
            <a:ext cx="257296" cy="474774"/>
          </a:xfrm>
          <a:prstGeom prst="downArrow">
            <a:avLst/>
          </a:prstGeom>
          <a:solidFill>
            <a:schemeClr val="tx1"/>
          </a:solidFill>
          <a:ln>
            <a:solidFill>
              <a:schemeClr val="tx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35" name="화살표: 아래쪽 34">
            <a:extLst>
              <a:ext uri="{FF2B5EF4-FFF2-40B4-BE49-F238E27FC236}">
                <a16:creationId xmlns:a16="http://schemas.microsoft.com/office/drawing/2014/main" id="{A6141C10-2286-2155-97E1-4DF86E964FC1}"/>
              </a:ext>
            </a:extLst>
          </p:cNvPr>
          <p:cNvSpPr/>
          <p:nvPr/>
        </p:nvSpPr>
        <p:spPr>
          <a:xfrm>
            <a:off x="5967199" y="4045282"/>
            <a:ext cx="257296" cy="474774"/>
          </a:xfrm>
          <a:prstGeom prst="downArrow">
            <a:avLst/>
          </a:prstGeom>
          <a:solidFill>
            <a:schemeClr val="tx1"/>
          </a:solidFill>
          <a:ln>
            <a:solidFill>
              <a:schemeClr val="tx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36" name="Rounded Rectangle 6">
            <a:extLst>
              <a:ext uri="{FF2B5EF4-FFF2-40B4-BE49-F238E27FC236}">
                <a16:creationId xmlns:a16="http://schemas.microsoft.com/office/drawing/2014/main" id="{5A2154DC-55A1-2B41-4206-DF9608585A95}"/>
              </a:ext>
            </a:extLst>
          </p:cNvPr>
          <p:cNvSpPr/>
          <p:nvPr/>
        </p:nvSpPr>
        <p:spPr>
          <a:xfrm>
            <a:off x="1097280" y="4595405"/>
            <a:ext cx="9966960" cy="822960"/>
          </a:xfrm>
          <a:prstGeom prst="roundRect">
            <a:avLst/>
          </a:prstGeom>
          <a:solidFill>
            <a:srgbClr val="FFFFFF"/>
          </a:solidFill>
          <a:ln>
            <a:solidFill>
              <a:srgbClr val="E6EBF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sz="1800" b="0" i="0" u="none" strike="noStrike" kern="1200" cap="none" spc="0" normalizeH="0" baseline="0" noProof="0" dirty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Calibri"/>
              <a:ea typeface="+mn-ea"/>
              <a:cs typeface="+mn-cs"/>
            </a:endParaRPr>
          </a:p>
        </p:txBody>
      </p:sp>
      <p:sp>
        <p:nvSpPr>
          <p:cNvPr id="40" name="TextBox 39">
            <a:extLst>
              <a:ext uri="{FF2B5EF4-FFF2-40B4-BE49-F238E27FC236}">
                <a16:creationId xmlns:a16="http://schemas.microsoft.com/office/drawing/2014/main" id="{CB7099D8-71F9-C93D-A057-F0B4067DD10E}"/>
              </a:ext>
            </a:extLst>
          </p:cNvPr>
          <p:cNvSpPr txBox="1"/>
          <p:nvPr/>
        </p:nvSpPr>
        <p:spPr>
          <a:xfrm>
            <a:off x="2174082" y="4652942"/>
            <a:ext cx="7813357" cy="707886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 sz="2200" b="1">
                <a:solidFill>
                  <a:srgbClr val="1F8987"/>
                </a:solidFill>
                <a:latin typeface="Cambria Math"/>
              </a:defRPr>
            </a:pPr>
            <a:r>
              <a:rPr lang="en-US" sz="4000" b="1" dirty="0">
                <a:solidFill>
                  <a:srgbClr val="1F8987"/>
                </a:solidFill>
                <a:latin typeface="Cambria Math"/>
              </a:rPr>
              <a:t>V</a:t>
            </a:r>
            <a:r>
              <a:rPr lang="ko-KR" altLang="en-US" sz="4000" b="1" dirty="0">
                <a:solidFill>
                  <a:srgbClr val="1F8987"/>
                </a:solidFill>
                <a:latin typeface="Cambria Math"/>
              </a:rPr>
              <a:t>를 일부 제공해 부호를 추정한다</a:t>
            </a:r>
            <a:r>
              <a:rPr lang="en-US" altLang="ko-KR" sz="4000" b="1" dirty="0">
                <a:solidFill>
                  <a:srgbClr val="1F8987"/>
                </a:solidFill>
                <a:latin typeface="Cambria Math"/>
              </a:rPr>
              <a:t>?</a:t>
            </a:r>
            <a:endParaRPr kumimoji="0" sz="4000" b="1" i="0" u="none" strike="noStrike" kern="1200" cap="none" spc="0" normalizeH="0" baseline="0" noProof="0" dirty="0">
              <a:ln>
                <a:noFill/>
              </a:ln>
              <a:solidFill>
                <a:srgbClr val="1F8987"/>
              </a:solidFill>
              <a:effectLst/>
              <a:uLnTx/>
              <a:uFillTx/>
              <a:latin typeface="Cambria Math"/>
              <a:ea typeface="+mn-ea"/>
              <a:cs typeface="+mn-cs"/>
            </a:endParaRPr>
          </a:p>
        </p:txBody>
      </p:sp>
    </p:spTree>
    <p:custDataLst>
      <p:tags r:id="rId1"/>
    </p:custDataLst>
    <p:extLst>
      <p:ext uri="{BB962C8B-B14F-4D97-AF65-F5344CB8AC3E}">
        <p14:creationId xmlns:p14="http://schemas.microsoft.com/office/powerpoint/2010/main" val="2797417546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9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42" presetClass="path" presetSubtype="0" accel="50000" decel="50000" fill="hold" grpId="1" nodeType="clickEffect">
                                  <p:stCondLst>
                                    <p:cond delay="0"/>
                                  </p:stCondLst>
                                  <p:childTnLst>
                                    <p:animMotion origin="layout" path="M -3.33333E-6 4.07407E-6 L -0.32083 0.00092 " pathEditMode="relative" rAng="0" ptsTypes="AA">
                                      <p:cBhvr>
                                        <p:cTn id="14" dur="1000" fill="hold"/>
                                        <p:tgtEl>
                                          <p:spTgt spid="18"/>
                                        </p:tgtEl>
                                        <p:attrNameLst>
                                          <p:attrName>ppt_x</p:attrName>
                                          <p:attrName>ppt_y</p:attrName>
                                        </p:attrNameLst>
                                      </p:cBhvr>
                                      <p:rCtr x="-16042" y="46"/>
                                    </p:animMotion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5" fill="hold">
                            <p:stCondLst>
                              <p:cond delay="1000"/>
                            </p:stCondLst>
                            <p:childTnLst>
                              <p:par>
                                <p:cTn id="16" presetID="1" presetClass="exit" presetSubtype="0" fill="hold" grpId="2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8" fill="hold">
                            <p:stCondLst>
                              <p:cond delay="1000"/>
                            </p:stCondLst>
                            <p:childTnLst>
                              <p:par>
                                <p:cTn id="19" presetID="1" presetClass="entr" presetSubtype="0" fill="hold" grpId="0" nodeType="afterEffect">
                                  <p:stCondLst>
                                    <p:cond delay="0"/>
                                  </p:stCondLst>
                                  <p:iterate type="lt">
                                    <p:tmAbs val="20"/>
                                  </p:iterate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1" fill="hold">
                      <p:stCondLst>
                        <p:cond delay="indefinite"/>
                      </p:stCondLst>
                      <p:childTnLst>
                        <p:par>
                          <p:cTn id="22" fill="hold">
                            <p:stCondLst>
                              <p:cond delay="0"/>
                            </p:stCondLst>
                            <p:childTnLst>
                              <p:par>
                                <p:cTn id="23" presetID="53" presetClass="entr" presetSubtype="16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>
                                        <p:cTn id="25" dur="300" fill="hold"/>
                                        <p:tgtEl>
                                          <p:spTgt spid="30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26" dur="300" fill="hold"/>
                                        <p:tgtEl>
                                          <p:spTgt spid="30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3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8" presetID="53" presetClass="entr" presetSubtype="16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>
                                        <p:cTn id="30" dur="300" fill="hold"/>
                                        <p:tgtEl>
                                          <p:spTgt spid="31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31" dur="300" fill="hold"/>
                                        <p:tgtEl>
                                          <p:spTgt spid="31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3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33" fill="hold">
                            <p:stCondLst>
                              <p:cond delay="300"/>
                            </p:stCondLst>
                            <p:childTnLst>
                              <p:par>
                                <p:cTn id="34" presetID="42" presetClass="path" presetSubtype="0" accel="50000" decel="50000" fill="hold" grpId="1" nodeType="afterEffect">
                                  <p:stCondLst>
                                    <p:cond delay="0"/>
                                  </p:stCondLst>
                                  <p:childTnLst>
                                    <p:animMotion origin="layout" path="M 2.08333E-6 -4.44444E-6 L 0.0013 -0.18472 " pathEditMode="relative" rAng="0" ptsTypes="AA">
                                      <p:cBhvr>
                                        <p:cTn id="35" dur="500" fill="hold"/>
                                        <p:tgtEl>
                                          <p:spTgt spid="7"/>
                                        </p:tgtEl>
                                        <p:attrNameLst>
                                          <p:attrName>ppt_x</p:attrName>
                                          <p:attrName>ppt_y</p:attrName>
                                        </p:attrNameLst>
                                      </p:cBhvr>
                                      <p:rCtr x="65" y="-9236"/>
                                    </p:animMotion>
                                  </p:childTnLst>
                                </p:cTn>
                              </p:par>
                              <p:par>
                                <p:cTn id="36" presetID="1" presetClass="exit" presetSubtype="0" fill="hold" grpId="1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8" presetID="42" presetClass="path" presetSubtype="0" accel="50000" decel="50000" fill="hold" grpId="1" nodeType="withEffect">
                                  <p:stCondLst>
                                    <p:cond delay="0"/>
                                  </p:stCondLst>
                                  <p:iterate type="lt">
                                    <p:tmPct val="0"/>
                                  </p:iterate>
                                  <p:childTnLst>
                                    <p:animMotion origin="layout" path="M 0 4.07407E-6 L 0 -0.18056 " pathEditMode="relative" rAng="0" ptsTypes="AA">
                                      <p:cBhvr>
                                        <p:cTn id="39" dur="500" fill="hold"/>
                                        <p:tgtEl>
                                          <p:spTgt spid="17"/>
                                        </p:tgtEl>
                                        <p:attrNameLst>
                                          <p:attrName>ppt_x</p:attrName>
                                          <p:attrName>ppt_y</p:attrName>
                                        </p:attrNameLst>
                                      </p:cBhvr>
                                      <p:rCtr x="0" y="-9028"/>
                                    </p:animMotion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40" fill="hold">
                            <p:stCondLst>
                              <p:cond delay="800"/>
                            </p:stCondLst>
                            <p:childTnLst>
                              <p:par>
                                <p:cTn id="41" presetID="1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1" presetClass="entr" presetSubtype="0" fill="hold" grpId="0" nodeType="afterEffect">
                                  <p:stCondLst>
                                    <p:cond delay="50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50" fill="hold">
                            <p:stCondLst>
                              <p:cond delay="500"/>
                            </p:stCondLst>
                            <p:childTnLst>
                              <p:par>
                                <p:cTn id="51" presetID="1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7" grpId="0" animBg="1"/>
      <p:bldP spid="7" grpId="1" animBg="1"/>
      <p:bldP spid="17" grpId="0"/>
      <p:bldP spid="17" grpId="1"/>
      <p:bldP spid="9" grpId="0"/>
      <p:bldP spid="9" grpId="1"/>
      <p:bldP spid="18" grpId="0"/>
      <p:bldP spid="18" grpId="1"/>
      <p:bldP spid="18" grpId="2"/>
      <p:bldP spid="30" grpId="0" animBg="1"/>
      <p:bldP spid="31" grpId="0"/>
      <p:bldP spid="34" grpId="0" animBg="1"/>
      <p:bldP spid="35" grpId="0" animBg="1"/>
      <p:bldP spid="36" grpId="0" animBg="1"/>
      <p:bldP spid="40" grpId="0"/>
    </p:bldLst>
  </p:timing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8F9FC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1289CA0B-6EF1-4919-2E64-DC72B34D2AC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Box 2">
            <a:extLst>
              <a:ext uri="{FF2B5EF4-FFF2-40B4-BE49-F238E27FC236}">
                <a16:creationId xmlns:a16="http://schemas.microsoft.com/office/drawing/2014/main" id="{4BBE69C8-C380-3F62-B744-E7ACAFE24753}"/>
              </a:ext>
            </a:extLst>
          </p:cNvPr>
          <p:cNvSpPr txBox="1"/>
          <p:nvPr/>
        </p:nvSpPr>
        <p:spPr>
          <a:xfrm>
            <a:off x="658368" y="384048"/>
            <a:ext cx="3156633" cy="5232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marL="0" marR="0" lvl="0" indent="0" algn="l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 sz="2800" b="1">
                <a:solidFill>
                  <a:srgbClr val="18233A"/>
                </a:solidFill>
              </a:defRPr>
            </a:pPr>
            <a:r>
              <a:rPr lang="en-US" sz="2800" b="1" dirty="0">
                <a:solidFill>
                  <a:srgbClr val="18233A"/>
                </a:solidFill>
                <a:latin typeface="Calibri"/>
              </a:rPr>
              <a:t>1-2</a:t>
            </a:r>
            <a:r>
              <a:rPr kumimoji="0" sz="2800" b="1" i="0" u="none" strike="noStrike" kern="1200" cap="none" spc="0" normalizeH="0" baseline="0" noProof="0" dirty="0">
                <a:ln>
                  <a:noFill/>
                </a:ln>
                <a:solidFill>
                  <a:srgbClr val="18233A"/>
                </a:solidFill>
                <a:effectLst/>
                <a:uLnTx/>
                <a:uFillTx/>
                <a:latin typeface="Calibri"/>
                <a:ea typeface="+mn-ea"/>
                <a:cs typeface="+mn-cs"/>
              </a:rPr>
              <a:t>. </a:t>
            </a:r>
            <a:r>
              <a:rPr kumimoji="0" lang="ko-KR" altLang="en-US" sz="2800" b="1" i="0" u="none" strike="noStrike" kern="1200" cap="none" spc="0" normalizeH="0" baseline="0" noProof="0" dirty="0">
                <a:ln>
                  <a:noFill/>
                </a:ln>
                <a:solidFill>
                  <a:srgbClr val="18233A"/>
                </a:solidFill>
                <a:effectLst/>
                <a:uLnTx/>
                <a:uFillTx/>
                <a:latin typeface="Calibri"/>
                <a:ea typeface="+mn-ea"/>
                <a:cs typeface="+mn-cs"/>
              </a:rPr>
              <a:t>정보 제공 형식</a:t>
            </a:r>
            <a:endParaRPr kumimoji="0" sz="2800" b="1" i="0" u="none" strike="noStrike" kern="1200" cap="none" spc="0" normalizeH="0" baseline="0" noProof="0" dirty="0">
              <a:ln>
                <a:noFill/>
              </a:ln>
              <a:solidFill>
                <a:srgbClr val="18233A"/>
              </a:solidFill>
              <a:effectLst/>
              <a:uLnTx/>
              <a:uFillTx/>
              <a:latin typeface="Calibri"/>
              <a:ea typeface="+mn-ea"/>
              <a:cs typeface="+mn-cs"/>
            </a:endParaRP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278DCBD3-AFDA-8244-E5E7-CF449A88E79E}"/>
              </a:ext>
            </a:extLst>
          </p:cNvPr>
          <p:cNvSpPr txBox="1"/>
          <p:nvPr/>
        </p:nvSpPr>
        <p:spPr>
          <a:xfrm>
            <a:off x="676656" y="987552"/>
            <a:ext cx="5335115" cy="284693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marL="0" marR="0" lvl="0" indent="0" algn="l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 sz="1250">
                <a:solidFill>
                  <a:srgbClr val="5C6574"/>
                </a:solidFill>
              </a:defRPr>
            </a:pPr>
            <a:r>
              <a:rPr kumimoji="0" sz="1250" b="0" i="0" u="none" strike="noStrike" kern="1200" cap="none" spc="0" normalizeH="0" baseline="0" noProof="0" dirty="0" err="1">
                <a:ln>
                  <a:noFill/>
                </a:ln>
                <a:solidFill>
                  <a:srgbClr val="5C6574"/>
                </a:solidFill>
                <a:effectLst/>
                <a:uLnTx/>
                <a:uFillTx/>
                <a:latin typeface="Calibri"/>
                <a:ea typeface="+mn-ea"/>
                <a:cs typeface="+mn-cs"/>
              </a:rPr>
              <a:t>전자기</a:t>
            </a:r>
            <a:r>
              <a:rPr kumimoji="0" sz="1250" b="0" i="0" u="none" strike="noStrike" kern="1200" cap="none" spc="0" normalizeH="0" baseline="0" noProof="0" dirty="0">
                <a:ln>
                  <a:noFill/>
                </a:ln>
                <a:solidFill>
                  <a:srgbClr val="5C6574"/>
                </a:solidFill>
                <a:effectLst/>
                <a:uLnTx/>
                <a:uFillTx/>
                <a:latin typeface="Calibri"/>
                <a:ea typeface="+mn-ea"/>
                <a:cs typeface="+mn-cs"/>
              </a:rPr>
              <a:t> </a:t>
            </a:r>
            <a:r>
              <a:rPr kumimoji="0" sz="1250" b="0" i="0" u="none" strike="noStrike" kern="1200" cap="none" spc="0" normalizeH="0" baseline="0" noProof="0" dirty="0" err="1">
                <a:ln>
                  <a:noFill/>
                </a:ln>
                <a:solidFill>
                  <a:srgbClr val="5C6574"/>
                </a:solidFill>
                <a:effectLst/>
                <a:uLnTx/>
                <a:uFillTx/>
                <a:latin typeface="Calibri"/>
                <a:ea typeface="+mn-ea"/>
                <a:cs typeface="+mn-cs"/>
              </a:rPr>
              <a:t>퍼텐셜을</a:t>
            </a:r>
            <a:r>
              <a:rPr kumimoji="0" sz="1250" b="0" i="0" u="none" strike="noStrike" kern="1200" cap="none" spc="0" normalizeH="0" baseline="0" noProof="0" dirty="0">
                <a:ln>
                  <a:noFill/>
                </a:ln>
                <a:solidFill>
                  <a:srgbClr val="5C6574"/>
                </a:solidFill>
                <a:effectLst/>
                <a:uLnTx/>
                <a:uFillTx/>
                <a:latin typeface="Calibri"/>
                <a:ea typeface="+mn-ea"/>
                <a:cs typeface="+mn-cs"/>
              </a:rPr>
              <a:t> </a:t>
            </a:r>
            <a:r>
              <a:rPr kumimoji="0" lang="en-US" sz="1250" b="0" i="0" u="none" strike="noStrike" kern="1200" cap="none" spc="0" normalizeH="0" baseline="0" noProof="0" dirty="0" err="1">
                <a:ln>
                  <a:noFill/>
                </a:ln>
                <a:solidFill>
                  <a:srgbClr val="5C6574"/>
                </a:solidFill>
                <a:effectLst/>
                <a:uLnTx/>
                <a:uFillTx/>
                <a:latin typeface="Calibri"/>
                <a:ea typeface="+mn-ea"/>
                <a:cs typeface="+mn-cs"/>
              </a:rPr>
              <a:t>KK</a:t>
            </a:r>
            <a:r>
              <a:rPr kumimoji="0" sz="1250" b="0" i="0" u="none" strike="noStrike" kern="1200" cap="none" spc="0" normalizeH="0" baseline="0" noProof="0" dirty="0" err="1">
                <a:ln>
                  <a:noFill/>
                </a:ln>
                <a:solidFill>
                  <a:srgbClr val="5C6574"/>
                </a:solidFill>
                <a:effectLst/>
                <a:uLnTx/>
                <a:uFillTx/>
                <a:latin typeface="Calibri"/>
                <a:ea typeface="+mn-ea"/>
                <a:cs typeface="+mn-cs"/>
              </a:rPr>
              <a:t>계량의</a:t>
            </a:r>
            <a:r>
              <a:rPr kumimoji="0" sz="1250" b="0" i="0" u="none" strike="noStrike" kern="1200" cap="none" spc="0" normalizeH="0" baseline="0" noProof="0" dirty="0">
                <a:ln>
                  <a:noFill/>
                </a:ln>
                <a:solidFill>
                  <a:srgbClr val="5C6574"/>
                </a:solidFill>
                <a:effectLst/>
                <a:uLnTx/>
                <a:uFillTx/>
                <a:latin typeface="Calibri"/>
                <a:ea typeface="+mn-ea"/>
                <a:cs typeface="+mn-cs"/>
              </a:rPr>
              <a:t> </a:t>
            </a:r>
            <a:r>
              <a:rPr kumimoji="0" sz="1250" b="0" i="0" u="none" strike="noStrike" kern="1200" cap="none" spc="0" normalizeH="0" baseline="0" noProof="0" dirty="0" err="1">
                <a:ln>
                  <a:noFill/>
                </a:ln>
                <a:solidFill>
                  <a:srgbClr val="5C6574"/>
                </a:solidFill>
                <a:effectLst/>
                <a:uLnTx/>
                <a:uFillTx/>
                <a:latin typeface="Calibri"/>
                <a:ea typeface="+mn-ea"/>
                <a:cs typeface="+mn-cs"/>
              </a:rPr>
              <a:t>성분으로</a:t>
            </a:r>
            <a:r>
              <a:rPr kumimoji="0" sz="1250" b="0" i="0" u="none" strike="noStrike" kern="1200" cap="none" spc="0" normalizeH="0" baseline="0" noProof="0" dirty="0">
                <a:ln>
                  <a:noFill/>
                </a:ln>
                <a:solidFill>
                  <a:srgbClr val="5C6574"/>
                </a:solidFill>
                <a:effectLst/>
                <a:uLnTx/>
                <a:uFillTx/>
                <a:latin typeface="Calibri"/>
                <a:ea typeface="+mn-ea"/>
                <a:cs typeface="+mn-cs"/>
              </a:rPr>
              <a:t> </a:t>
            </a:r>
            <a:r>
              <a:rPr kumimoji="0" sz="1250" b="0" i="0" u="none" strike="noStrike" kern="1200" cap="none" spc="0" normalizeH="0" baseline="0" noProof="0" dirty="0" err="1">
                <a:ln>
                  <a:noFill/>
                </a:ln>
                <a:solidFill>
                  <a:srgbClr val="5C6574"/>
                </a:solidFill>
                <a:effectLst/>
                <a:uLnTx/>
                <a:uFillTx/>
                <a:latin typeface="Calibri"/>
                <a:ea typeface="+mn-ea"/>
                <a:cs typeface="+mn-cs"/>
              </a:rPr>
              <a:t>해석해</a:t>
            </a:r>
            <a:r>
              <a:rPr kumimoji="0" sz="1250" b="0" i="0" u="none" strike="noStrike" kern="1200" cap="none" spc="0" normalizeH="0" baseline="0" noProof="0" dirty="0">
                <a:ln>
                  <a:noFill/>
                </a:ln>
                <a:solidFill>
                  <a:srgbClr val="5C6574"/>
                </a:solidFill>
                <a:effectLst/>
                <a:uLnTx/>
                <a:uFillTx/>
                <a:latin typeface="Calibri"/>
                <a:ea typeface="+mn-ea"/>
                <a:cs typeface="+mn-cs"/>
              </a:rPr>
              <a:t> </a:t>
            </a:r>
            <a:r>
              <a:rPr kumimoji="0" sz="1250" b="0" i="0" u="none" strike="noStrike" kern="1200" cap="none" spc="0" normalizeH="0" baseline="0" noProof="0" dirty="0" err="1">
                <a:ln>
                  <a:noFill/>
                </a:ln>
                <a:solidFill>
                  <a:srgbClr val="5C6574"/>
                </a:solidFill>
                <a:effectLst/>
                <a:uLnTx/>
                <a:uFillTx/>
                <a:latin typeface="Calibri"/>
                <a:ea typeface="+mn-ea"/>
                <a:cs typeface="+mn-cs"/>
              </a:rPr>
              <a:t>서로</a:t>
            </a:r>
            <a:r>
              <a:rPr kumimoji="0" sz="1250" b="0" i="0" u="none" strike="noStrike" kern="1200" cap="none" spc="0" normalizeH="0" baseline="0" noProof="0" dirty="0">
                <a:ln>
                  <a:noFill/>
                </a:ln>
                <a:solidFill>
                  <a:srgbClr val="5C6574"/>
                </a:solidFill>
                <a:effectLst/>
                <a:uLnTx/>
                <a:uFillTx/>
                <a:latin typeface="Calibri"/>
                <a:ea typeface="+mn-ea"/>
                <a:cs typeface="+mn-cs"/>
              </a:rPr>
              <a:t> </a:t>
            </a:r>
            <a:r>
              <a:rPr kumimoji="0" sz="1250" b="0" i="0" u="none" strike="noStrike" kern="1200" cap="none" spc="0" normalizeH="0" baseline="0" noProof="0" dirty="0" err="1">
                <a:ln>
                  <a:noFill/>
                </a:ln>
                <a:solidFill>
                  <a:srgbClr val="5C6574"/>
                </a:solidFill>
                <a:effectLst/>
                <a:uLnTx/>
                <a:uFillTx/>
                <a:latin typeface="Calibri"/>
                <a:ea typeface="+mn-ea"/>
                <a:cs typeface="+mn-cs"/>
              </a:rPr>
              <a:t>다른</a:t>
            </a:r>
            <a:r>
              <a:rPr kumimoji="0" sz="1250" b="0" i="0" u="none" strike="noStrike" kern="1200" cap="none" spc="0" normalizeH="0" baseline="0" noProof="0" dirty="0">
                <a:ln>
                  <a:noFill/>
                </a:ln>
                <a:solidFill>
                  <a:srgbClr val="5C6574"/>
                </a:solidFill>
                <a:effectLst/>
                <a:uLnTx/>
                <a:uFillTx/>
                <a:latin typeface="Calibri"/>
                <a:ea typeface="+mn-ea"/>
                <a:cs typeface="+mn-cs"/>
              </a:rPr>
              <a:t> </a:t>
            </a:r>
            <a:r>
              <a:rPr kumimoji="0" sz="1250" b="0" i="0" u="none" strike="noStrike" kern="1200" cap="none" spc="0" normalizeH="0" baseline="0" noProof="0" dirty="0" err="1">
                <a:ln>
                  <a:noFill/>
                </a:ln>
                <a:solidFill>
                  <a:srgbClr val="5C6574"/>
                </a:solidFill>
                <a:effectLst/>
                <a:uLnTx/>
                <a:uFillTx/>
                <a:latin typeface="Calibri"/>
                <a:ea typeface="+mn-ea"/>
                <a:cs typeface="+mn-cs"/>
              </a:rPr>
              <a:t>정보량을</a:t>
            </a:r>
            <a:r>
              <a:rPr kumimoji="0" sz="1250" b="0" i="0" u="none" strike="noStrike" kern="1200" cap="none" spc="0" normalizeH="0" baseline="0" noProof="0" dirty="0">
                <a:ln>
                  <a:noFill/>
                </a:ln>
                <a:solidFill>
                  <a:srgbClr val="5C6574"/>
                </a:solidFill>
                <a:effectLst/>
                <a:uLnTx/>
                <a:uFillTx/>
                <a:latin typeface="Calibri"/>
                <a:ea typeface="+mn-ea"/>
                <a:cs typeface="+mn-cs"/>
              </a:rPr>
              <a:t> </a:t>
            </a:r>
            <a:r>
              <a:rPr kumimoji="0" sz="1250" b="0" i="0" u="none" strike="noStrike" kern="1200" cap="none" spc="0" normalizeH="0" baseline="0" noProof="0" dirty="0" err="1">
                <a:ln>
                  <a:noFill/>
                </a:ln>
                <a:solidFill>
                  <a:srgbClr val="5C6574"/>
                </a:solidFill>
                <a:effectLst/>
                <a:uLnTx/>
                <a:uFillTx/>
                <a:latin typeface="Calibri"/>
                <a:ea typeface="+mn-ea"/>
                <a:cs typeface="+mn-cs"/>
              </a:rPr>
              <a:t>만든다</a:t>
            </a:r>
            <a:r>
              <a:rPr kumimoji="0" sz="1250" b="0" i="0" u="none" strike="noStrike" kern="1200" cap="none" spc="0" normalizeH="0" baseline="0" noProof="0" dirty="0">
                <a:ln>
                  <a:noFill/>
                </a:ln>
                <a:solidFill>
                  <a:srgbClr val="5C6574"/>
                </a:solidFill>
                <a:effectLst/>
                <a:uLnTx/>
                <a:uFillTx/>
                <a:latin typeface="Calibri"/>
                <a:ea typeface="+mn-ea"/>
                <a:cs typeface="+mn-cs"/>
              </a:rPr>
              <a:t>.</a:t>
            </a:r>
          </a:p>
        </p:txBody>
      </p:sp>
      <p:sp>
        <p:nvSpPr>
          <p:cNvPr id="6" name="Rectangle 5">
            <a:extLst>
              <a:ext uri="{FF2B5EF4-FFF2-40B4-BE49-F238E27FC236}">
                <a16:creationId xmlns:a16="http://schemas.microsoft.com/office/drawing/2014/main" id="{80EFFC51-DAD0-6023-76AB-1574E0400BCB}"/>
              </a:ext>
            </a:extLst>
          </p:cNvPr>
          <p:cNvSpPr/>
          <p:nvPr/>
        </p:nvSpPr>
        <p:spPr>
          <a:xfrm>
            <a:off x="676656" y="1353312"/>
            <a:ext cx="566928" cy="41148"/>
          </a:xfrm>
          <a:prstGeom prst="rect">
            <a:avLst/>
          </a:prstGeom>
          <a:solidFill>
            <a:srgbClr val="315EB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Calibri"/>
              <a:ea typeface="+mn-ea"/>
              <a:cs typeface="+mn-cs"/>
            </a:endParaRPr>
          </a:p>
        </p:txBody>
      </p:sp>
      <p:sp>
        <p:nvSpPr>
          <p:cNvPr id="7" name="Rounded Rectangle 6">
            <a:extLst>
              <a:ext uri="{FF2B5EF4-FFF2-40B4-BE49-F238E27FC236}">
                <a16:creationId xmlns:a16="http://schemas.microsoft.com/office/drawing/2014/main" id="{1A325592-99F1-D97E-4A52-8D77904BFEA1}"/>
              </a:ext>
            </a:extLst>
          </p:cNvPr>
          <p:cNvSpPr/>
          <p:nvPr/>
        </p:nvSpPr>
        <p:spPr>
          <a:xfrm>
            <a:off x="1097280" y="2401394"/>
            <a:ext cx="9966960" cy="822960"/>
          </a:xfrm>
          <a:prstGeom prst="roundRect">
            <a:avLst/>
          </a:prstGeom>
          <a:solidFill>
            <a:srgbClr val="FFFFFF"/>
          </a:solidFill>
          <a:ln>
            <a:solidFill>
              <a:srgbClr val="E6EBF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Calibri"/>
              <a:ea typeface="+mn-ea"/>
              <a:cs typeface="+mn-cs"/>
            </a:endParaRP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8" name="TextBox 7">
                <a:extLst>
                  <a:ext uri="{FF2B5EF4-FFF2-40B4-BE49-F238E27FC236}">
                    <a16:creationId xmlns:a16="http://schemas.microsoft.com/office/drawing/2014/main" id="{C4F315CD-1989-9E71-CEF4-814D1AAF38B9}"/>
                  </a:ext>
                </a:extLst>
              </p:cNvPr>
              <p:cNvSpPr txBox="1"/>
              <p:nvPr/>
            </p:nvSpPr>
            <p:spPr>
              <a:xfrm>
                <a:off x="4571869" y="2343857"/>
                <a:ext cx="1524131" cy="879215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/>
              <a:p>
                <a:pPr lvl="0" algn="ctr" defTabSz="457200" latinLnBrk="0">
                  <a:defRPr sz="2200" b="1">
                    <a:solidFill>
                      <a:srgbClr val="315EBE"/>
                    </a:solidFill>
                    <a:latin typeface="Cambria Math"/>
                  </a:defRPr>
                </a:pPr>
                <a14:m>
                  <m:oMathPara xmlns:m="http://schemas.openxmlformats.org/officeDocument/2006/math">
                    <m:oMath>
                      <m:sSup>
                        <m:sSupPr>
                          <m:ctrlPr>
                            <a:rPr kumimoji="0" lang="ar-AE" altLang="ko-KR" sz="5000" b="1" i="1" u="none" strike="noStrike" kern="1200" cap="none" spc="0" normalizeH="0" baseline="0" noProof="0" smtClean="0">
                              <a:ln>
                                <a:noFill/>
                              </a:ln>
                              <a:solidFill>
                                <a:schemeClr val="tx1"/>
                              </a:solidFill>
                              <a:effectLst/>
                              <a:uLnTx/>
                              <a:uFillTx/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</m:ctrlPr>
                        </m:sSupPr>
                        <m:e>
                          <m:r>
                            <a:rPr kumimoji="0" lang="ar-AE" altLang="ko-KR" sz="5000" b="1" i="1" u="none" strike="noStrike" kern="1200" cap="none" spc="0" normalizeH="0" baseline="0" noProof="0" smtClean="0">
                              <a:ln>
                                <a:noFill/>
                              </a:ln>
                              <a:solidFill>
                                <a:schemeClr val="tx1"/>
                              </a:solidFill>
                              <a:effectLst/>
                              <a:uLnTx/>
                              <a:uFillTx/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∝</m:t>
                          </m:r>
                          <m:r>
                            <m:rPr>
                              <m:nor/>
                            </m:rPr>
                            <a:rPr lang="en-US" altLang="ko-KR" sz="5000" b="1" i="0" dirty="0">
                              <a:solidFill>
                                <a:schemeClr val="tx1"/>
                              </a:solidFill>
                              <a:latin typeface="Cambria Math"/>
                            </a:rPr>
                            <m:t>V</m:t>
                          </m:r>
                        </m:e>
                        <m:sup>
                          <m:r>
                            <a:rPr kumimoji="0" lang="ko-KR" altLang="ar-AE" sz="5000" b="1" i="1" u="none" strike="noStrike" kern="1200" cap="none" spc="0" normalizeH="0" baseline="0" noProof="0" smtClean="0">
                              <a:ln>
                                <a:noFill/>
                              </a:ln>
                              <a:solidFill>
                                <a:schemeClr val="tx1"/>
                              </a:solidFill>
                              <a:effectLst/>
                              <a:uLnTx/>
                              <a:uFillTx/>
                              <a:latin typeface="Cambria Math" panose="02040503050406030204" pitchFamily="18" charset="0"/>
                              <a:ea typeface="+mn-ea"/>
                              <a:cs typeface="+mn-cs"/>
                            </a:rPr>
                            <m:t>𝟐</m:t>
                          </m:r>
                        </m:sup>
                      </m:sSup>
                    </m:oMath>
                  </m:oMathPara>
                </a14:m>
                <a:endParaRPr kumimoji="0" lang="ar-AE" sz="5000" b="1" i="0" u="none" strike="noStrike" kern="1200" cap="none" spc="0" normalizeH="0" baseline="0" noProof="0" dirty="0">
                  <a:ln>
                    <a:noFill/>
                  </a:ln>
                  <a:solidFill>
                    <a:schemeClr val="tx1"/>
                  </a:solidFill>
                  <a:effectLst/>
                  <a:uLnTx/>
                  <a:uFillTx/>
                  <a:latin typeface="Cambria Math"/>
                  <a:ea typeface="+mn-ea"/>
                  <a:cs typeface="+mn-cs"/>
                </a:endParaRPr>
              </a:p>
            </p:txBody>
          </p:sp>
        </mc:Choice>
        <mc:Fallback xmlns="">
          <p:sp>
            <p:nvSpPr>
              <p:cNvPr id="8" name="TextBox 7">
                <a:extLst>
                  <a:ext uri="{FF2B5EF4-FFF2-40B4-BE49-F238E27FC236}">
                    <a16:creationId xmlns:a16="http://schemas.microsoft.com/office/drawing/2014/main" id="{C4F315CD-1989-9E71-CEF4-814D1AAF38B9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4571869" y="2343857"/>
                <a:ext cx="1524131" cy="879215"/>
              </a:xfrm>
              <a:prstGeom prst="rect">
                <a:avLst/>
              </a:prstGeom>
              <a:blipFill>
                <a:blip r:embed="rId2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ko-KR" alt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10" name="TextBox 9">
                <a:extLst>
                  <a:ext uri="{FF2B5EF4-FFF2-40B4-BE49-F238E27FC236}">
                    <a16:creationId xmlns:a16="http://schemas.microsoft.com/office/drawing/2014/main" id="{DCBA063F-A484-32DC-39CB-B79B1BAB4582}"/>
                  </a:ext>
                </a:extLst>
              </p:cNvPr>
              <p:cNvSpPr txBox="1"/>
              <p:nvPr/>
            </p:nvSpPr>
            <p:spPr>
              <a:xfrm>
                <a:off x="6095847" y="2274971"/>
                <a:ext cx="1268168" cy="861774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>
                      <m:sSub>
                        <m:sSubPr>
                          <m:ctrlPr>
                            <a:rPr lang="en-US" altLang="ko-KR" sz="5000" b="0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altLang="ko-KR" sz="5000" b="0" i="1" smtClean="0">
                              <a:latin typeface="Cambria Math" panose="02040503050406030204" pitchFamily="18" charset="0"/>
                            </a:rPr>
                            <m:t>𝑔</m:t>
                          </m:r>
                        </m:e>
                        <m:sub>
                          <m:r>
                            <a:rPr lang="en-US" altLang="ko-KR" sz="5000" b="0" i="1" smtClean="0">
                              <a:latin typeface="Cambria Math" panose="02040503050406030204" pitchFamily="18" charset="0"/>
                            </a:rPr>
                            <m:t>05</m:t>
                          </m:r>
                        </m:sub>
                      </m:sSub>
                    </m:oMath>
                  </m:oMathPara>
                </a14:m>
                <a:endParaRPr lang="ko-KR" altLang="en-US" sz="5000" dirty="0"/>
              </a:p>
            </p:txBody>
          </p:sp>
        </mc:Choice>
        <mc:Fallback xmlns="">
          <p:sp>
            <p:nvSpPr>
              <p:cNvPr id="10" name="TextBox 9">
                <a:extLst>
                  <a:ext uri="{FF2B5EF4-FFF2-40B4-BE49-F238E27FC236}">
                    <a16:creationId xmlns:a16="http://schemas.microsoft.com/office/drawing/2014/main" id="{DCBA063F-A484-32DC-39CB-B79B1BAB4582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6095847" y="2274971"/>
                <a:ext cx="1268168" cy="861774"/>
              </a:xfrm>
              <a:prstGeom prst="rect">
                <a:avLst/>
              </a:prstGeom>
              <a:blipFill>
                <a:blip r:embed="rId3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ko-KR" alt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12" name="TextBox 11">
                <a:extLst>
                  <a:ext uri="{FF2B5EF4-FFF2-40B4-BE49-F238E27FC236}">
                    <a16:creationId xmlns:a16="http://schemas.microsoft.com/office/drawing/2014/main" id="{CE57C3D6-FA7D-4272-1D9B-21A4FEB2B07F}"/>
                  </a:ext>
                </a:extLst>
              </p:cNvPr>
              <p:cNvSpPr txBox="1"/>
              <p:nvPr/>
            </p:nvSpPr>
            <p:spPr>
              <a:xfrm>
                <a:off x="3404284" y="2244041"/>
                <a:ext cx="1268168" cy="861774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>
                      <m:sSub>
                        <m:sSubPr>
                          <m:ctrlPr>
                            <a:rPr lang="en-US" altLang="ko-KR" sz="5000" b="0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altLang="ko-KR" sz="5000" b="0" i="1" smtClean="0">
                              <a:latin typeface="Cambria Math" panose="02040503050406030204" pitchFamily="18" charset="0"/>
                            </a:rPr>
                            <m:t>𝑔</m:t>
                          </m:r>
                        </m:e>
                        <m:sub>
                          <m:r>
                            <a:rPr lang="en-US" altLang="ko-KR" sz="5000" b="0" i="1" smtClean="0">
                              <a:latin typeface="Cambria Math" panose="02040503050406030204" pitchFamily="18" charset="0"/>
                            </a:rPr>
                            <m:t>00</m:t>
                          </m:r>
                        </m:sub>
                      </m:sSub>
                    </m:oMath>
                  </m:oMathPara>
                </a14:m>
                <a:endParaRPr lang="ko-KR" altLang="en-US" sz="5000" dirty="0"/>
              </a:p>
            </p:txBody>
          </p:sp>
        </mc:Choice>
        <mc:Fallback xmlns="">
          <p:sp>
            <p:nvSpPr>
              <p:cNvPr id="12" name="TextBox 11">
                <a:extLst>
                  <a:ext uri="{FF2B5EF4-FFF2-40B4-BE49-F238E27FC236}">
                    <a16:creationId xmlns:a16="http://schemas.microsoft.com/office/drawing/2014/main" id="{CE57C3D6-FA7D-4272-1D9B-21A4FEB2B07F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3404284" y="2244041"/>
                <a:ext cx="1268168" cy="861774"/>
              </a:xfrm>
              <a:prstGeom prst="rect">
                <a:avLst/>
              </a:prstGeom>
              <a:blipFill>
                <a:blip r:embed="rId4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ko-KR" alt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23" name="TextBox 22">
                <a:extLst>
                  <a:ext uri="{FF2B5EF4-FFF2-40B4-BE49-F238E27FC236}">
                    <a16:creationId xmlns:a16="http://schemas.microsoft.com/office/drawing/2014/main" id="{5BAA60B0-ED80-9CF2-2D10-58CF7A8386BB}"/>
                  </a:ext>
                </a:extLst>
              </p:cNvPr>
              <p:cNvSpPr txBox="1"/>
              <p:nvPr/>
            </p:nvSpPr>
            <p:spPr>
              <a:xfrm>
                <a:off x="6985708" y="2384346"/>
                <a:ext cx="1524131" cy="861774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/>
              <a:p>
                <a:pPr lvl="0" algn="ctr" defTabSz="457200" latinLnBrk="0">
                  <a:defRPr sz="2200" b="1">
                    <a:solidFill>
                      <a:srgbClr val="315EBE"/>
                    </a:solidFill>
                    <a:latin typeface="Cambria Math"/>
                  </a:defRPr>
                </a:pPr>
                <a14:m>
                  <m:oMath xmlns:m="http://schemas.openxmlformats.org/officeDocument/2006/math">
                    <m:r>
                      <a:rPr kumimoji="0" lang="en-US" altLang="ko-KR" sz="5000" b="1" i="1" u="none" strike="noStrike" kern="1200" cap="none" spc="0" normalizeH="0" baseline="0" noProof="0" smtClean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uLnTx/>
                        <a:uFillTx/>
                        <a:latin typeface="Cambria Math" panose="02040503050406030204" pitchFamily="18" charset="0"/>
                      </a:rPr>
                      <m:t>∝ </m:t>
                    </m:r>
                  </m:oMath>
                </a14:m>
                <a:r>
                  <a:rPr kumimoji="0" lang="en-US" sz="5000" b="1" i="0" u="none" strike="noStrike" kern="1200" cap="none" spc="0" normalizeH="0" baseline="0" noProof="0" dirty="0">
                    <a:ln>
                      <a:noFill/>
                    </a:ln>
                    <a:solidFill>
                      <a:schemeClr val="tx1"/>
                    </a:solidFill>
                    <a:effectLst/>
                    <a:uLnTx/>
                    <a:uFillTx/>
                    <a:latin typeface="Cambria Math"/>
                    <a:ea typeface="+mn-ea"/>
                    <a:cs typeface="+mn-cs"/>
                  </a:rPr>
                  <a:t>V</a:t>
                </a:r>
              </a:p>
            </p:txBody>
          </p:sp>
        </mc:Choice>
        <mc:Fallback xmlns="">
          <p:sp>
            <p:nvSpPr>
              <p:cNvPr id="23" name="TextBox 22">
                <a:extLst>
                  <a:ext uri="{FF2B5EF4-FFF2-40B4-BE49-F238E27FC236}">
                    <a16:creationId xmlns:a16="http://schemas.microsoft.com/office/drawing/2014/main" id="{5BAA60B0-ED80-9CF2-2D10-58CF7A8386BB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6985708" y="2384346"/>
                <a:ext cx="1524131" cy="861774"/>
              </a:xfrm>
              <a:prstGeom prst="rect">
                <a:avLst/>
              </a:prstGeom>
              <a:blipFill>
                <a:blip r:embed="rId5"/>
                <a:stretch>
                  <a:fillRect t="-16901" r="-6800" b="-38028"/>
                </a:stretch>
              </a:blipFill>
            </p:spPr>
            <p:txBody>
              <a:bodyPr/>
              <a:lstStyle/>
              <a:p>
                <a:r>
                  <a:rPr lang="ko-KR" altLang="en-US">
                    <a:noFill/>
                  </a:rPr>
                  <a:t> </a:t>
                </a:r>
              </a:p>
            </p:txBody>
          </p:sp>
        </mc:Fallback>
      </mc:AlternateContent>
    </p:spTree>
    <p:extLst>
      <p:ext uri="{BB962C8B-B14F-4D97-AF65-F5344CB8AC3E}">
        <p14:creationId xmlns:p14="http://schemas.microsoft.com/office/powerpoint/2010/main" val="857794491"/>
      </p:ext>
    </p:extLst>
  </p:cSld>
  <p:clrMapOvr>
    <a:masterClrMapping/>
  </p:clrMapOvr>
  <mc:AlternateContent xmlns:mc="http://schemas.openxmlformats.org/markup-compatibility/2006">
    <mc:Choice xmlns:p159="http://schemas.microsoft.com/office/powerpoint/2015/09/main" Requires="p159">
      <p:transition xmlns:p14="http://schemas.microsoft.com/office/powerpoint/2010/main" spd="med" p14:dur="700">
        <p159:morph option="byObject"/>
      </p:transition>
    </mc:Choice>
    <mc:Fallback>
      <p:transition spd="med">
        <p:fade/>
      </p:transition>
    </mc:Fallback>
  </mc:AlternateContent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50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" dur="500"/>
                                        <p:tgtEl>
                                          <p:spTgt spid="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8" grpId="0"/>
      <p:bldP spid="23" grpId="0"/>
    </p:bldLst>
  </p:timing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8F9FC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211475D4-A3DF-AD77-225A-87616F579AC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Box 2">
            <a:extLst>
              <a:ext uri="{FF2B5EF4-FFF2-40B4-BE49-F238E27FC236}">
                <a16:creationId xmlns:a16="http://schemas.microsoft.com/office/drawing/2014/main" id="{D6D49838-EF65-16F3-80FA-08980C60ADB3}"/>
              </a:ext>
            </a:extLst>
          </p:cNvPr>
          <p:cNvSpPr txBox="1"/>
          <p:nvPr/>
        </p:nvSpPr>
        <p:spPr>
          <a:xfrm>
            <a:off x="658368" y="384048"/>
            <a:ext cx="3156633" cy="5232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marL="0" marR="0" lvl="0" indent="0" algn="l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 sz="2800" b="1">
                <a:solidFill>
                  <a:srgbClr val="18233A"/>
                </a:solidFill>
              </a:defRPr>
            </a:pPr>
            <a:r>
              <a:rPr lang="en-US" sz="2800" b="1" dirty="0">
                <a:solidFill>
                  <a:srgbClr val="18233A"/>
                </a:solidFill>
                <a:latin typeface="Calibri"/>
              </a:rPr>
              <a:t>1-2</a:t>
            </a:r>
            <a:r>
              <a:rPr kumimoji="0" sz="2800" b="1" i="0" u="none" strike="noStrike" kern="1200" cap="none" spc="0" normalizeH="0" baseline="0" noProof="0" dirty="0">
                <a:ln>
                  <a:noFill/>
                </a:ln>
                <a:solidFill>
                  <a:srgbClr val="18233A"/>
                </a:solidFill>
                <a:effectLst/>
                <a:uLnTx/>
                <a:uFillTx/>
                <a:latin typeface="Calibri"/>
                <a:ea typeface="+mn-ea"/>
                <a:cs typeface="+mn-cs"/>
              </a:rPr>
              <a:t>. </a:t>
            </a:r>
            <a:r>
              <a:rPr kumimoji="0" lang="ko-KR" altLang="en-US" sz="2800" b="1" i="0" u="none" strike="noStrike" kern="1200" cap="none" spc="0" normalizeH="0" baseline="0" noProof="0" dirty="0">
                <a:ln>
                  <a:noFill/>
                </a:ln>
                <a:solidFill>
                  <a:srgbClr val="18233A"/>
                </a:solidFill>
                <a:effectLst/>
                <a:uLnTx/>
                <a:uFillTx/>
                <a:latin typeface="Calibri"/>
                <a:ea typeface="+mn-ea"/>
                <a:cs typeface="+mn-cs"/>
              </a:rPr>
              <a:t>정보 제공 형식</a:t>
            </a:r>
            <a:endParaRPr kumimoji="0" sz="2800" b="1" i="0" u="none" strike="noStrike" kern="1200" cap="none" spc="0" normalizeH="0" baseline="0" noProof="0" dirty="0">
              <a:ln>
                <a:noFill/>
              </a:ln>
              <a:solidFill>
                <a:srgbClr val="18233A"/>
              </a:solidFill>
              <a:effectLst/>
              <a:uLnTx/>
              <a:uFillTx/>
              <a:latin typeface="Calibri"/>
              <a:ea typeface="+mn-ea"/>
              <a:cs typeface="+mn-cs"/>
            </a:endParaRP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27EB8510-F7A2-0091-FBA8-DDF10C0D7E6A}"/>
              </a:ext>
            </a:extLst>
          </p:cNvPr>
          <p:cNvSpPr txBox="1"/>
          <p:nvPr/>
        </p:nvSpPr>
        <p:spPr>
          <a:xfrm>
            <a:off x="676656" y="987552"/>
            <a:ext cx="10607040" cy="38404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marL="0" marR="0" lvl="0" indent="0" algn="l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 sz="1250">
                <a:solidFill>
                  <a:srgbClr val="5C6574"/>
                </a:solidFill>
              </a:defRPr>
            </a:pPr>
            <a:r>
              <a:rPr kumimoji="0" sz="1250" b="0" i="0" u="none" strike="noStrike" kern="1200" cap="none" spc="0" normalizeH="0" baseline="0" noProof="0" dirty="0" err="1">
                <a:ln>
                  <a:noFill/>
                </a:ln>
                <a:solidFill>
                  <a:srgbClr val="5C6574"/>
                </a:solidFill>
                <a:effectLst/>
                <a:uLnTx/>
                <a:uFillTx/>
                <a:latin typeface="Calibri"/>
                <a:ea typeface="+mn-ea"/>
                <a:cs typeface="+mn-cs"/>
              </a:rPr>
              <a:t>전자기</a:t>
            </a:r>
            <a:r>
              <a:rPr kumimoji="0" sz="1250" b="0" i="0" u="none" strike="noStrike" kern="1200" cap="none" spc="0" normalizeH="0" baseline="0" noProof="0" dirty="0">
                <a:ln>
                  <a:noFill/>
                </a:ln>
                <a:solidFill>
                  <a:srgbClr val="5C6574"/>
                </a:solidFill>
                <a:effectLst/>
                <a:uLnTx/>
                <a:uFillTx/>
                <a:latin typeface="Calibri"/>
                <a:ea typeface="+mn-ea"/>
                <a:cs typeface="+mn-cs"/>
              </a:rPr>
              <a:t> </a:t>
            </a:r>
            <a:r>
              <a:rPr kumimoji="0" sz="1250" b="0" i="0" u="none" strike="noStrike" kern="1200" cap="none" spc="0" normalizeH="0" baseline="0" noProof="0" dirty="0" err="1">
                <a:ln>
                  <a:noFill/>
                </a:ln>
                <a:solidFill>
                  <a:srgbClr val="5C6574"/>
                </a:solidFill>
                <a:effectLst/>
                <a:uLnTx/>
                <a:uFillTx/>
                <a:latin typeface="Calibri"/>
                <a:ea typeface="+mn-ea"/>
                <a:cs typeface="+mn-cs"/>
              </a:rPr>
              <a:t>퍼텐셜을</a:t>
            </a:r>
            <a:r>
              <a:rPr kumimoji="0" sz="1250" b="0" i="0" u="none" strike="noStrike" kern="1200" cap="none" spc="0" normalizeH="0" baseline="0" noProof="0" dirty="0">
                <a:ln>
                  <a:noFill/>
                </a:ln>
                <a:solidFill>
                  <a:srgbClr val="5C6574"/>
                </a:solidFill>
                <a:effectLst/>
                <a:uLnTx/>
                <a:uFillTx/>
                <a:latin typeface="Calibri"/>
                <a:ea typeface="+mn-ea"/>
                <a:cs typeface="+mn-cs"/>
              </a:rPr>
              <a:t> </a:t>
            </a:r>
            <a:r>
              <a:rPr kumimoji="0" sz="1250" b="0" i="0" u="none" strike="noStrike" kern="1200" cap="none" spc="0" normalizeH="0" baseline="0" noProof="0" dirty="0" err="1">
                <a:ln>
                  <a:noFill/>
                </a:ln>
                <a:solidFill>
                  <a:srgbClr val="5C6574"/>
                </a:solidFill>
                <a:effectLst/>
                <a:uLnTx/>
                <a:uFillTx/>
                <a:latin typeface="Calibri"/>
                <a:ea typeface="+mn-ea"/>
                <a:cs typeface="+mn-cs"/>
              </a:rPr>
              <a:t>고차원</a:t>
            </a:r>
            <a:r>
              <a:rPr kumimoji="0" sz="1250" b="0" i="0" u="none" strike="noStrike" kern="1200" cap="none" spc="0" normalizeH="0" baseline="0" noProof="0" dirty="0">
                <a:ln>
                  <a:noFill/>
                </a:ln>
                <a:solidFill>
                  <a:srgbClr val="5C6574"/>
                </a:solidFill>
                <a:effectLst/>
                <a:uLnTx/>
                <a:uFillTx/>
                <a:latin typeface="Calibri"/>
                <a:ea typeface="+mn-ea"/>
                <a:cs typeface="+mn-cs"/>
              </a:rPr>
              <a:t> </a:t>
            </a:r>
            <a:r>
              <a:rPr kumimoji="0" sz="1250" b="0" i="0" u="none" strike="noStrike" kern="1200" cap="none" spc="0" normalizeH="0" baseline="0" noProof="0" dirty="0" err="1">
                <a:ln>
                  <a:noFill/>
                </a:ln>
                <a:solidFill>
                  <a:srgbClr val="5C6574"/>
                </a:solidFill>
                <a:effectLst/>
                <a:uLnTx/>
                <a:uFillTx/>
                <a:latin typeface="Calibri"/>
                <a:ea typeface="+mn-ea"/>
                <a:cs typeface="+mn-cs"/>
              </a:rPr>
              <a:t>계량의</a:t>
            </a:r>
            <a:r>
              <a:rPr kumimoji="0" sz="1250" b="0" i="0" u="none" strike="noStrike" kern="1200" cap="none" spc="0" normalizeH="0" baseline="0" noProof="0" dirty="0">
                <a:ln>
                  <a:noFill/>
                </a:ln>
                <a:solidFill>
                  <a:srgbClr val="5C6574"/>
                </a:solidFill>
                <a:effectLst/>
                <a:uLnTx/>
                <a:uFillTx/>
                <a:latin typeface="Calibri"/>
                <a:ea typeface="+mn-ea"/>
                <a:cs typeface="+mn-cs"/>
              </a:rPr>
              <a:t> </a:t>
            </a:r>
            <a:r>
              <a:rPr kumimoji="0" sz="1250" b="0" i="0" u="none" strike="noStrike" kern="1200" cap="none" spc="0" normalizeH="0" baseline="0" noProof="0" dirty="0" err="1">
                <a:ln>
                  <a:noFill/>
                </a:ln>
                <a:solidFill>
                  <a:srgbClr val="5C6574"/>
                </a:solidFill>
                <a:effectLst/>
                <a:uLnTx/>
                <a:uFillTx/>
                <a:latin typeface="Calibri"/>
                <a:ea typeface="+mn-ea"/>
                <a:cs typeface="+mn-cs"/>
              </a:rPr>
              <a:t>성분으로</a:t>
            </a:r>
            <a:r>
              <a:rPr kumimoji="0" sz="1250" b="0" i="0" u="none" strike="noStrike" kern="1200" cap="none" spc="0" normalizeH="0" baseline="0" noProof="0" dirty="0">
                <a:ln>
                  <a:noFill/>
                </a:ln>
                <a:solidFill>
                  <a:srgbClr val="5C6574"/>
                </a:solidFill>
                <a:effectLst/>
                <a:uLnTx/>
                <a:uFillTx/>
                <a:latin typeface="Calibri"/>
                <a:ea typeface="+mn-ea"/>
                <a:cs typeface="+mn-cs"/>
              </a:rPr>
              <a:t> </a:t>
            </a:r>
            <a:r>
              <a:rPr kumimoji="0" sz="1250" b="0" i="0" u="none" strike="noStrike" kern="1200" cap="none" spc="0" normalizeH="0" baseline="0" noProof="0" dirty="0" err="1">
                <a:ln>
                  <a:noFill/>
                </a:ln>
                <a:solidFill>
                  <a:srgbClr val="5C6574"/>
                </a:solidFill>
                <a:effectLst/>
                <a:uLnTx/>
                <a:uFillTx/>
                <a:latin typeface="Calibri"/>
                <a:ea typeface="+mn-ea"/>
                <a:cs typeface="+mn-cs"/>
              </a:rPr>
              <a:t>해석해</a:t>
            </a:r>
            <a:r>
              <a:rPr kumimoji="0" sz="1250" b="0" i="0" u="none" strike="noStrike" kern="1200" cap="none" spc="0" normalizeH="0" baseline="0" noProof="0" dirty="0">
                <a:ln>
                  <a:noFill/>
                </a:ln>
                <a:solidFill>
                  <a:srgbClr val="5C6574"/>
                </a:solidFill>
                <a:effectLst/>
                <a:uLnTx/>
                <a:uFillTx/>
                <a:latin typeface="Calibri"/>
                <a:ea typeface="+mn-ea"/>
                <a:cs typeface="+mn-cs"/>
              </a:rPr>
              <a:t> </a:t>
            </a:r>
            <a:r>
              <a:rPr kumimoji="0" sz="1250" b="0" i="0" u="none" strike="noStrike" kern="1200" cap="none" spc="0" normalizeH="0" baseline="0" noProof="0" dirty="0" err="1">
                <a:ln>
                  <a:noFill/>
                </a:ln>
                <a:solidFill>
                  <a:srgbClr val="5C6574"/>
                </a:solidFill>
                <a:effectLst/>
                <a:uLnTx/>
                <a:uFillTx/>
                <a:latin typeface="Calibri"/>
                <a:ea typeface="+mn-ea"/>
                <a:cs typeface="+mn-cs"/>
              </a:rPr>
              <a:t>서로</a:t>
            </a:r>
            <a:r>
              <a:rPr kumimoji="0" sz="1250" b="0" i="0" u="none" strike="noStrike" kern="1200" cap="none" spc="0" normalizeH="0" baseline="0" noProof="0" dirty="0">
                <a:ln>
                  <a:noFill/>
                </a:ln>
                <a:solidFill>
                  <a:srgbClr val="5C6574"/>
                </a:solidFill>
                <a:effectLst/>
                <a:uLnTx/>
                <a:uFillTx/>
                <a:latin typeface="Calibri"/>
                <a:ea typeface="+mn-ea"/>
                <a:cs typeface="+mn-cs"/>
              </a:rPr>
              <a:t> </a:t>
            </a:r>
            <a:r>
              <a:rPr kumimoji="0" sz="1250" b="0" i="0" u="none" strike="noStrike" kern="1200" cap="none" spc="0" normalizeH="0" baseline="0" noProof="0" dirty="0" err="1">
                <a:ln>
                  <a:noFill/>
                </a:ln>
                <a:solidFill>
                  <a:srgbClr val="5C6574"/>
                </a:solidFill>
                <a:effectLst/>
                <a:uLnTx/>
                <a:uFillTx/>
                <a:latin typeface="Calibri"/>
                <a:ea typeface="+mn-ea"/>
                <a:cs typeface="+mn-cs"/>
              </a:rPr>
              <a:t>다른</a:t>
            </a:r>
            <a:r>
              <a:rPr kumimoji="0" sz="1250" b="0" i="0" u="none" strike="noStrike" kern="1200" cap="none" spc="0" normalizeH="0" baseline="0" noProof="0" dirty="0">
                <a:ln>
                  <a:noFill/>
                </a:ln>
                <a:solidFill>
                  <a:srgbClr val="5C6574"/>
                </a:solidFill>
                <a:effectLst/>
                <a:uLnTx/>
                <a:uFillTx/>
                <a:latin typeface="Calibri"/>
                <a:ea typeface="+mn-ea"/>
                <a:cs typeface="+mn-cs"/>
              </a:rPr>
              <a:t> </a:t>
            </a:r>
            <a:r>
              <a:rPr kumimoji="0" sz="1250" b="0" i="0" u="none" strike="noStrike" kern="1200" cap="none" spc="0" normalizeH="0" baseline="0" noProof="0" dirty="0" err="1">
                <a:ln>
                  <a:noFill/>
                </a:ln>
                <a:solidFill>
                  <a:srgbClr val="5C6574"/>
                </a:solidFill>
                <a:effectLst/>
                <a:uLnTx/>
                <a:uFillTx/>
                <a:latin typeface="Calibri"/>
                <a:ea typeface="+mn-ea"/>
                <a:cs typeface="+mn-cs"/>
              </a:rPr>
              <a:t>정보량을</a:t>
            </a:r>
            <a:r>
              <a:rPr kumimoji="0" sz="1250" b="0" i="0" u="none" strike="noStrike" kern="1200" cap="none" spc="0" normalizeH="0" baseline="0" noProof="0" dirty="0">
                <a:ln>
                  <a:noFill/>
                </a:ln>
                <a:solidFill>
                  <a:srgbClr val="5C6574"/>
                </a:solidFill>
                <a:effectLst/>
                <a:uLnTx/>
                <a:uFillTx/>
                <a:latin typeface="Calibri"/>
                <a:ea typeface="+mn-ea"/>
                <a:cs typeface="+mn-cs"/>
              </a:rPr>
              <a:t> </a:t>
            </a:r>
            <a:r>
              <a:rPr kumimoji="0" sz="1250" b="0" i="0" u="none" strike="noStrike" kern="1200" cap="none" spc="0" normalizeH="0" baseline="0" noProof="0" dirty="0" err="1">
                <a:ln>
                  <a:noFill/>
                </a:ln>
                <a:solidFill>
                  <a:srgbClr val="5C6574"/>
                </a:solidFill>
                <a:effectLst/>
                <a:uLnTx/>
                <a:uFillTx/>
                <a:latin typeface="Calibri"/>
                <a:ea typeface="+mn-ea"/>
                <a:cs typeface="+mn-cs"/>
              </a:rPr>
              <a:t>만든다</a:t>
            </a:r>
            <a:r>
              <a:rPr kumimoji="0" sz="1250" b="0" i="0" u="none" strike="noStrike" kern="1200" cap="none" spc="0" normalizeH="0" baseline="0" noProof="0" dirty="0">
                <a:ln>
                  <a:noFill/>
                </a:ln>
                <a:solidFill>
                  <a:srgbClr val="5C6574"/>
                </a:solidFill>
                <a:effectLst/>
                <a:uLnTx/>
                <a:uFillTx/>
                <a:latin typeface="Calibri"/>
                <a:ea typeface="+mn-ea"/>
                <a:cs typeface="+mn-cs"/>
              </a:rPr>
              <a:t>.</a:t>
            </a:r>
          </a:p>
        </p:txBody>
      </p:sp>
      <p:sp>
        <p:nvSpPr>
          <p:cNvPr id="6" name="Rectangle 5">
            <a:extLst>
              <a:ext uri="{FF2B5EF4-FFF2-40B4-BE49-F238E27FC236}">
                <a16:creationId xmlns:a16="http://schemas.microsoft.com/office/drawing/2014/main" id="{D919FE7F-B24E-087B-1B03-2BC845A7B480}"/>
              </a:ext>
            </a:extLst>
          </p:cNvPr>
          <p:cNvSpPr/>
          <p:nvPr/>
        </p:nvSpPr>
        <p:spPr>
          <a:xfrm>
            <a:off x="676656" y="1353312"/>
            <a:ext cx="566928" cy="41148"/>
          </a:xfrm>
          <a:prstGeom prst="rect">
            <a:avLst/>
          </a:prstGeom>
          <a:solidFill>
            <a:srgbClr val="315EB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Calibri"/>
              <a:ea typeface="+mn-ea"/>
              <a:cs typeface="+mn-cs"/>
            </a:endParaRPr>
          </a:p>
        </p:txBody>
      </p:sp>
      <p:grpSp>
        <p:nvGrpSpPr>
          <p:cNvPr id="18" name="그룹 17">
            <a:extLst>
              <a:ext uri="{FF2B5EF4-FFF2-40B4-BE49-F238E27FC236}">
                <a16:creationId xmlns:a16="http://schemas.microsoft.com/office/drawing/2014/main" id="{F0942931-24C7-8BE9-09A1-1F67B58DFF0D}"/>
              </a:ext>
            </a:extLst>
          </p:cNvPr>
          <p:cNvGrpSpPr/>
          <p:nvPr/>
        </p:nvGrpSpPr>
        <p:grpSpPr>
          <a:xfrm>
            <a:off x="1112367" y="4318115"/>
            <a:ext cx="9990124" cy="884445"/>
            <a:chOff x="1112367" y="4318115"/>
            <a:chExt cx="9990124" cy="884445"/>
          </a:xfrm>
        </p:grpSpPr>
        <p:sp>
          <p:nvSpPr>
            <p:cNvPr id="11" name="Rounded Rectangle 9">
              <a:extLst>
                <a:ext uri="{FF2B5EF4-FFF2-40B4-BE49-F238E27FC236}">
                  <a16:creationId xmlns:a16="http://schemas.microsoft.com/office/drawing/2014/main" id="{DB42A53D-9B10-37D7-5D46-A531DE303374}"/>
                </a:ext>
              </a:extLst>
            </p:cNvPr>
            <p:cNvSpPr/>
            <p:nvPr/>
          </p:nvSpPr>
          <p:spPr>
            <a:xfrm>
              <a:off x="1135531" y="4348858"/>
              <a:ext cx="9966960" cy="822960"/>
            </a:xfrm>
            <a:prstGeom prst="roundRect">
              <a:avLst/>
            </a:prstGeom>
            <a:solidFill>
              <a:srgbClr val="FFFFFF"/>
            </a:solidFill>
            <a:ln>
              <a:solidFill>
                <a:srgbClr val="E6EBF4"/>
              </a:solidFill>
            </a:ln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marL="0" marR="0" lvl="0" indent="0" algn="ctr" defTabSz="4572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sz="1800" b="0" i="0" u="none" strike="noStrike" kern="1200" cap="none" spc="0" normalizeH="0" baseline="0" noProof="0" dirty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Calibri"/>
                <a:ea typeface="+mn-ea"/>
                <a:cs typeface="+mn-cs"/>
              </a:endParaRPr>
            </a:p>
          </p:txBody>
        </p:sp>
        <p:sp>
          <p:nvSpPr>
            <p:cNvPr id="14" name="Rectangle 13">
              <a:extLst>
                <a:ext uri="{FF2B5EF4-FFF2-40B4-BE49-F238E27FC236}">
                  <a16:creationId xmlns:a16="http://schemas.microsoft.com/office/drawing/2014/main" id="{BE65FC76-A2CE-5C82-3E39-FAF870DE5801}"/>
                </a:ext>
              </a:extLst>
            </p:cNvPr>
            <p:cNvSpPr/>
            <p:nvPr/>
          </p:nvSpPr>
          <p:spPr>
            <a:xfrm>
              <a:off x="1112367" y="4318115"/>
              <a:ext cx="138778" cy="884445"/>
            </a:xfrm>
            <a:prstGeom prst="rect">
              <a:avLst/>
            </a:prstGeom>
            <a:solidFill>
              <a:srgbClr val="BE4141"/>
            </a:solidFill>
            <a:ln>
              <a:noFill/>
            </a:ln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marL="0" marR="0" lvl="0" indent="0" algn="ctr" defTabSz="4572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sz="1800" b="0" i="0" u="none" strike="noStrike" kern="1200" cap="none" spc="0" normalizeH="0" baseline="0" noProof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Calibri"/>
                <a:ea typeface="+mn-ea"/>
                <a:cs typeface="+mn-cs"/>
              </a:endParaRPr>
            </a:p>
          </p:txBody>
        </p:sp>
        <p:sp>
          <p:nvSpPr>
            <p:cNvPr id="16" name="TextBox 15">
              <a:extLst>
                <a:ext uri="{FF2B5EF4-FFF2-40B4-BE49-F238E27FC236}">
                  <a16:creationId xmlns:a16="http://schemas.microsoft.com/office/drawing/2014/main" id="{AC877625-3208-90F2-C64F-5E228B00CF8A}"/>
                </a:ext>
              </a:extLst>
            </p:cNvPr>
            <p:cNvSpPr txBox="1"/>
            <p:nvPr/>
          </p:nvSpPr>
          <p:spPr>
            <a:xfrm>
              <a:off x="1307901" y="4489163"/>
              <a:ext cx="9237016" cy="553998"/>
            </a:xfrm>
            <a:prstGeom prst="rect">
              <a:avLst/>
            </a:prstGeom>
            <a:noFill/>
          </p:spPr>
          <p:txBody>
            <a:bodyPr wrap="square">
              <a:spAutoFit/>
            </a:bodyPr>
            <a:lstStyle/>
            <a:p>
              <a:pPr marL="0" marR="0" lvl="0" indent="0" algn="l" defTabSz="4572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800"/>
                </a:spcAft>
                <a:buClrTx/>
                <a:buSzTx/>
                <a:buFontTx/>
                <a:buNone/>
                <a:tabLst/>
                <a:defRPr sz="1400">
                  <a:solidFill>
                    <a:srgbClr val="5C6574"/>
                  </a:solidFill>
                </a:defRPr>
              </a:pPr>
              <a:r>
                <a:rPr kumimoji="0" sz="3000" b="0" i="0" u="none" strike="noStrike" kern="1200" cap="none" spc="0" normalizeH="0" baseline="0" noProof="0" dirty="0">
                  <a:ln>
                    <a:noFill/>
                  </a:ln>
                  <a:effectLst/>
                  <a:uLnTx/>
                  <a:uFillTx/>
                  <a:latin typeface="+mn-ea"/>
                  <a:cs typeface="+mn-cs"/>
                </a:rPr>
                <a:t>KK </a:t>
              </a:r>
              <a:r>
                <a:rPr kumimoji="0" sz="3000" b="0" i="0" u="none" strike="noStrike" kern="1200" cap="none" spc="0" normalizeH="0" baseline="0" noProof="0" dirty="0" err="1">
                  <a:ln>
                    <a:noFill/>
                  </a:ln>
                  <a:effectLst/>
                  <a:uLnTx/>
                  <a:uFillTx/>
                  <a:latin typeface="+mn-ea"/>
                  <a:cs typeface="+mn-cs"/>
                </a:rPr>
                <a:t>이론</a:t>
              </a:r>
              <a:r>
                <a:rPr kumimoji="0" lang="ko-KR" altLang="en-US" sz="3000" b="0" i="0" u="none" strike="noStrike" kern="1200" cap="none" spc="0" normalizeH="0" baseline="0" noProof="0" dirty="0">
                  <a:ln>
                    <a:noFill/>
                  </a:ln>
                  <a:effectLst/>
                  <a:uLnTx/>
                  <a:uFillTx/>
                  <a:latin typeface="+mn-ea"/>
                  <a:cs typeface="+mn-cs"/>
                </a:rPr>
                <a:t>을</a:t>
              </a:r>
              <a:r>
                <a:rPr kumimoji="0" sz="3000" b="0" i="0" u="none" strike="noStrike" kern="1200" cap="none" spc="0" normalizeH="0" baseline="0" noProof="0" dirty="0">
                  <a:ln>
                    <a:noFill/>
                  </a:ln>
                  <a:effectLst/>
                  <a:uLnTx/>
                  <a:uFillTx/>
                  <a:latin typeface="+mn-ea"/>
                  <a:cs typeface="+mn-cs"/>
                </a:rPr>
                <a:t> </a:t>
              </a:r>
              <a:r>
                <a:rPr kumimoji="0" sz="3000" b="1" i="0" u="none" strike="noStrike" kern="1200" cap="none" spc="0" normalizeH="0" baseline="0" noProof="0" dirty="0" err="1">
                  <a:ln>
                    <a:noFill/>
                  </a:ln>
                  <a:effectLst/>
                  <a:uLnTx/>
                  <a:uFillTx/>
                  <a:latin typeface="+mn-ea"/>
                  <a:cs typeface="+mn-cs"/>
                </a:rPr>
                <a:t>정보</a:t>
              </a:r>
              <a:r>
                <a:rPr kumimoji="0" sz="3000" b="1" i="0" u="none" strike="noStrike" kern="1200" cap="none" spc="0" normalizeH="0" baseline="0" noProof="0" dirty="0">
                  <a:ln>
                    <a:noFill/>
                  </a:ln>
                  <a:effectLst/>
                  <a:uLnTx/>
                  <a:uFillTx/>
                  <a:latin typeface="+mn-ea"/>
                  <a:cs typeface="+mn-cs"/>
                </a:rPr>
                <a:t> </a:t>
              </a:r>
              <a:r>
                <a:rPr kumimoji="0" sz="3000" b="1" i="0" u="none" strike="noStrike" kern="1200" cap="none" spc="0" normalizeH="0" baseline="0" noProof="0" dirty="0" err="1">
                  <a:ln>
                    <a:noFill/>
                  </a:ln>
                  <a:effectLst/>
                  <a:uLnTx/>
                  <a:uFillTx/>
                  <a:latin typeface="+mn-ea"/>
                  <a:cs typeface="+mn-cs"/>
                </a:rPr>
                <a:t>손실</a:t>
              </a:r>
              <a:r>
                <a:rPr kumimoji="0" sz="3000" b="1" i="0" u="none" strike="noStrike" kern="1200" cap="none" spc="0" normalizeH="0" baseline="0" noProof="0" dirty="0">
                  <a:ln>
                    <a:noFill/>
                  </a:ln>
                  <a:effectLst/>
                  <a:uLnTx/>
                  <a:uFillTx/>
                  <a:latin typeface="+mn-ea"/>
                  <a:cs typeface="+mn-cs"/>
                </a:rPr>
                <a:t> </a:t>
              </a:r>
              <a:r>
                <a:rPr kumimoji="0" sz="3000" b="1" i="0" u="none" strike="noStrike" kern="1200" cap="none" spc="0" normalizeH="0" baseline="0" noProof="0" dirty="0" err="1">
                  <a:ln>
                    <a:noFill/>
                  </a:ln>
                  <a:effectLst/>
                  <a:uLnTx/>
                  <a:uFillTx/>
                  <a:latin typeface="+mn-ea"/>
                  <a:cs typeface="+mn-cs"/>
                </a:rPr>
                <a:t>조건을</a:t>
              </a:r>
              <a:r>
                <a:rPr kumimoji="0" sz="3000" b="1" i="0" u="none" strike="noStrike" kern="1200" cap="none" spc="0" normalizeH="0" baseline="0" noProof="0" dirty="0">
                  <a:ln>
                    <a:noFill/>
                  </a:ln>
                  <a:effectLst/>
                  <a:uLnTx/>
                  <a:uFillTx/>
                  <a:latin typeface="+mn-ea"/>
                  <a:cs typeface="+mn-cs"/>
                </a:rPr>
                <a:t> </a:t>
              </a:r>
              <a:r>
                <a:rPr kumimoji="0" sz="3000" b="1" i="0" u="none" strike="noStrike" kern="1200" cap="none" spc="0" normalizeH="0" baseline="0" noProof="0" dirty="0" err="1">
                  <a:ln>
                    <a:noFill/>
                  </a:ln>
                  <a:effectLst/>
                  <a:uLnTx/>
                  <a:uFillTx/>
                  <a:latin typeface="+mn-ea"/>
                  <a:cs typeface="+mn-cs"/>
                </a:rPr>
                <a:t>설계하는</a:t>
              </a:r>
              <a:r>
                <a:rPr kumimoji="0" sz="3000" b="1" i="0" u="none" strike="noStrike" kern="1200" cap="none" spc="0" normalizeH="0" baseline="0" noProof="0" dirty="0">
                  <a:ln>
                    <a:noFill/>
                  </a:ln>
                  <a:effectLst/>
                  <a:uLnTx/>
                  <a:uFillTx/>
                  <a:latin typeface="+mn-ea"/>
                  <a:cs typeface="+mn-cs"/>
                </a:rPr>
                <a:t> </a:t>
              </a:r>
              <a:r>
                <a:rPr kumimoji="0" sz="3000" b="1" i="0" u="none" strike="noStrike" kern="1200" cap="none" spc="0" normalizeH="0" baseline="0" noProof="0" dirty="0" err="1">
                  <a:ln>
                    <a:noFill/>
                  </a:ln>
                  <a:effectLst/>
                  <a:uLnTx/>
                  <a:uFillTx/>
                  <a:latin typeface="+mn-ea"/>
                  <a:cs typeface="+mn-cs"/>
                </a:rPr>
                <a:t>틀</a:t>
              </a:r>
              <a:r>
                <a:rPr kumimoji="0" sz="3000" b="0" i="0" u="none" strike="noStrike" kern="1200" cap="none" spc="0" normalizeH="0" baseline="0" noProof="0" dirty="0" err="1">
                  <a:ln>
                    <a:noFill/>
                  </a:ln>
                  <a:effectLst/>
                  <a:uLnTx/>
                  <a:uFillTx/>
                  <a:latin typeface="+mn-ea"/>
                  <a:cs typeface="+mn-cs"/>
                </a:rPr>
                <a:t>로</a:t>
              </a:r>
              <a:r>
                <a:rPr kumimoji="0" sz="3000" b="0" i="0" u="none" strike="noStrike" kern="1200" cap="none" spc="0" normalizeH="0" baseline="0" noProof="0" dirty="0">
                  <a:ln>
                    <a:noFill/>
                  </a:ln>
                  <a:effectLst/>
                  <a:uLnTx/>
                  <a:uFillTx/>
                  <a:latin typeface="+mn-ea"/>
                  <a:cs typeface="+mn-cs"/>
                </a:rPr>
                <a:t> </a:t>
              </a:r>
              <a:r>
                <a:rPr kumimoji="0" sz="3000" b="0" i="0" u="none" strike="noStrike" kern="1200" cap="none" spc="0" normalizeH="0" baseline="0" noProof="0" dirty="0" err="1">
                  <a:ln>
                    <a:noFill/>
                  </a:ln>
                  <a:effectLst/>
                  <a:uLnTx/>
                  <a:uFillTx/>
                  <a:latin typeface="+mn-ea"/>
                  <a:cs typeface="+mn-cs"/>
                </a:rPr>
                <a:t>사용</a:t>
              </a:r>
              <a:r>
                <a:rPr lang="ko-KR" altLang="en-US" sz="3000" dirty="0">
                  <a:latin typeface="+mn-ea"/>
                </a:rPr>
                <a:t>한</a:t>
              </a:r>
              <a:r>
                <a:rPr kumimoji="0" sz="3000" b="0" i="0" u="none" strike="noStrike" kern="1200" cap="none" spc="0" normalizeH="0" baseline="0" noProof="0" dirty="0">
                  <a:ln>
                    <a:noFill/>
                  </a:ln>
                  <a:effectLst/>
                  <a:uLnTx/>
                  <a:uFillTx/>
                  <a:latin typeface="+mn-ea"/>
                  <a:cs typeface="+mn-cs"/>
                </a:rPr>
                <a:t>다.</a:t>
              </a:r>
            </a:p>
          </p:txBody>
        </p:sp>
      </p:grpSp>
      <p:grpSp>
        <p:nvGrpSpPr>
          <p:cNvPr id="2" name="그룹 1">
            <a:extLst>
              <a:ext uri="{FF2B5EF4-FFF2-40B4-BE49-F238E27FC236}">
                <a16:creationId xmlns:a16="http://schemas.microsoft.com/office/drawing/2014/main" id="{8BAE2D20-5A94-4A44-C7C8-2137168955D9}"/>
              </a:ext>
            </a:extLst>
          </p:cNvPr>
          <p:cNvGrpSpPr/>
          <p:nvPr/>
        </p:nvGrpSpPr>
        <p:grpSpPr>
          <a:xfrm>
            <a:off x="1097280" y="2244041"/>
            <a:ext cx="9966960" cy="1002079"/>
            <a:chOff x="1097280" y="2244041"/>
            <a:chExt cx="9966960" cy="1002079"/>
          </a:xfrm>
        </p:grpSpPr>
        <p:sp>
          <p:nvSpPr>
            <p:cNvPr id="7" name="Rounded Rectangle 6">
              <a:extLst>
                <a:ext uri="{FF2B5EF4-FFF2-40B4-BE49-F238E27FC236}">
                  <a16:creationId xmlns:a16="http://schemas.microsoft.com/office/drawing/2014/main" id="{A6635097-FECA-2FF9-0B98-B42D1F6AAC2A}"/>
                </a:ext>
              </a:extLst>
            </p:cNvPr>
            <p:cNvSpPr/>
            <p:nvPr/>
          </p:nvSpPr>
          <p:spPr>
            <a:xfrm>
              <a:off x="1097280" y="2401394"/>
              <a:ext cx="9966960" cy="822960"/>
            </a:xfrm>
            <a:prstGeom prst="roundRect">
              <a:avLst/>
            </a:prstGeom>
            <a:solidFill>
              <a:srgbClr val="FFFFFF"/>
            </a:solidFill>
            <a:ln>
              <a:solidFill>
                <a:srgbClr val="E6EBF4"/>
              </a:solidFill>
            </a:ln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marL="0" marR="0" lvl="0" indent="0" algn="ctr" defTabSz="4572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sz="1800" b="0" i="0" u="none" strike="noStrike" kern="1200" cap="none" spc="0" normalizeH="0" baseline="0" noProof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Calibri"/>
                <a:ea typeface="+mn-ea"/>
                <a:cs typeface="+mn-cs"/>
              </a:endParaRPr>
            </a:p>
          </p:txBody>
        </p:sp>
        <mc:AlternateContent xmlns:mc="http://schemas.openxmlformats.org/markup-compatibility/2006" xmlns:a14="http://schemas.microsoft.com/office/drawing/2010/main">
          <mc:Choice Requires="a14">
            <p:sp>
              <p:nvSpPr>
                <p:cNvPr id="8" name="TextBox 7">
                  <a:extLst>
                    <a:ext uri="{FF2B5EF4-FFF2-40B4-BE49-F238E27FC236}">
                      <a16:creationId xmlns:a16="http://schemas.microsoft.com/office/drawing/2014/main" id="{D755A7A1-F644-793B-7F11-BFE1AB6EE7C2}"/>
                    </a:ext>
                  </a:extLst>
                </p:cNvPr>
                <p:cNvSpPr txBox="1"/>
                <p:nvPr/>
              </p:nvSpPr>
              <p:spPr>
                <a:xfrm>
                  <a:off x="4571869" y="2343857"/>
                  <a:ext cx="1524131" cy="879215"/>
                </a:xfrm>
                <a:prstGeom prst="rect">
                  <a:avLst/>
                </a:prstGeom>
                <a:noFill/>
              </p:spPr>
              <p:txBody>
                <a:bodyPr wrap="square">
                  <a:spAutoFit/>
                </a:bodyPr>
                <a:lstStyle/>
                <a:p>
                  <a:pPr lvl="0" algn="ctr" defTabSz="457200" latinLnBrk="0">
                    <a:defRPr sz="2200" b="1">
                      <a:solidFill>
                        <a:srgbClr val="315EBE"/>
                      </a:solidFill>
                      <a:latin typeface="Cambria Math"/>
                    </a:defRPr>
                  </a:pPr>
                  <a14:m>
                    <m:oMathPara xmlns:m="http://schemas.openxmlformats.org/officeDocument/2006/math">
                      <m:oMath>
                        <m:sSup>
                          <m:sSupPr>
                            <m:ctrlPr>
                              <a:rPr kumimoji="0" lang="ar-AE" altLang="ko-KR" sz="5000" b="1" i="1" u="none" strike="noStrike" kern="1200" cap="none" spc="0" normalizeH="0" baseline="0" noProof="0" smtClean="0">
                                <a:ln>
                                  <a:noFill/>
                                </a:ln>
                                <a:solidFill>
                                  <a:schemeClr val="tx1"/>
                                </a:solidFill>
                                <a:effectLst/>
                                <a:uLnTx/>
                                <a:uFillTx/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</m:ctrlPr>
                          </m:sSupPr>
                          <m:e>
                            <m:r>
                              <a:rPr kumimoji="0" lang="ar-AE" altLang="ko-KR" sz="5000" b="1" i="1" u="none" strike="noStrike" kern="1200" cap="none" spc="0" normalizeH="0" baseline="0" noProof="0" smtClean="0">
                                <a:ln>
                                  <a:noFill/>
                                </a:ln>
                                <a:solidFill>
                                  <a:schemeClr val="tx1"/>
                                </a:solidFill>
                                <a:effectLst/>
                                <a:uLnTx/>
                                <a:uFillTx/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  <m:t>∝</m:t>
                            </m:r>
                            <m:r>
                              <m:rPr>
                                <m:nor/>
                              </m:rPr>
                              <a:rPr lang="en-US" altLang="ko-KR" sz="5000" b="1" i="0" dirty="0">
                                <a:solidFill>
                                  <a:schemeClr val="tx1"/>
                                </a:solidFill>
                                <a:latin typeface="Cambria Math"/>
                              </a:rPr>
                              <m:t>V</m:t>
                            </m:r>
                          </m:e>
                          <m:sup>
                            <m:r>
                              <a:rPr kumimoji="0" lang="ko-KR" altLang="ar-AE" sz="5000" b="1" i="1" u="none" strike="noStrike" kern="1200" cap="none" spc="0" normalizeH="0" baseline="0" noProof="0" smtClean="0">
                                <a:ln>
                                  <a:noFill/>
                                </a:ln>
                                <a:solidFill>
                                  <a:schemeClr val="tx1"/>
                                </a:solidFill>
                                <a:effectLst/>
                                <a:uLnTx/>
                                <a:uFillTx/>
                                <a:latin typeface="Cambria Math" panose="02040503050406030204" pitchFamily="18" charset="0"/>
                                <a:ea typeface="+mn-ea"/>
                                <a:cs typeface="+mn-cs"/>
                              </a:rPr>
                              <m:t>𝟐</m:t>
                            </m:r>
                          </m:sup>
                        </m:sSup>
                      </m:oMath>
                    </m:oMathPara>
                  </a14:m>
                  <a:endParaRPr kumimoji="0" lang="ar-AE" sz="5000" b="1" i="0" u="none" strike="noStrike" kern="1200" cap="none" spc="0" normalizeH="0" baseline="0" noProof="0" dirty="0">
                    <a:ln>
                      <a:noFill/>
                    </a:ln>
                    <a:solidFill>
                      <a:schemeClr val="tx1"/>
                    </a:solidFill>
                    <a:effectLst/>
                    <a:uLnTx/>
                    <a:uFillTx/>
                    <a:latin typeface="Cambria Math"/>
                    <a:ea typeface="+mn-ea"/>
                    <a:cs typeface="+mn-cs"/>
                  </a:endParaRPr>
                </a:p>
              </p:txBody>
            </p:sp>
          </mc:Choice>
          <mc:Fallback xmlns="">
            <p:sp>
              <p:nvSpPr>
                <p:cNvPr id="8" name="TextBox 7">
                  <a:extLst>
                    <a:ext uri="{FF2B5EF4-FFF2-40B4-BE49-F238E27FC236}">
                      <a16:creationId xmlns:a16="http://schemas.microsoft.com/office/drawing/2014/main" id="{D755A7A1-F644-793B-7F11-BFE1AB6EE7C2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4571869" y="2343857"/>
                  <a:ext cx="1524131" cy="879215"/>
                </a:xfrm>
                <a:prstGeom prst="rect">
                  <a:avLst/>
                </a:prstGeom>
                <a:blipFill>
                  <a:blip r:embed="rId3"/>
                  <a:stretch>
                    <a:fillRect/>
                  </a:stretch>
                </a:blipFill>
              </p:spPr>
              <p:txBody>
                <a:bodyPr/>
                <a:lstStyle/>
                <a:p>
                  <a:r>
                    <a:rPr lang="ko-KR" altLang="en-US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10" name="TextBox 9">
                  <a:extLst>
                    <a:ext uri="{FF2B5EF4-FFF2-40B4-BE49-F238E27FC236}">
                      <a16:creationId xmlns:a16="http://schemas.microsoft.com/office/drawing/2014/main" id="{4B2695E9-0B99-0064-8827-838298421EF5}"/>
                    </a:ext>
                  </a:extLst>
                </p:cNvPr>
                <p:cNvSpPr txBox="1"/>
                <p:nvPr/>
              </p:nvSpPr>
              <p:spPr>
                <a:xfrm>
                  <a:off x="6095847" y="2274971"/>
                  <a:ext cx="1268168" cy="861774"/>
                </a:xfrm>
                <a:prstGeom prst="rect">
                  <a:avLst/>
                </a:prstGeom>
                <a:noFill/>
              </p:spPr>
              <p:txBody>
                <a:bodyPr wrap="none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>
                        <m:sSub>
                          <m:sSubPr>
                            <m:ctrlPr>
                              <a:rPr lang="en-US" altLang="ko-KR" sz="5000" b="0" i="1" smtClean="0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en-US" altLang="ko-KR" sz="5000" b="0" i="1" smtClean="0">
                                <a:latin typeface="Cambria Math" panose="02040503050406030204" pitchFamily="18" charset="0"/>
                              </a:rPr>
                              <m:t>𝑔</m:t>
                            </m:r>
                          </m:e>
                          <m:sub>
                            <m:r>
                              <a:rPr lang="en-US" altLang="ko-KR" sz="5000" b="0" i="1" smtClean="0">
                                <a:latin typeface="Cambria Math" panose="02040503050406030204" pitchFamily="18" charset="0"/>
                              </a:rPr>
                              <m:t>05</m:t>
                            </m:r>
                          </m:sub>
                        </m:sSub>
                      </m:oMath>
                    </m:oMathPara>
                  </a14:m>
                  <a:endParaRPr lang="ko-KR" altLang="en-US" sz="5000" dirty="0"/>
                </a:p>
              </p:txBody>
            </p:sp>
          </mc:Choice>
          <mc:Fallback xmlns="">
            <p:sp>
              <p:nvSpPr>
                <p:cNvPr id="10" name="TextBox 9">
                  <a:extLst>
                    <a:ext uri="{FF2B5EF4-FFF2-40B4-BE49-F238E27FC236}">
                      <a16:creationId xmlns:a16="http://schemas.microsoft.com/office/drawing/2014/main" id="{4B2695E9-0B99-0064-8827-838298421EF5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6095847" y="2274971"/>
                  <a:ext cx="1268168" cy="861774"/>
                </a:xfrm>
                <a:prstGeom prst="rect">
                  <a:avLst/>
                </a:prstGeom>
                <a:blipFill>
                  <a:blip r:embed="rId4"/>
                  <a:stretch>
                    <a:fillRect/>
                  </a:stretch>
                </a:blipFill>
              </p:spPr>
              <p:txBody>
                <a:bodyPr/>
                <a:lstStyle/>
                <a:p>
                  <a:r>
                    <a:rPr lang="ko-KR" altLang="en-US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12" name="TextBox 11">
                  <a:extLst>
                    <a:ext uri="{FF2B5EF4-FFF2-40B4-BE49-F238E27FC236}">
                      <a16:creationId xmlns:a16="http://schemas.microsoft.com/office/drawing/2014/main" id="{E12A6DC1-BFDB-F0A8-29A1-9A13CBB87C68}"/>
                    </a:ext>
                  </a:extLst>
                </p:cNvPr>
                <p:cNvSpPr txBox="1"/>
                <p:nvPr/>
              </p:nvSpPr>
              <p:spPr>
                <a:xfrm>
                  <a:off x="3404284" y="2244041"/>
                  <a:ext cx="1268168" cy="861774"/>
                </a:xfrm>
                <a:prstGeom prst="rect">
                  <a:avLst/>
                </a:prstGeom>
                <a:noFill/>
              </p:spPr>
              <p:txBody>
                <a:bodyPr wrap="none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>
                        <m:sSub>
                          <m:sSubPr>
                            <m:ctrlPr>
                              <a:rPr lang="en-US" altLang="ko-KR" sz="5000" b="0" i="1" smtClean="0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en-US" altLang="ko-KR" sz="5000" b="0" i="1" smtClean="0">
                                <a:latin typeface="Cambria Math" panose="02040503050406030204" pitchFamily="18" charset="0"/>
                              </a:rPr>
                              <m:t>𝑔</m:t>
                            </m:r>
                          </m:e>
                          <m:sub>
                            <m:r>
                              <a:rPr lang="en-US" altLang="ko-KR" sz="5000" b="0" i="1" smtClean="0">
                                <a:latin typeface="Cambria Math" panose="02040503050406030204" pitchFamily="18" charset="0"/>
                              </a:rPr>
                              <m:t>00</m:t>
                            </m:r>
                          </m:sub>
                        </m:sSub>
                      </m:oMath>
                    </m:oMathPara>
                  </a14:m>
                  <a:endParaRPr lang="ko-KR" altLang="en-US" sz="5000" dirty="0"/>
                </a:p>
              </p:txBody>
            </p:sp>
          </mc:Choice>
          <mc:Fallback xmlns="">
            <p:sp>
              <p:nvSpPr>
                <p:cNvPr id="12" name="TextBox 11">
                  <a:extLst>
                    <a:ext uri="{FF2B5EF4-FFF2-40B4-BE49-F238E27FC236}">
                      <a16:creationId xmlns:a16="http://schemas.microsoft.com/office/drawing/2014/main" id="{E12A6DC1-BFDB-F0A8-29A1-9A13CBB87C68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3404284" y="2244041"/>
                  <a:ext cx="1268168" cy="861774"/>
                </a:xfrm>
                <a:prstGeom prst="rect">
                  <a:avLst/>
                </a:prstGeom>
                <a:blipFill>
                  <a:blip r:embed="rId5"/>
                  <a:stretch>
                    <a:fillRect/>
                  </a:stretch>
                </a:blipFill>
              </p:spPr>
              <p:txBody>
                <a:bodyPr/>
                <a:lstStyle/>
                <a:p>
                  <a:r>
                    <a:rPr lang="ko-KR" altLang="en-US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23" name="TextBox 22">
                  <a:extLst>
                    <a:ext uri="{FF2B5EF4-FFF2-40B4-BE49-F238E27FC236}">
                      <a16:creationId xmlns:a16="http://schemas.microsoft.com/office/drawing/2014/main" id="{07B76F96-6948-DCBC-D5AF-622D5D850011}"/>
                    </a:ext>
                  </a:extLst>
                </p:cNvPr>
                <p:cNvSpPr txBox="1"/>
                <p:nvPr/>
              </p:nvSpPr>
              <p:spPr>
                <a:xfrm>
                  <a:off x="6985708" y="2384346"/>
                  <a:ext cx="1524131" cy="861774"/>
                </a:xfrm>
                <a:prstGeom prst="rect">
                  <a:avLst/>
                </a:prstGeom>
                <a:noFill/>
              </p:spPr>
              <p:txBody>
                <a:bodyPr wrap="square">
                  <a:spAutoFit/>
                </a:bodyPr>
                <a:lstStyle/>
                <a:p>
                  <a:pPr lvl="0" algn="ctr" defTabSz="457200" latinLnBrk="0">
                    <a:defRPr sz="2200" b="1">
                      <a:solidFill>
                        <a:srgbClr val="315EBE"/>
                      </a:solidFill>
                      <a:latin typeface="Cambria Math"/>
                    </a:defRPr>
                  </a:pPr>
                  <a14:m>
                    <m:oMath xmlns:m="http://schemas.openxmlformats.org/officeDocument/2006/math">
                      <m:r>
                        <a:rPr kumimoji="0" lang="en-US" altLang="ko-KR" sz="5000" b="1" i="1" u="none" strike="noStrike" kern="1200" cap="none" spc="0" normalizeH="0" baseline="0" noProof="0" smtClean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uLnTx/>
                          <a:uFillTx/>
                          <a:latin typeface="Cambria Math" panose="02040503050406030204" pitchFamily="18" charset="0"/>
                        </a:rPr>
                        <m:t>∝ </m:t>
                      </m:r>
                    </m:oMath>
                  </a14:m>
                  <a:r>
                    <a:rPr kumimoji="0" lang="en-US" sz="5000" b="1" i="0" u="none" strike="noStrike" kern="1200" cap="none" spc="0" normalizeH="0" baseline="0" noProof="0" dirty="0">
                      <a:ln>
                        <a:noFill/>
                      </a:ln>
                      <a:solidFill>
                        <a:schemeClr val="tx1"/>
                      </a:solidFill>
                      <a:effectLst/>
                      <a:uLnTx/>
                      <a:uFillTx/>
                      <a:latin typeface="Cambria Math"/>
                      <a:ea typeface="+mn-ea"/>
                      <a:cs typeface="+mn-cs"/>
                    </a:rPr>
                    <a:t>V</a:t>
                  </a:r>
                </a:p>
              </p:txBody>
            </p:sp>
          </mc:Choice>
          <mc:Fallback xmlns="">
            <p:sp>
              <p:nvSpPr>
                <p:cNvPr id="23" name="TextBox 22">
                  <a:extLst>
                    <a:ext uri="{FF2B5EF4-FFF2-40B4-BE49-F238E27FC236}">
                      <a16:creationId xmlns:a16="http://schemas.microsoft.com/office/drawing/2014/main" id="{07B76F96-6948-DCBC-D5AF-622D5D850011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6985708" y="2384346"/>
                  <a:ext cx="1524131" cy="861774"/>
                </a:xfrm>
                <a:prstGeom prst="rect">
                  <a:avLst/>
                </a:prstGeom>
                <a:blipFill>
                  <a:blip r:embed="rId6"/>
                  <a:stretch>
                    <a:fillRect t="-16901" r="-6800" b="-38028"/>
                  </a:stretch>
                </a:blipFill>
              </p:spPr>
              <p:txBody>
                <a:bodyPr/>
                <a:lstStyle/>
                <a:p>
                  <a:r>
                    <a:rPr lang="ko-KR" altLang="en-US">
                      <a:noFill/>
                    </a:rPr>
                    <a:t> </a:t>
                  </a:r>
                </a:p>
              </p:txBody>
            </p:sp>
          </mc:Fallback>
        </mc:AlternateContent>
      </p:grpSp>
      <p:grpSp>
        <p:nvGrpSpPr>
          <p:cNvPr id="5" name="그룹 4">
            <a:extLst>
              <a:ext uri="{FF2B5EF4-FFF2-40B4-BE49-F238E27FC236}">
                <a16:creationId xmlns:a16="http://schemas.microsoft.com/office/drawing/2014/main" id="{0938DD6B-CB09-B8E5-9BED-3F1CA4538B40}"/>
              </a:ext>
            </a:extLst>
          </p:cNvPr>
          <p:cNvGrpSpPr/>
          <p:nvPr/>
        </p:nvGrpSpPr>
        <p:grpSpPr>
          <a:xfrm>
            <a:off x="1112367" y="3017520"/>
            <a:ext cx="9966960" cy="822960"/>
            <a:chOff x="1112367" y="2875600"/>
            <a:chExt cx="9966960" cy="822960"/>
          </a:xfrm>
        </p:grpSpPr>
        <p:sp>
          <p:nvSpPr>
            <p:cNvPr id="17" name="Rounded Rectangle 9">
              <a:extLst>
                <a:ext uri="{FF2B5EF4-FFF2-40B4-BE49-F238E27FC236}">
                  <a16:creationId xmlns:a16="http://schemas.microsoft.com/office/drawing/2014/main" id="{2F432E39-22A9-E026-A7AB-09A5CBF740EB}"/>
                </a:ext>
              </a:extLst>
            </p:cNvPr>
            <p:cNvSpPr/>
            <p:nvPr/>
          </p:nvSpPr>
          <p:spPr>
            <a:xfrm>
              <a:off x="1112367" y="2875600"/>
              <a:ext cx="9966960" cy="822960"/>
            </a:xfrm>
            <a:prstGeom prst="roundRect">
              <a:avLst/>
            </a:prstGeom>
            <a:solidFill>
              <a:srgbClr val="FFFFFF"/>
            </a:solidFill>
            <a:ln>
              <a:solidFill>
                <a:srgbClr val="E6EBF4"/>
              </a:solidFill>
            </a:ln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marL="0" marR="0" lvl="0" indent="0" algn="ctr" defTabSz="4572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sz="1800" b="0" i="0" u="none" strike="noStrike" kern="1200" cap="none" spc="0" normalizeH="0" baseline="0" noProof="0" dirty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Calibri"/>
                <a:ea typeface="+mn-ea"/>
                <a:cs typeface="+mn-cs"/>
              </a:endParaRPr>
            </a:p>
          </p:txBody>
        </p:sp>
        <mc:AlternateContent xmlns:mc="http://schemas.openxmlformats.org/markup-compatibility/2006" xmlns:a14="http://schemas.microsoft.com/office/drawing/2010/main">
          <mc:Choice Requires="a14">
            <p:sp>
              <p:nvSpPr>
                <p:cNvPr id="24" name="TextBox 23">
                  <a:extLst>
                    <a:ext uri="{FF2B5EF4-FFF2-40B4-BE49-F238E27FC236}">
                      <a16:creationId xmlns:a16="http://schemas.microsoft.com/office/drawing/2014/main" id="{9D0AC1E3-8D78-2198-269F-58D8577DE17D}"/>
                    </a:ext>
                  </a:extLst>
                </p:cNvPr>
                <p:cNvSpPr txBox="1"/>
                <p:nvPr/>
              </p:nvSpPr>
              <p:spPr>
                <a:xfrm>
                  <a:off x="1288831" y="2933137"/>
                  <a:ext cx="9629578" cy="707886"/>
                </a:xfrm>
                <a:prstGeom prst="rect">
                  <a:avLst/>
                </a:prstGeom>
                <a:noFill/>
              </p:spPr>
              <p:txBody>
                <a:bodyPr wrap="square" rtlCol="0">
                  <a:spAutoFit/>
                </a:bodyPr>
                <a:lstStyle/>
                <a:p>
                  <a:pPr algn="ctr"/>
                  <a14:m>
                    <m:oMath xmlns:m="http://schemas.openxmlformats.org/officeDocument/2006/math">
                      <m:sSub>
                        <m:sSubPr>
                          <m:ctrlPr>
                            <a:rPr kumimoji="0" lang="en-US" altLang="ko-KR" sz="4000" b="0" i="1" u="none" strike="noStrike" kern="1200" cap="none" spc="0" normalizeH="0" baseline="0" noProof="0" smtClean="0">
                              <a:ln>
                                <a:noFill/>
                              </a:ln>
                              <a:solidFill>
                                <a:srgbClr val="1F8987"/>
                              </a:solidFill>
                              <a:effectLst/>
                              <a:uLnTx/>
                              <a:uFillTx/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kumimoji="0" lang="en-US" altLang="ko-KR" sz="4000" b="0" i="1" u="none" strike="noStrike" kern="1200" cap="none" spc="0" normalizeH="0" baseline="0" noProof="0" smtClean="0">
                              <a:ln>
                                <a:noFill/>
                              </a:ln>
                              <a:solidFill>
                                <a:srgbClr val="1F8987"/>
                              </a:solidFill>
                              <a:effectLst/>
                              <a:uLnTx/>
                              <a:uFillTx/>
                              <a:latin typeface="Cambria Math" panose="02040503050406030204" pitchFamily="18" charset="0"/>
                            </a:rPr>
                            <m:t>𝑔</m:t>
                          </m:r>
                        </m:e>
                        <m:sub>
                          <m:r>
                            <a:rPr kumimoji="0" lang="en-US" altLang="ko-KR" sz="4000" b="0" i="1" u="none" strike="noStrike" kern="1200" cap="none" spc="0" normalizeH="0" baseline="0" noProof="0" smtClean="0">
                              <a:ln>
                                <a:noFill/>
                              </a:ln>
                              <a:solidFill>
                                <a:srgbClr val="1F8987"/>
                              </a:solidFill>
                              <a:effectLst/>
                              <a:uLnTx/>
                              <a:uFillTx/>
                              <a:latin typeface="Cambria Math" panose="02040503050406030204" pitchFamily="18" charset="0"/>
                            </a:rPr>
                            <m:t>00</m:t>
                          </m:r>
                        </m:sub>
                      </m:sSub>
                    </m:oMath>
                  </a14:m>
                  <a:r>
                    <a:rPr lang="en-US" altLang="ko-KR" sz="4000" dirty="0">
                      <a:solidFill>
                        <a:srgbClr val="1F8987"/>
                      </a:solidFill>
                    </a:rPr>
                    <a:t> ,</a:t>
                  </a:r>
                  <a14:m>
                    <m:oMath xmlns:m="http://schemas.openxmlformats.org/officeDocument/2006/math">
                      <m:sSub>
                        <m:sSubPr>
                          <m:ctrlPr>
                            <a:rPr lang="en-US" altLang="ko-KR" sz="4000" i="1">
                              <a:solidFill>
                                <a:srgbClr val="1F8987"/>
                              </a:solidFill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altLang="ko-KR" sz="4000" i="1">
                              <a:solidFill>
                                <a:srgbClr val="1F8987"/>
                              </a:solidFill>
                              <a:latin typeface="Cambria Math" panose="02040503050406030204" pitchFamily="18" charset="0"/>
                            </a:rPr>
                            <m:t>𝑔</m:t>
                          </m:r>
                        </m:e>
                        <m:sub>
                          <m:r>
                            <a:rPr lang="en-US" altLang="ko-KR" sz="4000" i="1">
                              <a:solidFill>
                                <a:srgbClr val="1F8987"/>
                              </a:solidFill>
                              <a:latin typeface="Cambria Math" panose="02040503050406030204" pitchFamily="18" charset="0"/>
                            </a:rPr>
                            <m:t>05</m:t>
                          </m:r>
                        </m:sub>
                      </m:sSub>
                    </m:oMath>
                  </a14:m>
                  <a:r>
                    <a:rPr lang="ko-KR" altLang="en-US" sz="4000" dirty="0">
                      <a:solidFill>
                        <a:srgbClr val="1F8987"/>
                      </a:solidFill>
                    </a:rPr>
                    <a:t> </a:t>
                  </a:r>
                  <a:r>
                    <a:rPr lang="ko-KR" altLang="en-US" sz="4000" b="1" dirty="0">
                      <a:solidFill>
                        <a:srgbClr val="1F8987"/>
                      </a:solidFill>
                    </a:rPr>
                    <a:t>로 부호와 분포를 동시에 판별한다</a:t>
                  </a:r>
                  <a:r>
                    <a:rPr lang="en-US" altLang="ko-KR" sz="4000" b="1" dirty="0">
                      <a:solidFill>
                        <a:srgbClr val="1F8987"/>
                      </a:solidFill>
                    </a:rPr>
                    <a:t>.</a:t>
                  </a:r>
                  <a:endParaRPr lang="ko-KR" altLang="en-US" sz="4000" b="1" dirty="0">
                    <a:solidFill>
                      <a:srgbClr val="1F8987"/>
                    </a:solidFill>
                  </a:endParaRPr>
                </a:p>
              </p:txBody>
            </p:sp>
          </mc:Choice>
          <mc:Fallback xmlns="">
            <p:sp>
              <p:nvSpPr>
                <p:cNvPr id="24" name="TextBox 23">
                  <a:extLst>
                    <a:ext uri="{FF2B5EF4-FFF2-40B4-BE49-F238E27FC236}">
                      <a16:creationId xmlns:a16="http://schemas.microsoft.com/office/drawing/2014/main" id="{9D0AC1E3-8D78-2198-269F-58D8577DE17D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1288831" y="2933137"/>
                  <a:ext cx="9629578" cy="707886"/>
                </a:xfrm>
                <a:prstGeom prst="rect">
                  <a:avLst/>
                </a:prstGeom>
                <a:blipFill>
                  <a:blip r:embed="rId7"/>
                  <a:stretch>
                    <a:fillRect t="-17949" r="-2975" b="-35897"/>
                  </a:stretch>
                </a:blipFill>
              </p:spPr>
              <p:txBody>
                <a:bodyPr/>
                <a:lstStyle/>
                <a:p>
                  <a:r>
                    <a:rPr lang="ko-KR" altLang="en-US">
                      <a:noFill/>
                    </a:rPr>
                    <a:t> </a:t>
                  </a:r>
                </a:p>
              </p:txBody>
            </p:sp>
          </mc:Fallback>
        </mc:AlternateContent>
      </p:grpSp>
      <p:pic>
        <p:nvPicPr>
          <p:cNvPr id="13" name="그림 12">
            <a:extLst>
              <a:ext uri="{FF2B5EF4-FFF2-40B4-BE49-F238E27FC236}">
                <a16:creationId xmlns:a16="http://schemas.microsoft.com/office/drawing/2014/main" id="{F676A02E-6691-498A-A143-C59A70B763B2}"/>
              </a:ext>
            </a:extLst>
          </p:cNvPr>
          <p:cNvPicPr>
            <a:picLocks noChangeAspect="1"/>
          </p:cNvPicPr>
          <p:nvPr/>
        </p:nvPicPr>
        <p:blipFill>
          <a:blip r:embed="rId8"/>
          <a:srcRect l="65384" t="25258" r="7213" b="4434"/>
          <a:stretch>
            <a:fillRect/>
          </a:stretch>
        </p:blipFill>
        <p:spPr>
          <a:xfrm>
            <a:off x="5751583" y="-766212"/>
            <a:ext cx="367428" cy="530270"/>
          </a:xfrm>
          <a:custGeom>
            <a:avLst/>
            <a:gdLst>
              <a:gd name="csX0" fmla="*/ 0 w 3340987"/>
              <a:gd name="csY0" fmla="*/ 0 h 4821690"/>
              <a:gd name="csX1" fmla="*/ 3340987 w 3340987"/>
              <a:gd name="csY1" fmla="*/ 0 h 4821690"/>
              <a:gd name="csX2" fmla="*/ 3340987 w 3340987"/>
              <a:gd name="csY2" fmla="*/ 4821690 h 4821690"/>
              <a:gd name="csX3" fmla="*/ 0 w 3340987"/>
              <a:gd name="csY3" fmla="*/ 4821690 h 4821690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</a:cxnLst>
            <a:rect l="l" t="t" r="r" b="b"/>
            <a:pathLst>
              <a:path w="3340987" h="4821690">
                <a:moveTo>
                  <a:pt x="0" y="0"/>
                </a:moveTo>
                <a:lnTo>
                  <a:pt x="3340987" y="0"/>
                </a:lnTo>
                <a:lnTo>
                  <a:pt x="3340987" y="4821690"/>
                </a:lnTo>
                <a:lnTo>
                  <a:pt x="0" y="4821690"/>
                </a:lnTo>
                <a:close/>
              </a:path>
            </a:pathLst>
          </a:custGeom>
        </p:spPr>
      </p:pic>
    </p:spTree>
    <p:custDataLst>
      <p:tags r:id="rId1"/>
    </p:custDataLst>
    <p:extLst>
      <p:ext uri="{BB962C8B-B14F-4D97-AF65-F5344CB8AC3E}">
        <p14:creationId xmlns:p14="http://schemas.microsoft.com/office/powerpoint/2010/main" val="1775637395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42" presetClass="path" presetSubtype="0" accel="50000" decel="50000" fill="hold" nodeType="afterEffect">
                                  <p:stCondLst>
                                    <p:cond delay="0"/>
                                  </p:stCondLst>
                                  <p:childTnLst>
                                    <p:animMotion origin="layout" path="M 2.08333E-6 -1.48148E-6 L 0.0013 -0.1162 " pathEditMode="relative" rAng="0" ptsTypes="AA">
                                      <p:cBhvr>
                                        <p:cTn id="6" dur="300" fill="hold"/>
                                        <p:tgtEl>
                                          <p:spTgt spid="2"/>
                                        </p:tgtEl>
                                        <p:attrNameLst>
                                          <p:attrName>ppt_x</p:attrName>
                                          <p:attrName>ppt_y</p:attrName>
                                        </p:attrNameLst>
                                      </p:cBhvr>
                                      <p:rCtr x="65" y="-5810"/>
                                    </p:animMotion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7" fill="hold">
                            <p:stCondLst>
                              <p:cond delay="300"/>
                            </p:stCondLst>
                            <p:childTnLst>
                              <p:par>
                                <p:cTn id="8" presetID="10" presetClass="entr" presetSubtype="0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" dur="500"/>
                                        <p:tgtEl>
                                          <p:spTgt spid="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5" dur="5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AD43447A-4208-CD55-68FD-0A4FB38ECDE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" name="그림 4">
            <a:extLst>
              <a:ext uri="{FF2B5EF4-FFF2-40B4-BE49-F238E27FC236}">
                <a16:creationId xmlns:a16="http://schemas.microsoft.com/office/drawing/2014/main" id="{B435F55B-4A50-EA40-CB65-A21788FF4E90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BEBA8EAE-BF5A-486C-A8C5-ECC9F3942E4B}">
                <a14:imgProps xmlns:a14="http://schemas.microsoft.com/office/drawing/2010/main">
                  <a14:imgLayer r:embed="rId3">
                    <a14:imgEffect>
                      <a14:artisticBlur/>
                    </a14:imgEffect>
                  </a14:imgLayer>
                </a14:imgProps>
              </a:ext>
            </a:extLst>
          </a:blip>
          <a:stretch>
            <a:fillRect/>
          </a:stretch>
        </p:blipFill>
        <p:spPr>
          <a:xfrm>
            <a:off x="-528" y="0"/>
            <a:ext cx="12192528" cy="6858297"/>
          </a:xfrm>
          <a:prstGeom prst="rect">
            <a:avLst/>
          </a:prstGeom>
        </p:spPr>
      </p:pic>
      <p:pic>
        <p:nvPicPr>
          <p:cNvPr id="13" name="그림 12">
            <a:extLst>
              <a:ext uri="{FF2B5EF4-FFF2-40B4-BE49-F238E27FC236}">
                <a16:creationId xmlns:a16="http://schemas.microsoft.com/office/drawing/2014/main" id="{07006D68-F4BE-6C39-79D5-823272382596}"/>
              </a:ext>
            </a:extLst>
          </p:cNvPr>
          <p:cNvPicPr>
            <a:picLocks noChangeAspect="1"/>
          </p:cNvPicPr>
          <p:nvPr/>
        </p:nvPicPr>
        <p:blipFill>
          <a:blip r:embed="rId4"/>
          <a:srcRect l="65384" t="25258" r="7213" b="4434"/>
          <a:stretch>
            <a:fillRect/>
          </a:stretch>
        </p:blipFill>
        <p:spPr>
          <a:xfrm>
            <a:off x="4085676" y="442339"/>
            <a:ext cx="4124780" cy="5952855"/>
          </a:xfrm>
          <a:custGeom>
            <a:avLst/>
            <a:gdLst>
              <a:gd name="csX0" fmla="*/ 0 w 3340987"/>
              <a:gd name="csY0" fmla="*/ 0 h 4821690"/>
              <a:gd name="csX1" fmla="*/ 3340987 w 3340987"/>
              <a:gd name="csY1" fmla="*/ 0 h 4821690"/>
              <a:gd name="csX2" fmla="*/ 3340987 w 3340987"/>
              <a:gd name="csY2" fmla="*/ 4821690 h 4821690"/>
              <a:gd name="csX3" fmla="*/ 0 w 3340987"/>
              <a:gd name="csY3" fmla="*/ 4821690 h 4821690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</a:cxnLst>
            <a:rect l="l" t="t" r="r" b="b"/>
            <a:pathLst>
              <a:path w="3340987" h="4821690">
                <a:moveTo>
                  <a:pt x="0" y="0"/>
                </a:moveTo>
                <a:lnTo>
                  <a:pt x="3340987" y="0"/>
                </a:lnTo>
                <a:lnTo>
                  <a:pt x="3340987" y="4821690"/>
                </a:lnTo>
                <a:lnTo>
                  <a:pt x="0" y="4821690"/>
                </a:lnTo>
                <a:close/>
              </a:path>
            </a:pathLst>
          </a:custGeom>
        </p:spPr>
      </p:pic>
    </p:spTree>
    <p:extLst>
      <p:ext uri="{BB962C8B-B14F-4D97-AF65-F5344CB8AC3E}">
        <p14:creationId xmlns:p14="http://schemas.microsoft.com/office/powerpoint/2010/main" val="1928709205"/>
      </p:ext>
    </p:extLst>
  </p:cSld>
  <p:clrMapOvr>
    <a:masterClrMapping/>
  </p:clrMapOvr>
  <mc:AlternateContent xmlns:mc="http://schemas.openxmlformats.org/markup-compatibility/2006">
    <mc:Choice xmlns:p14="http://schemas.microsoft.com/office/powerpoint/2010/main" Requires="p14">
      <p:transition spd="med" p14:dur="700" advClick="0" advTm="0">
        <p:fade/>
      </p:transition>
    </mc:Choice>
    <mc:Fallback>
      <p:transition spd="med" advClick="0" advTm="0">
        <p:fade/>
      </p:transition>
    </mc:Fallback>
  </mc:AlternateContent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C65510BB-50DA-6C3B-0C8B-3BA9812DC68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" name="그림 4">
            <a:extLst>
              <a:ext uri="{FF2B5EF4-FFF2-40B4-BE49-F238E27FC236}">
                <a16:creationId xmlns:a16="http://schemas.microsoft.com/office/drawing/2014/main" id="{3A56FFD3-4205-E8D2-4A88-E77CC1CE0E3B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0" y="-75674"/>
            <a:ext cx="12192528" cy="6858297"/>
          </a:xfrm>
          <a:prstGeom prst="rect">
            <a:avLst/>
          </a:prstGeom>
        </p:spPr>
      </p:pic>
      <p:pic>
        <p:nvPicPr>
          <p:cNvPr id="19" name="그림 18">
            <a:extLst>
              <a:ext uri="{FF2B5EF4-FFF2-40B4-BE49-F238E27FC236}">
                <a16:creationId xmlns:a16="http://schemas.microsoft.com/office/drawing/2014/main" id="{CEDE078E-80A8-9335-7D38-7AB2363C96CB}"/>
              </a:ext>
            </a:extLst>
          </p:cNvPr>
          <p:cNvPicPr>
            <a:picLocks noChangeAspect="1"/>
          </p:cNvPicPr>
          <p:nvPr/>
        </p:nvPicPr>
        <p:blipFill>
          <a:blip r:embed="rId4"/>
          <a:srcRect l="65384" t="25258" r="7213" b="4434"/>
          <a:stretch>
            <a:fillRect/>
          </a:stretch>
        </p:blipFill>
        <p:spPr>
          <a:xfrm>
            <a:off x="7974687" y="1656051"/>
            <a:ext cx="3340987" cy="4821690"/>
          </a:xfrm>
          <a:custGeom>
            <a:avLst/>
            <a:gdLst>
              <a:gd name="csX0" fmla="*/ 0 w 3340987"/>
              <a:gd name="csY0" fmla="*/ 0 h 4821690"/>
              <a:gd name="csX1" fmla="*/ 3340987 w 3340987"/>
              <a:gd name="csY1" fmla="*/ 0 h 4821690"/>
              <a:gd name="csX2" fmla="*/ 3340987 w 3340987"/>
              <a:gd name="csY2" fmla="*/ 4821690 h 4821690"/>
              <a:gd name="csX3" fmla="*/ 0 w 3340987"/>
              <a:gd name="csY3" fmla="*/ 4821690 h 4821690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</a:cxnLst>
            <a:rect l="l" t="t" r="r" b="b"/>
            <a:pathLst>
              <a:path w="3340987" h="4821690">
                <a:moveTo>
                  <a:pt x="0" y="0"/>
                </a:moveTo>
                <a:lnTo>
                  <a:pt x="3340987" y="0"/>
                </a:lnTo>
                <a:lnTo>
                  <a:pt x="3340987" y="4821690"/>
                </a:lnTo>
                <a:lnTo>
                  <a:pt x="0" y="4821690"/>
                </a:lnTo>
                <a:close/>
              </a:path>
            </a:pathLst>
          </a:custGeom>
        </p:spPr>
      </p:pic>
      <p:pic>
        <p:nvPicPr>
          <p:cNvPr id="10" name="그림 9">
            <a:extLst>
              <a:ext uri="{FF2B5EF4-FFF2-40B4-BE49-F238E27FC236}">
                <a16:creationId xmlns:a16="http://schemas.microsoft.com/office/drawing/2014/main" id="{7889F80C-57B6-82B2-3582-A3802EEFBE99}"/>
              </a:ext>
            </a:extLst>
          </p:cNvPr>
          <p:cNvPicPr>
            <a:picLocks noChangeAspect="1"/>
          </p:cNvPicPr>
          <p:nvPr/>
        </p:nvPicPr>
        <p:blipFill>
          <a:blip r:embed="rId4"/>
          <a:srcRect l="68070" t="60412" r="15740" b="33763"/>
          <a:stretch>
            <a:fillRect/>
          </a:stretch>
        </p:blipFill>
        <p:spPr>
          <a:xfrm>
            <a:off x="8792923" y="4066896"/>
            <a:ext cx="1973943" cy="399450"/>
          </a:xfrm>
          <a:custGeom>
            <a:avLst/>
            <a:gdLst>
              <a:gd name="csX0" fmla="*/ 0 w 1973943"/>
              <a:gd name="csY0" fmla="*/ 0 h 399450"/>
              <a:gd name="csX1" fmla="*/ 1973943 w 1973943"/>
              <a:gd name="csY1" fmla="*/ 0 h 399450"/>
              <a:gd name="csX2" fmla="*/ 1973943 w 1973943"/>
              <a:gd name="csY2" fmla="*/ 399450 h 399450"/>
              <a:gd name="csX3" fmla="*/ 0 w 1973943"/>
              <a:gd name="csY3" fmla="*/ 399450 h 399450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</a:cxnLst>
            <a:rect l="l" t="t" r="r" b="b"/>
            <a:pathLst>
              <a:path w="1973943" h="399450">
                <a:moveTo>
                  <a:pt x="0" y="0"/>
                </a:moveTo>
                <a:lnTo>
                  <a:pt x="1973943" y="0"/>
                </a:lnTo>
                <a:lnTo>
                  <a:pt x="1973943" y="399450"/>
                </a:lnTo>
                <a:lnTo>
                  <a:pt x="0" y="399450"/>
                </a:lnTo>
                <a:close/>
              </a:path>
            </a:pathLst>
          </a:custGeom>
        </p:spPr>
      </p:pic>
      <p:pic>
        <p:nvPicPr>
          <p:cNvPr id="29" name="그림 28">
            <a:extLst>
              <a:ext uri="{FF2B5EF4-FFF2-40B4-BE49-F238E27FC236}">
                <a16:creationId xmlns:a16="http://schemas.microsoft.com/office/drawing/2014/main" id="{69FEC122-8DDD-815E-BB22-5768A8EF1F4E}"/>
              </a:ext>
            </a:extLst>
          </p:cNvPr>
          <p:cNvPicPr>
            <a:picLocks noChangeAspect="1"/>
          </p:cNvPicPr>
          <p:nvPr/>
        </p:nvPicPr>
        <p:blipFill>
          <a:blip r:embed="rId3"/>
          <a:srcRect l="37923" t="60310" r="57378" b="33865"/>
          <a:stretch>
            <a:fillRect/>
          </a:stretch>
        </p:blipFill>
        <p:spPr>
          <a:xfrm>
            <a:off x="8244115" y="4066896"/>
            <a:ext cx="572877" cy="399450"/>
          </a:xfrm>
          <a:custGeom>
            <a:avLst/>
            <a:gdLst>
              <a:gd name="csX0" fmla="*/ 0 w 572877"/>
              <a:gd name="csY0" fmla="*/ 0 h 399450"/>
              <a:gd name="csX1" fmla="*/ 572877 w 572877"/>
              <a:gd name="csY1" fmla="*/ 0 h 399450"/>
              <a:gd name="csX2" fmla="*/ 572877 w 572877"/>
              <a:gd name="csY2" fmla="*/ 399450 h 399450"/>
              <a:gd name="csX3" fmla="*/ 0 w 572877"/>
              <a:gd name="csY3" fmla="*/ 399450 h 399450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</a:cxnLst>
            <a:rect l="l" t="t" r="r" b="b"/>
            <a:pathLst>
              <a:path w="572877" h="399450">
                <a:moveTo>
                  <a:pt x="0" y="0"/>
                </a:moveTo>
                <a:lnTo>
                  <a:pt x="572877" y="0"/>
                </a:lnTo>
                <a:lnTo>
                  <a:pt x="572877" y="399450"/>
                </a:lnTo>
                <a:lnTo>
                  <a:pt x="0" y="399450"/>
                </a:lnTo>
                <a:close/>
              </a:path>
            </a:pathLst>
          </a:custGeom>
        </p:spPr>
      </p:pic>
    </p:spTree>
    <p:extLst>
      <p:ext uri="{BB962C8B-B14F-4D97-AF65-F5344CB8AC3E}">
        <p14:creationId xmlns:p14="http://schemas.microsoft.com/office/powerpoint/2010/main" val="148479471"/>
      </p:ext>
    </p:extLst>
  </p:cSld>
  <p:clrMapOvr>
    <a:masterClrMapping/>
  </p:clrMapOvr>
  <mc:AlternateContent xmlns:mc="http://schemas.openxmlformats.org/markup-compatibility/2006">
    <mc:Choice xmlns:p159="http://schemas.microsoft.com/office/powerpoint/2015/09/main" Requires="p159">
      <p:transition xmlns:p14="http://schemas.microsoft.com/office/powerpoint/2010/main" p14:dur="300">
        <p159:morph option="byObject"/>
      </p:transition>
    </mc:Choice>
    <mc:Fallback>
      <p:transition>
        <p:fade/>
      </p:transition>
    </mc:Fallback>
  </mc:AlternateContent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8F9FC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" name="사각형: 둥근 모서리 32">
            <a:extLst>
              <a:ext uri="{FF2B5EF4-FFF2-40B4-BE49-F238E27FC236}">
                <a16:creationId xmlns:a16="http://schemas.microsoft.com/office/drawing/2014/main" id="{95A5ED51-215A-C211-73B9-7B6EBE697DDD}"/>
              </a:ext>
            </a:extLst>
          </p:cNvPr>
          <p:cNvSpPr/>
          <p:nvPr/>
        </p:nvSpPr>
        <p:spPr>
          <a:xfrm>
            <a:off x="5283200" y="878114"/>
            <a:ext cx="1625600" cy="1625600"/>
          </a:xfrm>
          <a:prstGeom prst="roundRect">
            <a:avLst/>
          </a:prstGeom>
          <a:solidFill>
            <a:srgbClr val="92D050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ko-KR" dirty="0"/>
              <a:t>AI </a:t>
            </a:r>
            <a:r>
              <a:rPr lang="ko-KR" altLang="en-US" dirty="0"/>
              <a:t>학습</a:t>
            </a:r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F140E450-7FA1-9578-C013-A1D8B9137E47}"/>
              </a:ext>
            </a:extLst>
          </p:cNvPr>
          <p:cNvSpPr txBox="1"/>
          <p:nvPr/>
        </p:nvSpPr>
        <p:spPr>
          <a:xfrm>
            <a:off x="658368" y="384048"/>
            <a:ext cx="2146742" cy="5232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marL="0" marR="0" lvl="0" indent="0" algn="l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 sz="2800" b="1">
                <a:solidFill>
                  <a:srgbClr val="18233A"/>
                </a:solidFill>
              </a:defRPr>
            </a:pPr>
            <a:r>
              <a:rPr lang="en-US" sz="2800" b="1" dirty="0">
                <a:solidFill>
                  <a:srgbClr val="18233A"/>
                </a:solidFill>
                <a:latin typeface="+mj-ea"/>
                <a:ea typeface="+mj-ea"/>
              </a:rPr>
              <a:t>2</a:t>
            </a:r>
            <a:r>
              <a:rPr kumimoji="0" sz="2800" b="1" i="0" u="none" strike="noStrike" kern="1200" cap="none" spc="0" normalizeH="0" baseline="0" noProof="0" dirty="0">
                <a:ln>
                  <a:noFill/>
                </a:ln>
                <a:solidFill>
                  <a:srgbClr val="18233A"/>
                </a:solidFill>
                <a:effectLst/>
                <a:uLnTx/>
                <a:uFillTx/>
                <a:latin typeface="+mj-ea"/>
                <a:ea typeface="+mj-ea"/>
                <a:cs typeface="+mn-cs"/>
              </a:rPr>
              <a:t>. </a:t>
            </a:r>
            <a:r>
              <a:rPr lang="ko-KR" altLang="en-US" sz="2800" b="1" dirty="0">
                <a:solidFill>
                  <a:srgbClr val="18233A"/>
                </a:solidFill>
                <a:latin typeface="+mj-ea"/>
                <a:ea typeface="+mj-ea"/>
              </a:rPr>
              <a:t>탐구 과정</a:t>
            </a:r>
            <a:endParaRPr kumimoji="0" sz="2800" b="1" i="0" u="none" strike="noStrike" kern="1200" cap="none" spc="0" normalizeH="0" baseline="0" noProof="0" dirty="0">
              <a:ln>
                <a:noFill/>
              </a:ln>
              <a:solidFill>
                <a:srgbClr val="18233A"/>
              </a:solidFill>
              <a:effectLst/>
              <a:uLnTx/>
              <a:uFillTx/>
              <a:latin typeface="+mj-ea"/>
              <a:ea typeface="+mj-ea"/>
              <a:cs typeface="+mn-cs"/>
            </a:endParaRPr>
          </a:p>
        </p:txBody>
      </p:sp>
      <p:sp>
        <p:nvSpPr>
          <p:cNvPr id="19" name="사각형: 둥근 모서리 18">
            <a:extLst>
              <a:ext uri="{FF2B5EF4-FFF2-40B4-BE49-F238E27FC236}">
                <a16:creationId xmlns:a16="http://schemas.microsoft.com/office/drawing/2014/main" id="{AA0E533E-718E-D8FA-EF65-641D3A69B2AC}"/>
              </a:ext>
            </a:extLst>
          </p:cNvPr>
          <p:cNvSpPr/>
          <p:nvPr/>
        </p:nvSpPr>
        <p:spPr>
          <a:xfrm>
            <a:off x="788310" y="3309256"/>
            <a:ext cx="1625600" cy="1625600"/>
          </a:xfrm>
          <a:prstGeom prst="roundRect">
            <a:avLst/>
          </a:prstGeom>
          <a:solidFill>
            <a:schemeClr val="accent2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ko-KR" altLang="en-US" dirty="0"/>
              <a:t>데이터 생성</a:t>
            </a:r>
          </a:p>
        </p:txBody>
      </p:sp>
      <p:sp>
        <p:nvSpPr>
          <p:cNvPr id="21" name="사각형: 둥근 모서리 20">
            <a:extLst>
              <a:ext uri="{FF2B5EF4-FFF2-40B4-BE49-F238E27FC236}">
                <a16:creationId xmlns:a16="http://schemas.microsoft.com/office/drawing/2014/main" id="{02DC5491-5AB0-99CC-3D8D-BD5463717465}"/>
              </a:ext>
            </a:extLst>
          </p:cNvPr>
          <p:cNvSpPr/>
          <p:nvPr/>
        </p:nvSpPr>
        <p:spPr>
          <a:xfrm>
            <a:off x="10014857" y="2394858"/>
            <a:ext cx="1625600" cy="1625600"/>
          </a:xfrm>
          <a:prstGeom prst="roundRect">
            <a:avLst/>
          </a:prstGeom>
          <a:solidFill>
            <a:srgbClr val="00B0F0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ko-KR" altLang="en-US" dirty="0"/>
              <a:t>결과 분석</a:t>
            </a:r>
          </a:p>
        </p:txBody>
      </p:sp>
      <p:cxnSp>
        <p:nvCxnSpPr>
          <p:cNvPr id="24" name="연결선: 구부러짐 23">
            <a:extLst>
              <a:ext uri="{FF2B5EF4-FFF2-40B4-BE49-F238E27FC236}">
                <a16:creationId xmlns:a16="http://schemas.microsoft.com/office/drawing/2014/main" id="{46F62DF6-C2AC-E5D6-B889-9C9617ABAE6B}"/>
              </a:ext>
            </a:extLst>
          </p:cNvPr>
          <p:cNvCxnSpPr>
            <a:cxnSpLocks/>
            <a:stCxn id="19" idx="3"/>
          </p:cNvCxnSpPr>
          <p:nvPr/>
        </p:nvCxnSpPr>
        <p:spPr>
          <a:xfrm flipV="1">
            <a:off x="2413910" y="1698171"/>
            <a:ext cx="2869290" cy="2423885"/>
          </a:xfrm>
          <a:prstGeom prst="curvedConnector3">
            <a:avLst>
              <a:gd name="adj1" fmla="val 36848"/>
            </a:avLst>
          </a:prstGeom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6" name="연결선: 구부러짐 25">
            <a:extLst>
              <a:ext uri="{FF2B5EF4-FFF2-40B4-BE49-F238E27FC236}">
                <a16:creationId xmlns:a16="http://schemas.microsoft.com/office/drawing/2014/main" id="{3F417224-6A7B-1A9A-CF35-147FF157687C}"/>
              </a:ext>
            </a:extLst>
          </p:cNvPr>
          <p:cNvCxnSpPr>
            <a:cxnSpLocks/>
            <a:endCxn id="21" idx="0"/>
          </p:cNvCxnSpPr>
          <p:nvPr/>
        </p:nvCxnSpPr>
        <p:spPr>
          <a:xfrm>
            <a:off x="6908800" y="1698171"/>
            <a:ext cx="3918857" cy="696687"/>
          </a:xfrm>
          <a:prstGeom prst="curvedConnector2">
            <a:avLst/>
          </a:prstGeom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0" name="사각형: 둥근 모서리 29">
            <a:extLst>
              <a:ext uri="{FF2B5EF4-FFF2-40B4-BE49-F238E27FC236}">
                <a16:creationId xmlns:a16="http://schemas.microsoft.com/office/drawing/2014/main" id="{EA7B9442-14B3-6DB8-6B16-124220682742}"/>
              </a:ext>
            </a:extLst>
          </p:cNvPr>
          <p:cNvSpPr/>
          <p:nvPr/>
        </p:nvSpPr>
        <p:spPr>
          <a:xfrm>
            <a:off x="788310" y="3309256"/>
            <a:ext cx="1625600" cy="1625600"/>
          </a:xfrm>
          <a:prstGeom prst="roundRect">
            <a:avLst/>
          </a:prstGeom>
          <a:solidFill>
            <a:schemeClr val="accent2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ko-KR" altLang="en-US" dirty="0"/>
              <a:t>데이터 생성</a:t>
            </a:r>
          </a:p>
        </p:txBody>
      </p:sp>
      <p:sp>
        <p:nvSpPr>
          <p:cNvPr id="35" name="사각형: 둥근 모서리 34">
            <a:extLst>
              <a:ext uri="{FF2B5EF4-FFF2-40B4-BE49-F238E27FC236}">
                <a16:creationId xmlns:a16="http://schemas.microsoft.com/office/drawing/2014/main" id="{36D13126-26CC-36D8-E21E-486A5C30DC7C}"/>
              </a:ext>
            </a:extLst>
          </p:cNvPr>
          <p:cNvSpPr/>
          <p:nvPr/>
        </p:nvSpPr>
        <p:spPr>
          <a:xfrm>
            <a:off x="10014857" y="2394858"/>
            <a:ext cx="1625600" cy="1625600"/>
          </a:xfrm>
          <a:prstGeom prst="roundRect">
            <a:avLst/>
          </a:prstGeom>
          <a:solidFill>
            <a:srgbClr val="00B0F0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ko-KR" altLang="en-US" dirty="0"/>
              <a:t>결과 분석</a:t>
            </a:r>
          </a:p>
        </p:txBody>
      </p:sp>
    </p:spTree>
    <p:custDataLst>
      <p:tags r:id="rId1"/>
    </p:custDataLst>
    <p:extLst>
      <p:ext uri="{BB962C8B-B14F-4D97-AF65-F5344CB8AC3E}">
        <p14:creationId xmlns:p14="http://schemas.microsoft.com/office/powerpoint/2010/main" val="402779756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2" presetClass="entr" presetSubtype="4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down)">
                                      <p:cBhvr>
                                        <p:cTn id="7" dur="5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8" fill="hold">
                            <p:stCondLst>
                              <p:cond delay="500"/>
                            </p:stCondLst>
                            <p:childTnLst>
                              <p:par>
                                <p:cTn id="9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1" dur="500"/>
                                        <p:tgtEl>
                                          <p:spTgt spid="3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2" fill="hold">
                      <p:stCondLst>
                        <p:cond delay="indefinite"/>
                      </p:stCondLst>
                      <p:childTnLst>
                        <p:par>
                          <p:cTn id="13" fill="hold">
                            <p:stCondLst>
                              <p:cond delay="0"/>
                            </p:stCondLst>
                            <p:childTnLst>
                              <p:par>
                                <p:cTn id="14" presetID="22" presetClass="entr" presetSubtype="8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6" dur="50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7" fill="hold">
                            <p:stCondLst>
                              <p:cond delay="500"/>
                            </p:stCondLst>
                            <p:childTnLst>
                              <p:par>
                                <p:cTn id="18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0" dur="500"/>
                                        <p:tgtEl>
                                          <p:spTgt spid="3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1" fill="hold">
                      <p:stCondLst>
                        <p:cond delay="indefinite"/>
                      </p:stCondLst>
                      <p:childTnLst>
                        <p:par>
                          <p:cTn id="22" fill="hold">
                            <p:stCondLst>
                              <p:cond delay="0"/>
                            </p:stCondLst>
                            <p:childTnLst>
                              <p:par>
                                <p:cTn id="23" presetID="22" presetClass="entr" presetSubtype="8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5" dur="50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26" fill="hold">
                            <p:stCondLst>
                              <p:cond delay="500"/>
                            </p:stCondLst>
                            <p:childTnLst>
                              <p:par>
                                <p:cTn id="27" presetID="22" presetClass="entr" presetSubtype="1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up)">
                                      <p:cBhvr>
                                        <p:cTn id="29" dur="5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0" presetID="22" presetClass="entr" presetSubtype="8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32" dur="500"/>
                                        <p:tgtEl>
                                          <p:spTgt spid="3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3" grpId="0" animBg="1"/>
      <p:bldP spid="19" grpId="0" animBg="1"/>
      <p:bldP spid="21" grpId="0" animBg="1"/>
      <p:bldP spid="30" grpId="0" animBg="1"/>
      <p:bldP spid="35" grpId="0" animBg="1"/>
    </p:bldLst>
  </p:timing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tx1">
            <a:lumMod val="85000"/>
            <a:lumOff val="15000"/>
          </a:schemeClr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F5A748D1-3598-523D-439D-4AEF7172DAD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Box 2">
            <a:extLst>
              <a:ext uri="{FF2B5EF4-FFF2-40B4-BE49-F238E27FC236}">
                <a16:creationId xmlns:a16="http://schemas.microsoft.com/office/drawing/2014/main" id="{1F2BE9A5-2378-3CB9-27F2-4A31ADF93090}"/>
              </a:ext>
            </a:extLst>
          </p:cNvPr>
          <p:cNvSpPr txBox="1"/>
          <p:nvPr/>
        </p:nvSpPr>
        <p:spPr>
          <a:xfrm>
            <a:off x="658368" y="384048"/>
            <a:ext cx="4681090" cy="5232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marL="0" marR="0" lvl="0" indent="0" algn="l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 sz="2800" b="1">
                <a:solidFill>
                  <a:srgbClr val="18233A"/>
                </a:solidFill>
              </a:defRPr>
            </a:pPr>
            <a:r>
              <a:rPr lang="en-US" sz="2800" b="1" dirty="0">
                <a:solidFill>
                  <a:srgbClr val="F8F9FC"/>
                </a:solidFill>
                <a:latin typeface="+mj-ea"/>
                <a:ea typeface="+mj-ea"/>
              </a:rPr>
              <a:t>2</a:t>
            </a:r>
            <a:r>
              <a:rPr kumimoji="0" sz="2800" b="1" i="0" u="none" strike="noStrike" kern="1200" cap="none" spc="0" normalizeH="0" baseline="0" noProof="0" dirty="0">
                <a:ln>
                  <a:noFill/>
                </a:ln>
                <a:solidFill>
                  <a:srgbClr val="F8F9FC"/>
                </a:solidFill>
                <a:effectLst/>
                <a:uLnTx/>
                <a:uFillTx/>
                <a:latin typeface="+mj-ea"/>
                <a:ea typeface="+mj-ea"/>
                <a:cs typeface="+mn-cs"/>
              </a:rPr>
              <a:t>. </a:t>
            </a:r>
            <a:r>
              <a:rPr lang="ko-KR" altLang="en-US" sz="2800" b="1" dirty="0">
                <a:solidFill>
                  <a:srgbClr val="F8F9FC"/>
                </a:solidFill>
                <a:latin typeface="+mj-ea"/>
                <a:ea typeface="+mj-ea"/>
              </a:rPr>
              <a:t>탐구 과정</a:t>
            </a:r>
            <a:r>
              <a:rPr lang="en-US" altLang="ko-KR" sz="2800" b="1" dirty="0">
                <a:solidFill>
                  <a:srgbClr val="F8F9FC"/>
                </a:solidFill>
                <a:latin typeface="+mj-ea"/>
                <a:ea typeface="+mj-ea"/>
              </a:rPr>
              <a:t>-1) </a:t>
            </a:r>
            <a:r>
              <a:rPr lang="ko-KR" altLang="en-US" sz="2800" b="1" dirty="0">
                <a:solidFill>
                  <a:srgbClr val="F8F9FC"/>
                </a:solidFill>
                <a:latin typeface="+mj-ea"/>
                <a:ea typeface="+mj-ea"/>
              </a:rPr>
              <a:t>데이터 생성</a:t>
            </a:r>
            <a:endParaRPr kumimoji="0" sz="2800" b="1" i="0" u="none" strike="noStrike" kern="1200" cap="none" spc="0" normalizeH="0" baseline="0" noProof="0" dirty="0">
              <a:ln>
                <a:noFill/>
              </a:ln>
              <a:solidFill>
                <a:srgbClr val="F8F9FC"/>
              </a:solidFill>
              <a:effectLst/>
              <a:uLnTx/>
              <a:uFillTx/>
              <a:latin typeface="+mj-ea"/>
              <a:ea typeface="+mj-ea"/>
              <a:cs typeface="+mn-cs"/>
            </a:endParaRP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99B998AC-C1C4-4F15-5F44-DE29A93AE839}"/>
              </a:ext>
            </a:extLst>
          </p:cNvPr>
          <p:cNvSpPr txBox="1"/>
          <p:nvPr/>
        </p:nvSpPr>
        <p:spPr>
          <a:xfrm>
            <a:off x="676656" y="987552"/>
            <a:ext cx="3932487" cy="284693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marL="0" marR="0" lvl="0" indent="0" algn="l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 sz="1250">
                <a:solidFill>
                  <a:srgbClr val="5C6574"/>
                </a:solidFill>
              </a:defRPr>
            </a:pPr>
            <a:r>
              <a:rPr kumimoji="0" lang="ko-KR" altLang="en-US" sz="1250" b="0" i="0" u="none" strike="noStrike" kern="1200" cap="none" spc="0" normalizeH="0" baseline="0" noProof="0" dirty="0" err="1">
                <a:ln>
                  <a:noFill/>
                </a:ln>
                <a:solidFill>
                  <a:srgbClr val="F8F9FC"/>
                </a:solidFill>
                <a:effectLst/>
                <a:uLnTx/>
                <a:uFillTx/>
                <a:latin typeface="Calibri"/>
                <a:ea typeface="+mn-ea"/>
                <a:cs typeface="+mn-cs"/>
              </a:rPr>
              <a:t>랜덤한</a:t>
            </a:r>
            <a:r>
              <a:rPr kumimoji="0" lang="ko-KR" altLang="en-US" sz="1250" b="0" i="0" u="none" strike="noStrike" kern="1200" cap="none" spc="0" normalizeH="0" baseline="0" noProof="0" dirty="0">
                <a:ln>
                  <a:noFill/>
                </a:ln>
                <a:solidFill>
                  <a:srgbClr val="F8F9FC"/>
                </a:solidFill>
                <a:effectLst/>
                <a:uLnTx/>
                <a:uFillTx/>
                <a:latin typeface="Calibri"/>
                <a:ea typeface="+mn-ea"/>
                <a:cs typeface="+mn-cs"/>
              </a:rPr>
              <a:t> 위치와 전하량을 지닌 전하 데이터를 생성한다</a:t>
            </a:r>
            <a:endParaRPr kumimoji="0" sz="1250" b="0" i="0" u="none" strike="noStrike" kern="1200" cap="none" spc="0" normalizeH="0" baseline="0" noProof="0" dirty="0">
              <a:ln>
                <a:noFill/>
              </a:ln>
              <a:solidFill>
                <a:srgbClr val="F8F9FC"/>
              </a:solidFill>
              <a:effectLst/>
              <a:uLnTx/>
              <a:uFillTx/>
              <a:latin typeface="Calibri"/>
              <a:ea typeface="+mn-ea"/>
              <a:cs typeface="+mn-cs"/>
            </a:endParaRPr>
          </a:p>
        </p:txBody>
      </p:sp>
      <p:sp>
        <p:nvSpPr>
          <p:cNvPr id="6" name="Rectangle 5">
            <a:extLst>
              <a:ext uri="{FF2B5EF4-FFF2-40B4-BE49-F238E27FC236}">
                <a16:creationId xmlns:a16="http://schemas.microsoft.com/office/drawing/2014/main" id="{012DE99E-B3BF-88B4-C1B8-5F8B4F05E524}"/>
              </a:ext>
            </a:extLst>
          </p:cNvPr>
          <p:cNvSpPr/>
          <p:nvPr/>
        </p:nvSpPr>
        <p:spPr>
          <a:xfrm>
            <a:off x="676656" y="1353312"/>
            <a:ext cx="566928" cy="41148"/>
          </a:xfrm>
          <a:prstGeom prst="rect">
            <a:avLst/>
          </a:prstGeom>
          <a:solidFill>
            <a:srgbClr val="315EB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Calibri"/>
              <a:ea typeface="+mn-ea"/>
              <a:cs typeface="+mn-cs"/>
            </a:endParaRPr>
          </a:p>
        </p:txBody>
      </p:sp>
      <mc:AlternateContent xmlns:mc="http://schemas.openxmlformats.org/markup-compatibility/2006">
        <mc:Choice xmlns:am3d="http://schemas.microsoft.com/office/drawing/2017/model3d" Requires="am3d">
          <p:graphicFrame>
            <p:nvGraphicFramePr>
              <p:cNvPr id="17" name="3D 모델 16">
                <a:extLst>
                  <a:ext uri="{FF2B5EF4-FFF2-40B4-BE49-F238E27FC236}">
                    <a16:creationId xmlns:a16="http://schemas.microsoft.com/office/drawing/2014/main" id="{72E3BAE6-43C6-888A-0390-6A853A23E1FE}"/>
                  </a:ext>
                </a:extLst>
              </p:cNvPr>
              <p:cNvGraphicFramePr>
                <a:graphicFrameLocks noChangeAspect="1"/>
              </p:cNvGraphicFramePr>
              <p:nvPr>
                <p:extLst>
                  <p:ext uri="{D42A27DB-BD31-4B8C-83A1-F6EECF244321}">
                    <p14:modId xmlns:p14="http://schemas.microsoft.com/office/powerpoint/2010/main" val="2277971485"/>
                  </p:ext>
                </p:extLst>
              </p:nvPr>
            </p:nvGraphicFramePr>
            <p:xfrm>
              <a:off x="3400185" y="1632777"/>
              <a:ext cx="5391625" cy="4062634"/>
            </p:xfrm>
            <a:graphic>
              <a:graphicData uri="http://schemas.microsoft.com/office/drawing/2017/model3d">
                <am3d:model3d r:embed="rId2">
                  <am3d:spPr>
                    <a:xfrm>
                      <a:off x="0" y="0"/>
                      <a:ext cx="5391625" cy="4062634"/>
                    </a:xfrm>
                    <a:prstGeom prst="rect">
                      <a:avLst/>
                    </a:prstGeom>
                  </am3d:spPr>
                  <am3d:camera>
                    <am3d:pos x="0" y="0" z="81298810"/>
                    <am3d:up dx="0" dy="36000000" dz="0"/>
                    <am3d:lookAt x="0" y="0" z="0"/>
                    <am3d:perspective fov="2700000"/>
                  </am3d:camera>
                  <am3d:trans>
                    <am3d:meterPerModelUnit n="153134" d="1000000"/>
                    <am3d:preTrans dx="-1171956" dy="-1196886" dz="1117802"/>
                    <am3d:scale>
                      <am3d:sx n="1000000" d="1000000"/>
                      <am3d:sy n="1000000" d="1000000"/>
                      <am3d:sz n="1000000" d="1000000"/>
                    </am3d:scale>
                    <am3d:rot ax="1428000" ay="2226000" az="858000"/>
                    <am3d:postTrans dx="0" dy="0" dz="0"/>
                  </am3d:trans>
                  <am3d:raster rName="Office3DRenderer" rVer="16.0.8326">
                    <am3d:blip r:embed="rId3"/>
                  </am3d:raster>
                  <am3d:objViewport viewportSz="7542645"/>
                  <am3d:ambientLight>
                    <am3d:clr>
                      <a:scrgbClr r="50000" g="50000" b="50000"/>
                    </am3d:clr>
                    <am3d:illuminance n="500000" d="1000000"/>
                  </am3d:ambientLight>
                  <am3d:ptLight rad="0">
                    <am3d:clr>
                      <a:scrgbClr r="100000" g="75000" b="50000"/>
                    </am3d:clr>
                    <am3d:intensity n="9765625" d="1000000"/>
                    <am3d:pos x="21959998" y="70920001" z="16344003"/>
                  </am3d:ptLight>
                  <am3d:ptLight rad="0">
                    <am3d:clr>
                      <a:scrgbClr r="40000" g="60000" b="95000"/>
                    </am3d:clr>
                    <am3d:intensity n="12250000" d="1000000"/>
                    <am3d:pos x="-37964106" y="51130435" z="57631972"/>
                  </am3d:ptLight>
                  <am3d:ptLight rad="0">
                    <am3d:clr>
                      <a:scrgbClr r="86837" g="72700" b="100000"/>
                    </am3d:clr>
                    <am3d:intensity n="3125000" d="1000000"/>
                    <am3d:pos x="-37739122" y="58056624" z="-34769649"/>
                  </am3d:ptLight>
                </am3d:model3d>
              </a:graphicData>
            </a:graphic>
          </p:graphicFrame>
        </mc:Choice>
        <mc:Fallback>
          <p:pic>
            <p:nvPicPr>
              <p:cNvPr id="17" name="3D 모델 16">
                <a:extLst>
                  <a:ext uri="{FF2B5EF4-FFF2-40B4-BE49-F238E27FC236}">
                    <a16:creationId xmlns:a16="http://schemas.microsoft.com/office/drawing/2014/main" id="{72E3BAE6-43C6-888A-0390-6A853A23E1FE}"/>
                  </a:ext>
                </a:extLst>
              </p:cNvPr>
              <p:cNvPicPr>
                <a:picLocks noGrp="1" noRot="1" noChangeAspect="1" noMove="1" noResize="1" noEditPoints="1" noAdjustHandles="1" noChangeArrowheads="1" noChangeShapeType="1" noCrop="1"/>
              </p:cNvPicPr>
              <p:nvPr/>
            </p:nvPicPr>
            <p:blipFill>
              <a:blip r:embed="rId3"/>
              <a:stretch>
                <a:fillRect/>
              </a:stretch>
            </p:blipFill>
            <p:spPr>
              <a:xfrm>
                <a:off x="3400185" y="1632777"/>
                <a:ext cx="5391625" cy="4062634"/>
              </a:xfrm>
              <a:prstGeom prst="rect">
                <a:avLst/>
              </a:prstGeom>
            </p:spPr>
          </p:pic>
        </mc:Fallback>
      </mc:AlternateContent>
    </p:spTree>
    <p:extLst>
      <p:ext uri="{BB962C8B-B14F-4D97-AF65-F5344CB8AC3E}">
        <p14:creationId xmlns:p14="http://schemas.microsoft.com/office/powerpoint/2010/main" val="2457950496"/>
      </p:ext>
    </p:extLst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tx1">
            <a:lumMod val="85000"/>
            <a:lumOff val="15000"/>
          </a:schemeClr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DAB1329D-0646-63B1-A53C-8FB98B122E1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mc:AlternateContent xmlns:mc="http://schemas.openxmlformats.org/markup-compatibility/2006">
        <mc:Choice xmlns:am3d="http://schemas.microsoft.com/office/drawing/2017/model3d" Requires="am3d">
          <p:graphicFrame>
            <p:nvGraphicFramePr>
              <p:cNvPr id="2" name="3D 모델 1">
                <a:extLst>
                  <a:ext uri="{FF2B5EF4-FFF2-40B4-BE49-F238E27FC236}">
                    <a16:creationId xmlns:a16="http://schemas.microsoft.com/office/drawing/2014/main" id="{7DC12200-6C6F-D332-D209-14C541842302}"/>
                  </a:ext>
                </a:extLst>
              </p:cNvPr>
              <p:cNvGraphicFramePr>
                <a:graphicFrameLocks noChangeAspect="1"/>
              </p:cNvGraphicFramePr>
              <p:nvPr>
                <p:extLst>
                  <p:ext uri="{D42A27DB-BD31-4B8C-83A1-F6EECF244321}">
                    <p14:modId xmlns:p14="http://schemas.microsoft.com/office/powerpoint/2010/main" val="1870444406"/>
                  </p:ext>
                </p:extLst>
              </p:nvPr>
            </p:nvGraphicFramePr>
            <p:xfrm>
              <a:off x="3375814" y="1614563"/>
              <a:ext cx="5440362" cy="4099395"/>
            </p:xfrm>
            <a:graphic>
              <a:graphicData uri="http://schemas.microsoft.com/office/drawing/2017/model3d">
                <am3d:model3d r:embed="rId2">
                  <am3d:spPr>
                    <a:xfrm>
                      <a:off x="0" y="0"/>
                      <a:ext cx="5440362" cy="4099395"/>
                    </a:xfrm>
                    <a:prstGeom prst="rect">
                      <a:avLst/>
                    </a:prstGeom>
                  </am3d:spPr>
                  <am3d:camera>
                    <am3d:pos x="0" y="0" z="81298810"/>
                    <am3d:up dx="0" dy="36000000" dz="0"/>
                    <am3d:lookAt x="0" y="0" z="0"/>
                    <am3d:perspective fov="2700000"/>
                  </am3d:camera>
                  <am3d:trans>
                    <am3d:meterPerModelUnit n="153134" d="1000000"/>
                    <am3d:preTrans dx="-1171956" dy="-1196886" dz="1117802"/>
                    <am3d:scale>
                      <am3d:sx n="1000000" d="1000000"/>
                      <am3d:sy n="1000000" d="1000000"/>
                      <am3d:sz n="1000000" d="1000000"/>
                    </am3d:scale>
                    <am3d:rot ax="1426136" ay="2224263" az="855193"/>
                    <am3d:postTrans dx="0" dy="0" dz="0"/>
                  </am3d:trans>
                  <am3d:raster rName="Office3DRenderer" rVer="16.0.8326">
                    <am3d:blip r:embed="rId3"/>
                  </am3d:raster>
                  <am3d:objViewport viewportSz="7610458"/>
                  <am3d:ambientLight>
                    <am3d:clr>
                      <a:scrgbClr r="50000" g="50000" b="50000"/>
                    </am3d:clr>
                    <am3d:illuminance n="500000" d="1000000"/>
                  </am3d:ambientLight>
                  <am3d:ptLight rad="0">
                    <am3d:clr>
                      <a:scrgbClr r="100000" g="75000" b="50000"/>
                    </am3d:clr>
                    <am3d:intensity n="9765625" d="1000000"/>
                    <am3d:pos x="21959998" y="70920001" z="16344003"/>
                  </am3d:ptLight>
                  <am3d:ptLight rad="0">
                    <am3d:clr>
                      <a:scrgbClr r="40000" g="60000" b="95000"/>
                    </am3d:clr>
                    <am3d:intensity n="12250000" d="1000000"/>
                    <am3d:pos x="-37964106" y="51130435" z="57631972"/>
                  </am3d:ptLight>
                  <am3d:ptLight rad="0">
                    <am3d:clr>
                      <a:scrgbClr r="86837" g="72700" b="100000"/>
                    </am3d:clr>
                    <am3d:intensity n="3125000" d="1000000"/>
                    <am3d:pos x="-37739122" y="58056624" z="-34769649"/>
                  </am3d:ptLight>
                </am3d:model3d>
              </a:graphicData>
            </a:graphic>
          </p:graphicFrame>
        </mc:Choice>
        <mc:Fallback>
          <p:pic>
            <p:nvPicPr>
              <p:cNvPr id="2" name="3D 모델 1">
                <a:extLst>
                  <a:ext uri="{FF2B5EF4-FFF2-40B4-BE49-F238E27FC236}">
                    <a16:creationId xmlns:a16="http://schemas.microsoft.com/office/drawing/2014/main" id="{7DC12200-6C6F-D332-D209-14C541842302}"/>
                  </a:ext>
                </a:extLst>
              </p:cNvPr>
              <p:cNvPicPr>
                <a:picLocks noGrp="1" noRot="1" noChangeAspect="1" noMove="1" noResize="1" noEditPoints="1" noAdjustHandles="1" noChangeArrowheads="1" noChangeShapeType="1" noCrop="1"/>
              </p:cNvPicPr>
              <p:nvPr/>
            </p:nvPicPr>
            <p:blipFill>
              <a:blip r:embed="rId3"/>
              <a:stretch>
                <a:fillRect/>
              </a:stretch>
            </p:blipFill>
            <p:spPr>
              <a:xfrm>
                <a:off x="3375814" y="1614563"/>
                <a:ext cx="5440362" cy="4099395"/>
              </a:xfrm>
              <a:prstGeom prst="rect">
                <a:avLst/>
              </a:prstGeom>
            </p:spPr>
          </p:pic>
        </mc:Fallback>
      </mc:AlternateContent>
      <p:sp>
        <p:nvSpPr>
          <p:cNvPr id="6" name="Rectangle 5">
            <a:extLst>
              <a:ext uri="{FF2B5EF4-FFF2-40B4-BE49-F238E27FC236}">
                <a16:creationId xmlns:a16="http://schemas.microsoft.com/office/drawing/2014/main" id="{E7909E15-DD4D-99F8-7038-64061AFCBA28}"/>
              </a:ext>
            </a:extLst>
          </p:cNvPr>
          <p:cNvSpPr/>
          <p:nvPr/>
        </p:nvSpPr>
        <p:spPr>
          <a:xfrm>
            <a:off x="676656" y="1353312"/>
            <a:ext cx="566928" cy="41148"/>
          </a:xfrm>
          <a:prstGeom prst="rect">
            <a:avLst/>
          </a:prstGeom>
          <a:solidFill>
            <a:srgbClr val="315EB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Calibri"/>
              <a:ea typeface="+mn-ea"/>
              <a:cs typeface="+mn-cs"/>
            </a:endParaRPr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3A2E4316-8938-D60F-16F0-AFE3967893CD}"/>
              </a:ext>
            </a:extLst>
          </p:cNvPr>
          <p:cNvSpPr txBox="1"/>
          <p:nvPr/>
        </p:nvSpPr>
        <p:spPr>
          <a:xfrm>
            <a:off x="658368" y="384048"/>
            <a:ext cx="4681090" cy="5232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marL="0" marR="0" lvl="0" indent="0" algn="l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 sz="2800" b="1">
                <a:solidFill>
                  <a:srgbClr val="18233A"/>
                </a:solidFill>
              </a:defRPr>
            </a:pPr>
            <a:r>
              <a:rPr lang="en-US" sz="2800" b="1" dirty="0">
                <a:solidFill>
                  <a:srgbClr val="F8F9FC"/>
                </a:solidFill>
                <a:latin typeface="+mj-ea"/>
                <a:ea typeface="+mj-ea"/>
              </a:rPr>
              <a:t>2</a:t>
            </a:r>
            <a:r>
              <a:rPr kumimoji="0" sz="2800" b="1" i="0" u="none" strike="noStrike" kern="1200" cap="none" spc="0" normalizeH="0" baseline="0" noProof="0" dirty="0">
                <a:ln>
                  <a:noFill/>
                </a:ln>
                <a:solidFill>
                  <a:srgbClr val="F8F9FC"/>
                </a:solidFill>
                <a:effectLst/>
                <a:uLnTx/>
                <a:uFillTx/>
                <a:latin typeface="+mj-ea"/>
                <a:ea typeface="+mj-ea"/>
                <a:cs typeface="+mn-cs"/>
              </a:rPr>
              <a:t>. </a:t>
            </a:r>
            <a:r>
              <a:rPr lang="ko-KR" altLang="en-US" sz="2800" b="1" dirty="0">
                <a:solidFill>
                  <a:srgbClr val="F8F9FC"/>
                </a:solidFill>
                <a:latin typeface="+mj-ea"/>
                <a:ea typeface="+mj-ea"/>
              </a:rPr>
              <a:t>탐구 과정</a:t>
            </a:r>
            <a:r>
              <a:rPr lang="en-US" altLang="ko-KR" sz="2800" b="1" dirty="0">
                <a:solidFill>
                  <a:srgbClr val="F8F9FC"/>
                </a:solidFill>
                <a:latin typeface="+mj-ea"/>
                <a:ea typeface="+mj-ea"/>
              </a:rPr>
              <a:t>-1) </a:t>
            </a:r>
            <a:r>
              <a:rPr lang="ko-KR" altLang="en-US" sz="2800" b="1" dirty="0">
                <a:solidFill>
                  <a:srgbClr val="F8F9FC"/>
                </a:solidFill>
                <a:latin typeface="+mj-ea"/>
                <a:ea typeface="+mj-ea"/>
              </a:rPr>
              <a:t>데이터 생성</a:t>
            </a:r>
            <a:endParaRPr kumimoji="0" sz="2800" b="1" i="0" u="none" strike="noStrike" kern="1200" cap="none" spc="0" normalizeH="0" baseline="0" noProof="0" dirty="0">
              <a:ln>
                <a:noFill/>
              </a:ln>
              <a:solidFill>
                <a:srgbClr val="F8F9FC"/>
              </a:solidFill>
              <a:effectLst/>
              <a:uLnTx/>
              <a:uFillTx/>
              <a:latin typeface="+mj-ea"/>
              <a:ea typeface="+mj-ea"/>
              <a:cs typeface="+mn-cs"/>
            </a:endParaRPr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D248CEAB-98F6-0E33-44E5-E42970E1079F}"/>
              </a:ext>
            </a:extLst>
          </p:cNvPr>
          <p:cNvSpPr txBox="1"/>
          <p:nvPr/>
        </p:nvSpPr>
        <p:spPr>
          <a:xfrm>
            <a:off x="676656" y="987552"/>
            <a:ext cx="3932487" cy="284693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marL="0" marR="0" lvl="0" indent="0" algn="l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 sz="1250">
                <a:solidFill>
                  <a:srgbClr val="5C6574"/>
                </a:solidFill>
              </a:defRPr>
            </a:pPr>
            <a:r>
              <a:rPr kumimoji="0" lang="ko-KR" altLang="en-US" sz="1250" b="0" i="0" u="none" strike="noStrike" kern="1200" cap="none" spc="0" normalizeH="0" baseline="0" noProof="0" dirty="0" err="1">
                <a:ln>
                  <a:noFill/>
                </a:ln>
                <a:solidFill>
                  <a:srgbClr val="F8F9FC"/>
                </a:solidFill>
                <a:effectLst/>
                <a:uLnTx/>
                <a:uFillTx/>
                <a:latin typeface="Calibri"/>
                <a:ea typeface="+mn-ea"/>
                <a:cs typeface="+mn-cs"/>
              </a:rPr>
              <a:t>랜덤한</a:t>
            </a:r>
            <a:r>
              <a:rPr kumimoji="0" lang="ko-KR" altLang="en-US" sz="1250" b="0" i="0" u="none" strike="noStrike" kern="1200" cap="none" spc="0" normalizeH="0" baseline="0" noProof="0" dirty="0">
                <a:ln>
                  <a:noFill/>
                </a:ln>
                <a:solidFill>
                  <a:srgbClr val="F8F9FC"/>
                </a:solidFill>
                <a:effectLst/>
                <a:uLnTx/>
                <a:uFillTx/>
                <a:latin typeface="Calibri"/>
                <a:ea typeface="+mn-ea"/>
                <a:cs typeface="+mn-cs"/>
              </a:rPr>
              <a:t> 위치와 전하량을 지닌 전하 데이터를 생성한다</a:t>
            </a:r>
            <a:endParaRPr kumimoji="0" sz="1250" b="0" i="0" u="none" strike="noStrike" kern="1200" cap="none" spc="0" normalizeH="0" baseline="0" noProof="0" dirty="0">
              <a:ln>
                <a:noFill/>
              </a:ln>
              <a:solidFill>
                <a:srgbClr val="F8F9FC"/>
              </a:solidFill>
              <a:effectLst/>
              <a:uLnTx/>
              <a:uFillTx/>
              <a:latin typeface="Calibri"/>
              <a:ea typeface="+mn-ea"/>
              <a:cs typeface="+mn-cs"/>
            </a:endParaRPr>
          </a:p>
        </p:txBody>
      </p:sp>
    </p:spTree>
    <p:extLst>
      <p:ext uri="{BB962C8B-B14F-4D97-AF65-F5344CB8AC3E}">
        <p14:creationId xmlns:p14="http://schemas.microsoft.com/office/powerpoint/2010/main" val="2627167460"/>
      </p:ext>
    </p:extLst>
  </p:cSld>
  <p:clrMapOvr>
    <a:masterClrMapping/>
  </p:clrMapOvr>
  <mc:AlternateContent xmlns:mc="http://schemas.openxmlformats.org/markup-compatibility/2006">
    <mc:Choice xmlns:p14="http://schemas.microsoft.com/office/powerpoint/2010/main" Requires="p14">
      <p:transition spd="med" p14:dur="700">
        <p:fade/>
      </p:transition>
    </mc:Choice>
    <mc:Fallback>
      <p:transition spd="med">
        <p:fade/>
      </p:transition>
    </mc:Fallback>
  </mc:AlternateContent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8F9FC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Box 2"/>
          <p:cNvSpPr txBox="1"/>
          <p:nvPr/>
        </p:nvSpPr>
        <p:spPr>
          <a:xfrm>
            <a:off x="658368" y="384048"/>
            <a:ext cx="5929828" cy="5232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marL="0" marR="0" lvl="0" indent="0" algn="l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 sz="2800" b="1">
                <a:solidFill>
                  <a:srgbClr val="18233A"/>
                </a:solidFill>
              </a:defRPr>
            </a:pPr>
            <a:r>
              <a:rPr lang="en-US" sz="2800" b="1" dirty="0">
                <a:solidFill>
                  <a:srgbClr val="18233A"/>
                </a:solidFill>
                <a:latin typeface="+mj-ea"/>
                <a:ea typeface="+mj-ea"/>
              </a:rPr>
              <a:t>2</a:t>
            </a:r>
            <a:r>
              <a:rPr kumimoji="0" sz="2800" b="1" i="0" u="none" strike="noStrike" kern="1200" cap="none" spc="0" normalizeH="0" baseline="0" noProof="0" dirty="0">
                <a:ln>
                  <a:noFill/>
                </a:ln>
                <a:solidFill>
                  <a:srgbClr val="18233A"/>
                </a:solidFill>
                <a:effectLst/>
                <a:uLnTx/>
                <a:uFillTx/>
                <a:latin typeface="+mj-ea"/>
                <a:ea typeface="+mj-ea"/>
                <a:cs typeface="+mn-cs"/>
              </a:rPr>
              <a:t>. </a:t>
            </a:r>
            <a:r>
              <a:rPr lang="ko-KR" altLang="en-US" sz="2800" b="1" dirty="0">
                <a:solidFill>
                  <a:srgbClr val="18233A"/>
                </a:solidFill>
                <a:latin typeface="+mj-ea"/>
                <a:ea typeface="+mj-ea"/>
              </a:rPr>
              <a:t>탐구 과정</a:t>
            </a:r>
            <a:r>
              <a:rPr lang="en-US" altLang="ko-KR" sz="2800" b="1" dirty="0">
                <a:solidFill>
                  <a:srgbClr val="18233A"/>
                </a:solidFill>
                <a:latin typeface="+mj-ea"/>
                <a:ea typeface="+mj-ea"/>
              </a:rPr>
              <a:t>-2) </a:t>
            </a:r>
            <a:r>
              <a:rPr kumimoji="0" sz="2800" b="1" i="0" u="none" strike="noStrike" kern="1200" cap="none" spc="0" normalizeH="0" baseline="0" noProof="0" dirty="0">
                <a:ln>
                  <a:noFill/>
                </a:ln>
                <a:solidFill>
                  <a:srgbClr val="18233A"/>
                </a:solidFill>
                <a:effectLst/>
                <a:uLnTx/>
                <a:uFillTx/>
                <a:latin typeface="+mj-ea"/>
                <a:ea typeface="+mj-ea"/>
                <a:cs typeface="+mn-cs"/>
              </a:rPr>
              <a:t>AI </a:t>
            </a:r>
            <a:r>
              <a:rPr kumimoji="0" sz="2800" b="1" i="0" u="none" strike="noStrike" kern="1200" cap="none" spc="0" normalizeH="0" baseline="0" noProof="0" dirty="0" err="1">
                <a:ln>
                  <a:noFill/>
                </a:ln>
                <a:solidFill>
                  <a:srgbClr val="18233A"/>
                </a:solidFill>
                <a:effectLst/>
                <a:uLnTx/>
                <a:uFillTx/>
                <a:latin typeface="+mj-ea"/>
                <a:ea typeface="+mj-ea"/>
                <a:cs typeface="+mn-cs"/>
              </a:rPr>
              <a:t>모델과</a:t>
            </a:r>
            <a:r>
              <a:rPr kumimoji="0" sz="2800" b="1" i="0" u="none" strike="noStrike" kern="1200" cap="none" spc="0" normalizeH="0" baseline="0" noProof="0" dirty="0">
                <a:ln>
                  <a:noFill/>
                </a:ln>
                <a:solidFill>
                  <a:srgbClr val="18233A"/>
                </a:solidFill>
                <a:effectLst/>
                <a:uLnTx/>
                <a:uFillTx/>
                <a:latin typeface="+mj-ea"/>
                <a:ea typeface="+mj-ea"/>
                <a:cs typeface="+mn-cs"/>
              </a:rPr>
              <a:t> </a:t>
            </a:r>
            <a:r>
              <a:rPr kumimoji="0" sz="2800" b="1" i="0" u="none" strike="noStrike" kern="1200" cap="none" spc="0" normalizeH="0" baseline="0" noProof="0" dirty="0" err="1">
                <a:ln>
                  <a:noFill/>
                </a:ln>
                <a:solidFill>
                  <a:srgbClr val="18233A"/>
                </a:solidFill>
                <a:effectLst/>
                <a:uLnTx/>
                <a:uFillTx/>
                <a:latin typeface="+mj-ea"/>
                <a:ea typeface="+mj-ea"/>
                <a:cs typeface="+mn-cs"/>
              </a:rPr>
              <a:t>학습</a:t>
            </a:r>
            <a:r>
              <a:rPr kumimoji="0" sz="2800" b="1" i="0" u="none" strike="noStrike" kern="1200" cap="none" spc="0" normalizeH="0" baseline="0" noProof="0" dirty="0">
                <a:ln>
                  <a:noFill/>
                </a:ln>
                <a:solidFill>
                  <a:srgbClr val="18233A"/>
                </a:solidFill>
                <a:effectLst/>
                <a:uLnTx/>
                <a:uFillTx/>
                <a:latin typeface="+mj-ea"/>
                <a:ea typeface="+mj-ea"/>
                <a:cs typeface="+mn-cs"/>
              </a:rPr>
              <a:t> </a:t>
            </a:r>
            <a:r>
              <a:rPr kumimoji="0" sz="2800" b="1" i="0" u="none" strike="noStrike" kern="1200" cap="none" spc="0" normalizeH="0" baseline="0" noProof="0" dirty="0" err="1">
                <a:ln>
                  <a:noFill/>
                </a:ln>
                <a:solidFill>
                  <a:srgbClr val="18233A"/>
                </a:solidFill>
                <a:effectLst/>
                <a:uLnTx/>
                <a:uFillTx/>
                <a:latin typeface="+mj-ea"/>
                <a:ea typeface="+mj-ea"/>
                <a:cs typeface="+mn-cs"/>
              </a:rPr>
              <a:t>전략</a:t>
            </a:r>
            <a:endParaRPr kumimoji="0" sz="2800" b="1" i="0" u="none" strike="noStrike" kern="1200" cap="none" spc="0" normalizeH="0" baseline="0" noProof="0" dirty="0">
              <a:ln>
                <a:noFill/>
              </a:ln>
              <a:solidFill>
                <a:srgbClr val="18233A"/>
              </a:solidFill>
              <a:effectLst/>
              <a:uLnTx/>
              <a:uFillTx/>
              <a:latin typeface="+mj-ea"/>
              <a:ea typeface="+mj-ea"/>
              <a:cs typeface="+mn-cs"/>
            </a:endParaRPr>
          </a:p>
        </p:txBody>
      </p:sp>
      <p:sp>
        <p:nvSpPr>
          <p:cNvPr id="4" name="TextBox 3"/>
          <p:cNvSpPr txBox="1"/>
          <p:nvPr/>
        </p:nvSpPr>
        <p:spPr>
          <a:xfrm>
            <a:off x="676656" y="987552"/>
            <a:ext cx="10607040" cy="38404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marL="0" marR="0" lvl="0" indent="0" algn="l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 sz="1250">
                <a:solidFill>
                  <a:srgbClr val="5C6574"/>
                </a:solidFill>
              </a:defRPr>
            </a:pPr>
            <a:r>
              <a:rPr kumimoji="0" sz="1250" b="0" i="0" u="none" strike="noStrike" kern="1200" cap="none" spc="0" normalizeH="0" baseline="0" noProof="0" dirty="0" err="1">
                <a:ln>
                  <a:noFill/>
                </a:ln>
                <a:solidFill>
                  <a:srgbClr val="5C6574"/>
                </a:solidFill>
                <a:effectLst/>
                <a:uLnTx/>
                <a:uFillTx/>
                <a:latin typeface="Calibri"/>
                <a:ea typeface="+mn-ea"/>
                <a:cs typeface="+mn-cs"/>
              </a:rPr>
              <a:t>관측</a:t>
            </a:r>
            <a:r>
              <a:rPr kumimoji="0" sz="1250" b="0" i="0" u="none" strike="noStrike" kern="1200" cap="none" spc="0" normalizeH="0" baseline="0" noProof="0" dirty="0">
                <a:ln>
                  <a:noFill/>
                </a:ln>
                <a:solidFill>
                  <a:srgbClr val="5C6574"/>
                </a:solidFill>
                <a:effectLst/>
                <a:uLnTx/>
                <a:uFillTx/>
                <a:latin typeface="Calibri"/>
                <a:ea typeface="+mn-ea"/>
                <a:cs typeface="+mn-cs"/>
              </a:rPr>
              <a:t> </a:t>
            </a:r>
            <a:r>
              <a:rPr kumimoji="0" sz="1250" b="0" i="0" u="none" strike="noStrike" kern="1200" cap="none" spc="0" normalizeH="0" baseline="0" noProof="0" dirty="0" err="1">
                <a:ln>
                  <a:noFill/>
                </a:ln>
                <a:solidFill>
                  <a:srgbClr val="5C6574"/>
                </a:solidFill>
                <a:effectLst/>
                <a:uLnTx/>
                <a:uFillTx/>
                <a:latin typeface="Calibri"/>
                <a:ea typeface="+mn-ea"/>
                <a:cs typeface="+mn-cs"/>
              </a:rPr>
              <a:t>격자의</a:t>
            </a:r>
            <a:r>
              <a:rPr kumimoji="0" sz="1250" b="0" i="0" u="none" strike="noStrike" kern="1200" cap="none" spc="0" normalizeH="0" baseline="0" noProof="0" dirty="0">
                <a:ln>
                  <a:noFill/>
                </a:ln>
                <a:solidFill>
                  <a:srgbClr val="5C6574"/>
                </a:solidFill>
                <a:effectLst/>
                <a:uLnTx/>
                <a:uFillTx/>
                <a:latin typeface="Calibri"/>
                <a:ea typeface="+mn-ea"/>
                <a:cs typeface="+mn-cs"/>
              </a:rPr>
              <a:t> </a:t>
            </a:r>
            <a:r>
              <a:rPr kumimoji="0" sz="1250" b="0" i="0" u="none" strike="noStrike" kern="1200" cap="none" spc="0" normalizeH="0" baseline="0" noProof="0" dirty="0" err="1">
                <a:ln>
                  <a:noFill/>
                </a:ln>
                <a:solidFill>
                  <a:srgbClr val="5C6574"/>
                </a:solidFill>
                <a:effectLst/>
                <a:uLnTx/>
                <a:uFillTx/>
                <a:latin typeface="Calibri"/>
                <a:ea typeface="+mn-ea"/>
                <a:cs typeface="+mn-cs"/>
              </a:rPr>
              <a:t>공간</a:t>
            </a:r>
            <a:r>
              <a:rPr kumimoji="0" sz="1250" b="0" i="0" u="none" strike="noStrike" kern="1200" cap="none" spc="0" normalizeH="0" baseline="0" noProof="0" dirty="0">
                <a:ln>
                  <a:noFill/>
                </a:ln>
                <a:solidFill>
                  <a:srgbClr val="5C6574"/>
                </a:solidFill>
                <a:effectLst/>
                <a:uLnTx/>
                <a:uFillTx/>
                <a:latin typeface="Calibri"/>
                <a:ea typeface="+mn-ea"/>
                <a:cs typeface="+mn-cs"/>
              </a:rPr>
              <a:t> </a:t>
            </a:r>
            <a:r>
              <a:rPr kumimoji="0" sz="1250" b="0" i="0" u="none" strike="noStrike" kern="1200" cap="none" spc="0" normalizeH="0" baseline="0" noProof="0" dirty="0" err="1">
                <a:ln>
                  <a:noFill/>
                </a:ln>
                <a:solidFill>
                  <a:srgbClr val="5C6574"/>
                </a:solidFill>
                <a:effectLst/>
                <a:uLnTx/>
                <a:uFillTx/>
                <a:latin typeface="Calibri"/>
                <a:ea typeface="+mn-ea"/>
                <a:cs typeface="+mn-cs"/>
              </a:rPr>
              <a:t>특징과</a:t>
            </a:r>
            <a:r>
              <a:rPr kumimoji="0" sz="1250" b="0" i="0" u="none" strike="noStrike" kern="1200" cap="none" spc="0" normalizeH="0" baseline="0" noProof="0" dirty="0">
                <a:ln>
                  <a:noFill/>
                </a:ln>
                <a:solidFill>
                  <a:srgbClr val="5C6574"/>
                </a:solidFill>
                <a:effectLst/>
                <a:uLnTx/>
                <a:uFillTx/>
                <a:latin typeface="Calibri"/>
                <a:ea typeface="+mn-ea"/>
                <a:cs typeface="+mn-cs"/>
              </a:rPr>
              <a:t> </a:t>
            </a:r>
            <a:r>
              <a:rPr kumimoji="0" lang="ko-KR" altLang="en-US" sz="1250" b="0" i="0" u="none" strike="noStrike" kern="1200" cap="none" spc="0" normalizeH="0" baseline="0" noProof="0" dirty="0">
                <a:ln>
                  <a:noFill/>
                </a:ln>
                <a:solidFill>
                  <a:srgbClr val="5C6574"/>
                </a:solidFill>
                <a:effectLst/>
                <a:uLnTx/>
                <a:uFillTx/>
                <a:latin typeface="Calibri"/>
                <a:ea typeface="+mn-ea"/>
                <a:cs typeface="+mn-cs"/>
              </a:rPr>
              <a:t>희소 </a:t>
            </a:r>
            <a:r>
              <a:rPr kumimoji="0" sz="1250" b="0" i="0" u="none" strike="noStrike" kern="1200" cap="none" spc="0" normalizeH="0" baseline="0" noProof="0" dirty="0" err="1">
                <a:ln>
                  <a:noFill/>
                </a:ln>
                <a:solidFill>
                  <a:srgbClr val="5C6574"/>
                </a:solidFill>
                <a:effectLst/>
                <a:uLnTx/>
                <a:uFillTx/>
                <a:latin typeface="Calibri"/>
                <a:ea typeface="+mn-ea"/>
                <a:cs typeface="+mn-cs"/>
              </a:rPr>
              <a:t>부호</a:t>
            </a:r>
            <a:r>
              <a:rPr kumimoji="0" sz="1250" b="0" i="0" u="none" strike="noStrike" kern="1200" cap="none" spc="0" normalizeH="0" baseline="0" noProof="0" dirty="0">
                <a:ln>
                  <a:noFill/>
                </a:ln>
                <a:solidFill>
                  <a:srgbClr val="5C6574"/>
                </a:solidFill>
                <a:effectLst/>
                <a:uLnTx/>
                <a:uFillTx/>
                <a:latin typeface="Calibri"/>
                <a:ea typeface="+mn-ea"/>
                <a:cs typeface="+mn-cs"/>
              </a:rPr>
              <a:t> </a:t>
            </a:r>
            <a:r>
              <a:rPr kumimoji="0" sz="1250" b="0" i="0" u="none" strike="noStrike" kern="1200" cap="none" spc="0" normalizeH="0" baseline="0" noProof="0" dirty="0" err="1">
                <a:ln>
                  <a:noFill/>
                </a:ln>
                <a:solidFill>
                  <a:srgbClr val="5C6574"/>
                </a:solidFill>
                <a:effectLst/>
                <a:uLnTx/>
                <a:uFillTx/>
                <a:latin typeface="Calibri"/>
                <a:ea typeface="+mn-ea"/>
                <a:cs typeface="+mn-cs"/>
              </a:rPr>
              <a:t>정보를</a:t>
            </a:r>
            <a:r>
              <a:rPr kumimoji="0" sz="1250" b="0" i="0" u="none" strike="noStrike" kern="1200" cap="none" spc="0" normalizeH="0" baseline="0" noProof="0" dirty="0">
                <a:ln>
                  <a:noFill/>
                </a:ln>
                <a:solidFill>
                  <a:srgbClr val="5C6574"/>
                </a:solidFill>
                <a:effectLst/>
                <a:uLnTx/>
                <a:uFillTx/>
                <a:latin typeface="Calibri"/>
                <a:ea typeface="+mn-ea"/>
                <a:cs typeface="+mn-cs"/>
              </a:rPr>
              <a:t> </a:t>
            </a:r>
            <a:r>
              <a:rPr kumimoji="0" sz="1250" b="0" i="0" u="none" strike="noStrike" kern="1200" cap="none" spc="0" normalizeH="0" baseline="0" noProof="0" dirty="0" err="1">
                <a:ln>
                  <a:noFill/>
                </a:ln>
                <a:solidFill>
                  <a:srgbClr val="5C6574"/>
                </a:solidFill>
                <a:effectLst/>
                <a:uLnTx/>
                <a:uFillTx/>
                <a:latin typeface="Calibri"/>
                <a:ea typeface="+mn-ea"/>
                <a:cs typeface="+mn-cs"/>
              </a:rPr>
              <a:t>결합해</a:t>
            </a:r>
            <a:r>
              <a:rPr kumimoji="0" sz="1250" b="0" i="0" u="none" strike="noStrike" kern="1200" cap="none" spc="0" normalizeH="0" baseline="0" noProof="0" dirty="0">
                <a:ln>
                  <a:noFill/>
                </a:ln>
                <a:solidFill>
                  <a:srgbClr val="5C6574"/>
                </a:solidFill>
                <a:effectLst/>
                <a:uLnTx/>
                <a:uFillTx/>
                <a:latin typeface="Calibri"/>
                <a:ea typeface="+mn-ea"/>
                <a:cs typeface="+mn-cs"/>
              </a:rPr>
              <a:t> </a:t>
            </a:r>
            <a:r>
              <a:rPr kumimoji="0" sz="1250" b="0" i="0" u="none" strike="noStrike" kern="1200" cap="none" spc="0" normalizeH="0" baseline="0" noProof="0" dirty="0" err="1">
                <a:ln>
                  <a:noFill/>
                </a:ln>
                <a:solidFill>
                  <a:srgbClr val="5C6574"/>
                </a:solidFill>
                <a:effectLst/>
                <a:uLnTx/>
                <a:uFillTx/>
                <a:latin typeface="Calibri"/>
                <a:ea typeface="+mn-ea"/>
                <a:cs typeface="+mn-cs"/>
              </a:rPr>
              <a:t>위치와</a:t>
            </a:r>
            <a:r>
              <a:rPr kumimoji="0" sz="1250" b="0" i="0" u="none" strike="noStrike" kern="1200" cap="none" spc="0" normalizeH="0" baseline="0" noProof="0" dirty="0">
                <a:ln>
                  <a:noFill/>
                </a:ln>
                <a:solidFill>
                  <a:srgbClr val="5C6574"/>
                </a:solidFill>
                <a:effectLst/>
                <a:uLnTx/>
                <a:uFillTx/>
                <a:latin typeface="Calibri"/>
                <a:ea typeface="+mn-ea"/>
                <a:cs typeface="+mn-cs"/>
              </a:rPr>
              <a:t> </a:t>
            </a:r>
            <a:r>
              <a:rPr kumimoji="0" sz="1250" b="0" i="0" u="none" strike="noStrike" kern="1200" cap="none" spc="0" normalizeH="0" baseline="0" noProof="0" dirty="0" err="1">
                <a:ln>
                  <a:noFill/>
                </a:ln>
                <a:solidFill>
                  <a:srgbClr val="5C6574"/>
                </a:solidFill>
                <a:effectLst/>
                <a:uLnTx/>
                <a:uFillTx/>
                <a:latin typeface="Calibri"/>
                <a:ea typeface="+mn-ea"/>
                <a:cs typeface="+mn-cs"/>
              </a:rPr>
              <a:t>전하량을</a:t>
            </a:r>
            <a:r>
              <a:rPr kumimoji="0" sz="1250" b="0" i="0" u="none" strike="noStrike" kern="1200" cap="none" spc="0" normalizeH="0" baseline="0" noProof="0" dirty="0">
                <a:ln>
                  <a:noFill/>
                </a:ln>
                <a:solidFill>
                  <a:srgbClr val="5C6574"/>
                </a:solidFill>
                <a:effectLst/>
                <a:uLnTx/>
                <a:uFillTx/>
                <a:latin typeface="Calibri"/>
                <a:ea typeface="+mn-ea"/>
                <a:cs typeface="+mn-cs"/>
              </a:rPr>
              <a:t> </a:t>
            </a:r>
            <a:r>
              <a:rPr kumimoji="0" sz="1250" b="0" i="0" u="none" strike="noStrike" kern="1200" cap="none" spc="0" normalizeH="0" baseline="0" noProof="0" dirty="0" err="1">
                <a:ln>
                  <a:noFill/>
                </a:ln>
                <a:solidFill>
                  <a:srgbClr val="5C6574"/>
                </a:solidFill>
                <a:effectLst/>
                <a:uLnTx/>
                <a:uFillTx/>
                <a:latin typeface="Calibri"/>
                <a:ea typeface="+mn-ea"/>
                <a:cs typeface="+mn-cs"/>
              </a:rPr>
              <a:t>동시에</a:t>
            </a:r>
            <a:r>
              <a:rPr kumimoji="0" sz="1250" b="0" i="0" u="none" strike="noStrike" kern="1200" cap="none" spc="0" normalizeH="0" baseline="0" noProof="0" dirty="0">
                <a:ln>
                  <a:noFill/>
                </a:ln>
                <a:solidFill>
                  <a:srgbClr val="5C6574"/>
                </a:solidFill>
                <a:effectLst/>
                <a:uLnTx/>
                <a:uFillTx/>
                <a:latin typeface="Calibri"/>
                <a:ea typeface="+mn-ea"/>
                <a:cs typeface="+mn-cs"/>
              </a:rPr>
              <a:t> </a:t>
            </a:r>
            <a:r>
              <a:rPr kumimoji="0" sz="1250" b="0" i="0" u="none" strike="noStrike" kern="1200" cap="none" spc="0" normalizeH="0" baseline="0" noProof="0" dirty="0" err="1">
                <a:ln>
                  <a:noFill/>
                </a:ln>
                <a:solidFill>
                  <a:srgbClr val="5C6574"/>
                </a:solidFill>
                <a:effectLst/>
                <a:uLnTx/>
                <a:uFillTx/>
                <a:latin typeface="Calibri"/>
                <a:ea typeface="+mn-ea"/>
                <a:cs typeface="+mn-cs"/>
              </a:rPr>
              <a:t>추정한다</a:t>
            </a:r>
            <a:r>
              <a:rPr kumimoji="0" sz="1250" b="0" i="0" u="none" strike="noStrike" kern="1200" cap="none" spc="0" normalizeH="0" baseline="0" noProof="0" dirty="0">
                <a:ln>
                  <a:noFill/>
                </a:ln>
                <a:solidFill>
                  <a:srgbClr val="5C6574"/>
                </a:solidFill>
                <a:effectLst/>
                <a:uLnTx/>
                <a:uFillTx/>
                <a:latin typeface="Calibri"/>
                <a:ea typeface="+mn-ea"/>
                <a:cs typeface="+mn-cs"/>
              </a:rPr>
              <a:t>.</a:t>
            </a:r>
          </a:p>
        </p:txBody>
      </p:sp>
      <p:sp>
        <p:nvSpPr>
          <p:cNvPr id="6" name="Rectangle 5"/>
          <p:cNvSpPr/>
          <p:nvPr/>
        </p:nvSpPr>
        <p:spPr>
          <a:xfrm>
            <a:off x="676656" y="1353312"/>
            <a:ext cx="566928" cy="41148"/>
          </a:xfrm>
          <a:prstGeom prst="rect">
            <a:avLst/>
          </a:prstGeom>
          <a:solidFill>
            <a:srgbClr val="315EB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Calibri"/>
              <a:ea typeface="+mn-ea"/>
              <a:cs typeface="+mn-cs"/>
            </a:endParaRPr>
          </a:p>
        </p:txBody>
      </p:sp>
      <p:sp>
        <p:nvSpPr>
          <p:cNvPr id="7" name="Rounded Rectangle 6"/>
          <p:cNvSpPr/>
          <p:nvPr/>
        </p:nvSpPr>
        <p:spPr>
          <a:xfrm>
            <a:off x="777240" y="1737360"/>
            <a:ext cx="3383280" cy="1385883"/>
          </a:xfrm>
          <a:prstGeom prst="roundRect">
            <a:avLst/>
          </a:prstGeom>
          <a:solidFill>
            <a:srgbClr val="FFFFFF"/>
          </a:solidFill>
          <a:ln>
            <a:solidFill>
              <a:srgbClr val="E6EBF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Calibri"/>
              <a:ea typeface="+mn-ea"/>
              <a:cs typeface="+mn-cs"/>
            </a:endParaRPr>
          </a:p>
        </p:txBody>
      </p:sp>
      <p:sp>
        <p:nvSpPr>
          <p:cNvPr id="8" name="Rectangle 7"/>
          <p:cNvSpPr/>
          <p:nvPr/>
        </p:nvSpPr>
        <p:spPr>
          <a:xfrm>
            <a:off x="777240" y="1737360"/>
            <a:ext cx="73152" cy="1385883"/>
          </a:xfrm>
          <a:prstGeom prst="rect">
            <a:avLst/>
          </a:prstGeom>
          <a:solidFill>
            <a:srgbClr val="315EB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Calibri"/>
              <a:ea typeface="+mn-ea"/>
              <a:cs typeface="+mn-cs"/>
            </a:endParaRPr>
          </a:p>
        </p:txBody>
      </p:sp>
      <p:sp>
        <p:nvSpPr>
          <p:cNvPr id="9" name="TextBox 8"/>
          <p:cNvSpPr txBox="1"/>
          <p:nvPr/>
        </p:nvSpPr>
        <p:spPr>
          <a:xfrm>
            <a:off x="1005840" y="1901952"/>
            <a:ext cx="1531188" cy="338554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marL="0" marR="0" lvl="0" indent="0" algn="l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 sz="1600" b="1">
                <a:solidFill>
                  <a:srgbClr val="18233A"/>
                </a:solidFill>
              </a:defRPr>
            </a:pPr>
            <a:r>
              <a:rPr kumimoji="0" sz="1600" b="1" i="0" u="none" strike="noStrike" kern="1200" cap="none" spc="0" normalizeH="0" baseline="0" noProof="0" dirty="0" err="1">
                <a:ln>
                  <a:noFill/>
                </a:ln>
                <a:solidFill>
                  <a:srgbClr val="18233A"/>
                </a:solidFill>
                <a:effectLst/>
                <a:uLnTx/>
                <a:uFillTx/>
                <a:latin typeface="+mj-ea"/>
                <a:ea typeface="+mj-ea"/>
                <a:cs typeface="+mn-cs"/>
              </a:rPr>
              <a:t>공간</a:t>
            </a:r>
            <a:r>
              <a:rPr kumimoji="0" sz="1600" b="1" i="0" u="none" strike="noStrike" kern="1200" cap="none" spc="0" normalizeH="0" baseline="0" noProof="0" dirty="0">
                <a:ln>
                  <a:noFill/>
                </a:ln>
                <a:solidFill>
                  <a:srgbClr val="18233A"/>
                </a:solidFill>
                <a:effectLst/>
                <a:uLnTx/>
                <a:uFillTx/>
                <a:latin typeface="+mj-ea"/>
                <a:ea typeface="+mj-ea"/>
                <a:cs typeface="+mn-cs"/>
              </a:rPr>
              <a:t> </a:t>
            </a:r>
            <a:r>
              <a:rPr kumimoji="0" sz="1600" b="1" i="0" u="none" strike="noStrike" kern="1200" cap="none" spc="0" normalizeH="0" baseline="0" noProof="0" dirty="0" err="1">
                <a:ln>
                  <a:noFill/>
                </a:ln>
                <a:solidFill>
                  <a:srgbClr val="18233A"/>
                </a:solidFill>
                <a:effectLst/>
                <a:uLnTx/>
                <a:uFillTx/>
                <a:latin typeface="+mj-ea"/>
                <a:ea typeface="+mj-ea"/>
                <a:cs typeface="+mn-cs"/>
              </a:rPr>
              <a:t>특징</a:t>
            </a:r>
            <a:r>
              <a:rPr kumimoji="0" sz="1600" b="1" i="0" u="none" strike="noStrike" kern="1200" cap="none" spc="0" normalizeH="0" baseline="0" noProof="0" dirty="0">
                <a:ln>
                  <a:noFill/>
                </a:ln>
                <a:solidFill>
                  <a:srgbClr val="18233A"/>
                </a:solidFill>
                <a:effectLst/>
                <a:uLnTx/>
                <a:uFillTx/>
                <a:latin typeface="+mj-ea"/>
                <a:ea typeface="+mj-ea"/>
                <a:cs typeface="+mn-cs"/>
              </a:rPr>
              <a:t> </a:t>
            </a:r>
            <a:r>
              <a:rPr kumimoji="0" sz="1600" b="1" i="0" u="none" strike="noStrike" kern="1200" cap="none" spc="0" normalizeH="0" baseline="0" noProof="0" dirty="0" err="1">
                <a:ln>
                  <a:noFill/>
                </a:ln>
                <a:solidFill>
                  <a:srgbClr val="18233A"/>
                </a:solidFill>
                <a:effectLst/>
                <a:uLnTx/>
                <a:uFillTx/>
                <a:latin typeface="+mj-ea"/>
                <a:ea typeface="+mj-ea"/>
                <a:cs typeface="+mn-cs"/>
              </a:rPr>
              <a:t>추출</a:t>
            </a:r>
            <a:endParaRPr kumimoji="0" sz="1600" b="1" i="0" u="none" strike="noStrike" kern="1200" cap="none" spc="0" normalizeH="0" baseline="0" noProof="0" dirty="0">
              <a:ln>
                <a:noFill/>
              </a:ln>
              <a:solidFill>
                <a:srgbClr val="18233A"/>
              </a:solidFill>
              <a:effectLst/>
              <a:uLnTx/>
              <a:uFillTx/>
              <a:latin typeface="+mj-ea"/>
              <a:ea typeface="+mj-ea"/>
              <a:cs typeface="+mn-cs"/>
            </a:endParaRP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10" name="TextBox 9"/>
              <p:cNvSpPr txBox="1"/>
              <p:nvPr/>
            </p:nvSpPr>
            <p:spPr>
              <a:xfrm>
                <a:off x="1005840" y="2377439"/>
                <a:ext cx="2971800" cy="718145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/>
              <a:p>
                <a:pPr lvl="0" defTabSz="457200" latinLnBrk="0">
                  <a:spcAft>
                    <a:spcPts val="800"/>
                  </a:spcAft>
                  <a:defRPr sz="1700">
                    <a:solidFill>
                      <a:srgbClr val="5C6574"/>
                    </a:solidFill>
                  </a:defRPr>
                </a:pPr>
                <a14:m>
                  <m:oMath xmlns:m="http://schemas.openxmlformats.org/officeDocument/2006/math">
                    <m:sSub>
                      <m:sSubPr>
                        <m:ctrlPr>
                          <a:rPr lang="en-US" altLang="ko-KR" sz="1700" i="1">
                            <a:solidFill>
                              <a:srgbClr val="5C6574"/>
                            </a:solidFill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altLang="ko-KR" sz="1700" i="1">
                            <a:solidFill>
                              <a:srgbClr val="5C6574"/>
                            </a:solidFill>
                            <a:latin typeface="Cambria Math" panose="02040503050406030204" pitchFamily="18" charset="0"/>
                          </a:rPr>
                          <m:t>𝑔</m:t>
                        </m:r>
                      </m:e>
                      <m:sub>
                        <m:r>
                          <a:rPr lang="en-US" altLang="ko-KR" sz="1700" i="1">
                            <a:solidFill>
                              <a:srgbClr val="5C6574"/>
                            </a:solidFill>
                            <a:latin typeface="Cambria Math" panose="02040503050406030204" pitchFamily="18" charset="0"/>
                          </a:rPr>
                          <m:t>00</m:t>
                        </m:r>
                      </m:sub>
                    </m:sSub>
                    <m:r>
                      <a:rPr lang="en-US" altLang="ko-KR" sz="1700" i="1">
                        <a:solidFill>
                          <a:srgbClr val="5C6574"/>
                        </a:solidFill>
                        <a:latin typeface="Cambria Math" panose="02040503050406030204" pitchFamily="18" charset="0"/>
                      </a:rPr>
                      <m:t> </m:t>
                    </m:r>
                  </m:oMath>
                </a14:m>
                <a:r>
                  <a:rPr kumimoji="0" lang="ko-KR" altLang="en-US" sz="1700" b="0" i="0" u="none" strike="noStrike" kern="1200" cap="none" spc="0" normalizeH="0" baseline="0" noProof="0" dirty="0">
                    <a:ln>
                      <a:noFill/>
                    </a:ln>
                    <a:solidFill>
                      <a:srgbClr val="5C6574"/>
                    </a:solidFill>
                    <a:effectLst/>
                    <a:uLnTx/>
                    <a:uFillTx/>
                    <a:latin typeface="+mn-ea"/>
                    <a:cs typeface="+mn-cs"/>
                  </a:rPr>
                  <a:t>→ </a:t>
                </a:r>
                <a:r>
                  <a:rPr kumimoji="0" lang="en-US" altLang="ko-KR" sz="1700" b="0" i="0" u="none" strike="noStrike" kern="1200" cap="none" spc="0" normalizeH="0" baseline="0" noProof="0" dirty="0">
                    <a:ln>
                      <a:noFill/>
                    </a:ln>
                    <a:solidFill>
                      <a:srgbClr val="5C6574"/>
                    </a:solidFill>
                    <a:effectLst/>
                    <a:uLnTx/>
                    <a:uFillTx/>
                    <a:latin typeface="+mn-ea"/>
                    <a:cs typeface="+mn-cs"/>
                  </a:rPr>
                  <a:t>CNN</a:t>
                </a:r>
                <a:endParaRPr kumimoji="0" lang="ko-KR" altLang="en-US" sz="1700" b="0" i="0" u="none" strike="noStrike" kern="1200" cap="none" spc="0" normalizeH="0" baseline="0" noProof="0" dirty="0">
                  <a:ln>
                    <a:noFill/>
                  </a:ln>
                  <a:solidFill>
                    <a:srgbClr val="5C6574"/>
                  </a:solidFill>
                  <a:effectLst/>
                  <a:uLnTx/>
                  <a:uFillTx/>
                  <a:latin typeface="+mn-ea"/>
                  <a:cs typeface="+mn-cs"/>
                </a:endParaRPr>
              </a:p>
              <a:p>
                <a:pPr marL="0" marR="0" lvl="0" indent="0" algn="l" defTabSz="4572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800"/>
                  </a:spcAft>
                  <a:buClrTx/>
                  <a:buSzTx/>
                  <a:buFontTx/>
                  <a:buNone/>
                  <a:tabLst/>
                  <a:defRPr sz="1700">
                    <a:solidFill>
                      <a:srgbClr val="5C6574"/>
                    </a:solidFill>
                  </a:defRPr>
                </a:pPr>
                <a:r>
                  <a:rPr kumimoji="0" lang="ko-KR" altLang="en-US" sz="1700" b="0" i="0" u="none" strike="noStrike" kern="1200" cap="none" spc="0" normalizeH="0" baseline="0" noProof="0" dirty="0">
                    <a:ln>
                      <a:noFill/>
                    </a:ln>
                    <a:solidFill>
                      <a:srgbClr val="5C6574"/>
                    </a:solidFill>
                    <a:effectLst/>
                    <a:uLnTx/>
                    <a:uFillTx/>
                    <a:latin typeface="+mn-ea"/>
                    <a:cs typeface="+mn-cs"/>
                  </a:rPr>
                  <a:t>격자의 패턴 학습</a:t>
                </a:r>
                <a:r>
                  <a:rPr kumimoji="0" lang="en-US" altLang="ko-KR" sz="1700" b="0" i="0" u="none" strike="noStrike" kern="1200" cap="none" spc="0" normalizeH="0" baseline="0" noProof="0" dirty="0">
                    <a:ln>
                      <a:noFill/>
                    </a:ln>
                    <a:solidFill>
                      <a:srgbClr val="5C6574"/>
                    </a:solidFill>
                    <a:effectLst/>
                    <a:uLnTx/>
                    <a:uFillTx/>
                    <a:latin typeface="+mn-ea"/>
                    <a:cs typeface="+mn-cs"/>
                  </a:rPr>
                  <a:t>.</a:t>
                </a:r>
                <a:endParaRPr kumimoji="0" sz="1700" b="0" i="0" u="none" strike="noStrike" kern="1200" cap="none" spc="0" normalizeH="0" baseline="0" noProof="0" dirty="0">
                  <a:ln>
                    <a:noFill/>
                  </a:ln>
                  <a:solidFill>
                    <a:srgbClr val="5C6574"/>
                  </a:solidFill>
                  <a:effectLst/>
                  <a:uLnTx/>
                  <a:uFillTx/>
                  <a:latin typeface="+mn-ea"/>
                  <a:cs typeface="+mn-cs"/>
                </a:endParaRPr>
              </a:p>
            </p:txBody>
          </p:sp>
        </mc:Choice>
        <mc:Fallback xmlns="">
          <p:sp>
            <p:nvSpPr>
              <p:cNvPr id="10" name="TextBox 9"/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1005840" y="2377439"/>
                <a:ext cx="2971800" cy="718145"/>
              </a:xfrm>
              <a:prstGeom prst="rect">
                <a:avLst/>
              </a:prstGeom>
              <a:blipFill>
                <a:blip r:embed="rId2"/>
                <a:stretch>
                  <a:fillRect l="-1230" t="-2542" b="-10169"/>
                </a:stretch>
              </a:blipFill>
            </p:spPr>
            <p:txBody>
              <a:bodyPr/>
              <a:lstStyle/>
              <a:p>
                <a:r>
                  <a:rPr lang="ko-KR" altLang="en-US">
                    <a:noFill/>
                  </a:rPr>
                  <a:t> </a:t>
                </a:r>
              </a:p>
            </p:txBody>
          </p:sp>
        </mc:Fallback>
      </mc:AlternateContent>
    </p:spTree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tx1">
            <a:lumMod val="85000"/>
            <a:lumOff val="15000"/>
          </a:schemeClr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F4B5D75E-EA4D-E2D8-BEB1-3E5DC719352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mc:AlternateContent xmlns:mc="http://schemas.openxmlformats.org/markup-compatibility/2006">
        <mc:Choice xmlns:am3d="http://schemas.microsoft.com/office/drawing/2017/model3d" Requires="am3d">
          <p:graphicFrame>
            <p:nvGraphicFramePr>
              <p:cNvPr id="2" name="3D 모델 1">
                <a:extLst>
                  <a:ext uri="{FF2B5EF4-FFF2-40B4-BE49-F238E27FC236}">
                    <a16:creationId xmlns:a16="http://schemas.microsoft.com/office/drawing/2014/main" id="{CBB5F0CD-45E9-934A-0798-DECAD418800F}"/>
                  </a:ext>
                </a:extLst>
              </p:cNvPr>
              <p:cNvGraphicFramePr>
                <a:graphicFrameLocks noChangeAspect="1"/>
              </p:cNvGraphicFramePr>
              <p:nvPr/>
            </p:nvGraphicFramePr>
            <p:xfrm>
              <a:off x="3375814" y="1614563"/>
              <a:ext cx="5440362" cy="4099395"/>
            </p:xfrm>
            <a:graphic>
              <a:graphicData uri="http://schemas.microsoft.com/office/drawing/2017/model3d">
                <am3d:model3d r:embed="rId2">
                  <am3d:spPr>
                    <a:xfrm>
                      <a:off x="0" y="0"/>
                      <a:ext cx="5440362" cy="4099395"/>
                    </a:xfrm>
                    <a:prstGeom prst="rect">
                      <a:avLst/>
                    </a:prstGeom>
                  </am3d:spPr>
                  <am3d:camera>
                    <am3d:pos x="0" y="0" z="81298810"/>
                    <am3d:up dx="0" dy="36000000" dz="0"/>
                    <am3d:lookAt x="0" y="0" z="0"/>
                    <am3d:perspective fov="2700000"/>
                  </am3d:camera>
                  <am3d:trans>
                    <am3d:meterPerModelUnit n="153134" d="1000000"/>
                    <am3d:preTrans dx="-1171956" dy="-1196886" dz="1117802"/>
                    <am3d:scale>
                      <am3d:sx n="1000000" d="1000000"/>
                      <am3d:sy n="1000000" d="1000000"/>
                      <am3d:sz n="1000000" d="1000000"/>
                    </am3d:scale>
                    <am3d:rot ax="1426136" ay="2224263" az="855193"/>
                    <am3d:postTrans dx="0" dy="0" dz="0"/>
                  </am3d:trans>
                  <am3d:raster rName="Office3DRenderer" rVer="16.0.8326">
                    <am3d:blip r:embed="rId3"/>
                  </am3d:raster>
                  <am3d:objViewport viewportSz="7610458"/>
                  <am3d:ambientLight>
                    <am3d:clr>
                      <a:scrgbClr r="50000" g="50000" b="50000"/>
                    </am3d:clr>
                    <am3d:illuminance n="500000" d="1000000"/>
                  </am3d:ambientLight>
                  <am3d:ptLight rad="0">
                    <am3d:clr>
                      <a:scrgbClr r="100000" g="75000" b="50000"/>
                    </am3d:clr>
                    <am3d:intensity n="9765625" d="1000000"/>
                    <am3d:pos x="21959998" y="70920001" z="16344003"/>
                  </am3d:ptLight>
                  <am3d:ptLight rad="0">
                    <am3d:clr>
                      <a:scrgbClr r="40000" g="60000" b="95000"/>
                    </am3d:clr>
                    <am3d:intensity n="12250000" d="1000000"/>
                    <am3d:pos x="-37964106" y="51130435" z="57631972"/>
                  </am3d:ptLight>
                  <am3d:ptLight rad="0">
                    <am3d:clr>
                      <a:scrgbClr r="86837" g="72700" b="100000"/>
                    </am3d:clr>
                    <am3d:intensity n="3125000" d="1000000"/>
                    <am3d:pos x="-37739122" y="58056624" z="-34769649"/>
                  </am3d:ptLight>
                </am3d:model3d>
              </a:graphicData>
            </a:graphic>
          </p:graphicFrame>
        </mc:Choice>
        <mc:Fallback>
          <p:pic>
            <p:nvPicPr>
              <p:cNvPr id="2" name="3D 모델 1">
                <a:extLst>
                  <a:ext uri="{FF2B5EF4-FFF2-40B4-BE49-F238E27FC236}">
                    <a16:creationId xmlns:a16="http://schemas.microsoft.com/office/drawing/2014/main" id="{CBB5F0CD-45E9-934A-0798-DECAD418800F}"/>
                  </a:ext>
                </a:extLst>
              </p:cNvPr>
              <p:cNvPicPr>
                <a:picLocks noGrp="1" noRot="1" noChangeAspect="1" noMove="1" noResize="1" noEditPoints="1" noAdjustHandles="1" noChangeArrowheads="1" noChangeShapeType="1" noCrop="1"/>
              </p:cNvPicPr>
              <p:nvPr/>
            </p:nvPicPr>
            <p:blipFill>
              <a:blip r:embed="rId3"/>
              <a:stretch>
                <a:fillRect/>
              </a:stretch>
            </p:blipFill>
            <p:spPr>
              <a:xfrm>
                <a:off x="3375814" y="1614563"/>
                <a:ext cx="5440362" cy="4099395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3" name="TextBox 2">
                <a:extLst>
                  <a:ext uri="{FF2B5EF4-FFF2-40B4-BE49-F238E27FC236}">
                    <a16:creationId xmlns:a16="http://schemas.microsoft.com/office/drawing/2014/main" id="{A12B5591-028E-44DA-BBDC-A27F258F2BE0}"/>
                  </a:ext>
                </a:extLst>
              </p:cNvPr>
              <p:cNvSpPr txBox="1"/>
              <p:nvPr/>
            </p:nvSpPr>
            <p:spPr>
              <a:xfrm>
                <a:off x="658368" y="384048"/>
                <a:ext cx="4330481" cy="523220"/>
              </a:xfrm>
              <a:prstGeom prst="rect">
                <a:avLst/>
              </a:prstGeom>
              <a:noFill/>
            </p:spPr>
            <p:txBody>
              <a:bodyPr wrap="none">
                <a:spAutoFit/>
              </a:bodyPr>
              <a:lstStyle/>
              <a:p>
                <a:pPr lvl="0" defTabSz="457200" latinLnBrk="0">
                  <a:defRPr sz="2800" b="1">
                    <a:solidFill>
                      <a:srgbClr val="18233A"/>
                    </a:solidFill>
                  </a:defRPr>
                </a:pPr>
                <a:r>
                  <a:rPr lang="en-US" altLang="ko-KR" sz="2800" b="1" dirty="0">
                    <a:solidFill>
                      <a:srgbClr val="F8F9FC"/>
                    </a:solidFill>
                    <a:latin typeface="+mj-ea"/>
                  </a:rPr>
                  <a:t>AI</a:t>
                </a:r>
                <a:r>
                  <a:rPr lang="ko-KR" altLang="en-US" sz="2800" b="1" dirty="0">
                    <a:solidFill>
                      <a:srgbClr val="F8F9FC"/>
                    </a:solidFill>
                    <a:latin typeface="+mj-ea"/>
                  </a:rPr>
                  <a:t> </a:t>
                </a:r>
                <a:r>
                  <a:rPr lang="en-US" altLang="ko-KR" sz="2800" b="1" dirty="0">
                    <a:solidFill>
                      <a:srgbClr val="F8F9FC"/>
                    </a:solidFill>
                    <a:latin typeface="+mj-ea"/>
                  </a:rPr>
                  <a:t>1)</a:t>
                </a:r>
                <a:r>
                  <a:rPr lang="ko-KR" altLang="en-US" sz="2800" b="1" dirty="0">
                    <a:solidFill>
                      <a:srgbClr val="F8F9FC"/>
                    </a:solidFill>
                    <a:latin typeface="+mj-ea"/>
                  </a:rPr>
                  <a:t>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ko-KR" altLang="en-US" sz="2800" b="1" i="1">
                            <a:solidFill>
                              <a:srgbClr val="F8F9FC"/>
                            </a:solidFill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ko-KR" altLang="en-US" sz="2800" b="1" i="1">
                            <a:solidFill>
                              <a:srgbClr val="F8F9FC"/>
                            </a:solidFill>
                            <a:latin typeface="Cambria Math" panose="02040503050406030204" pitchFamily="18" charset="0"/>
                          </a:rPr>
                          <m:t>𝒈</m:t>
                        </m:r>
                      </m:e>
                      <m:sub>
                        <m:r>
                          <a:rPr lang="ko-KR" altLang="en-US" sz="2800" b="1" i="1">
                            <a:solidFill>
                              <a:srgbClr val="F8F9FC"/>
                            </a:solidFill>
                            <a:latin typeface="Cambria Math" panose="02040503050406030204" pitchFamily="18" charset="0"/>
                          </a:rPr>
                          <m:t>𝟎𝟎</m:t>
                        </m:r>
                      </m:sub>
                    </m:sSub>
                  </m:oMath>
                </a14:m>
                <a:r>
                  <a:rPr lang="ko-KR" altLang="en-US" sz="2800" b="1" dirty="0">
                    <a:solidFill>
                      <a:srgbClr val="F8F9FC"/>
                    </a:solidFill>
                    <a:latin typeface="+mj-ea"/>
                  </a:rPr>
                  <a:t> 격자 </a:t>
                </a:r>
                <a:r>
                  <a:rPr lang="en-US" altLang="ko-KR" sz="2800" b="1" dirty="0">
                    <a:solidFill>
                      <a:srgbClr val="F8F9FC"/>
                    </a:solidFill>
                    <a:latin typeface="+mj-ea"/>
                  </a:rPr>
                  <a:t>CNN </a:t>
                </a:r>
                <a:r>
                  <a:rPr lang="ko-KR" altLang="en-US" sz="2800" b="1" dirty="0">
                    <a:solidFill>
                      <a:srgbClr val="F8F9FC"/>
                    </a:solidFill>
                    <a:latin typeface="+mj-ea"/>
                  </a:rPr>
                  <a:t>학습</a:t>
                </a:r>
              </a:p>
            </p:txBody>
          </p:sp>
        </mc:Choice>
        <mc:Fallback xmlns="">
          <p:sp>
            <p:nvSpPr>
              <p:cNvPr id="3" name="TextBox 2">
                <a:extLst>
                  <a:ext uri="{FF2B5EF4-FFF2-40B4-BE49-F238E27FC236}">
                    <a16:creationId xmlns:a16="http://schemas.microsoft.com/office/drawing/2014/main" id="{A12B5591-028E-44DA-BBDC-A27F258F2BE0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658368" y="384048"/>
                <a:ext cx="4330481" cy="523220"/>
              </a:xfrm>
              <a:prstGeom prst="rect">
                <a:avLst/>
              </a:prstGeom>
              <a:blipFill>
                <a:blip r:embed="rId4"/>
                <a:stretch>
                  <a:fillRect l="-2817" t="-11628" r="-1831" b="-31395"/>
                </a:stretch>
              </a:blipFill>
            </p:spPr>
            <p:txBody>
              <a:bodyPr/>
              <a:lstStyle/>
              <a:p>
                <a:r>
                  <a:rPr lang="ko-KR" alt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4" name="TextBox 3">
            <a:extLst>
              <a:ext uri="{FF2B5EF4-FFF2-40B4-BE49-F238E27FC236}">
                <a16:creationId xmlns:a16="http://schemas.microsoft.com/office/drawing/2014/main" id="{810FB614-6CF5-A12C-2A1D-77DB975F2170}"/>
              </a:ext>
            </a:extLst>
          </p:cNvPr>
          <p:cNvSpPr txBox="1"/>
          <p:nvPr/>
        </p:nvSpPr>
        <p:spPr>
          <a:xfrm>
            <a:off x="676656" y="987552"/>
            <a:ext cx="3057247" cy="284693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marL="0" marR="0" lvl="0" indent="0" algn="l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 sz="1250">
                <a:solidFill>
                  <a:srgbClr val="5C6574"/>
                </a:solidFill>
              </a:defRPr>
            </a:pPr>
            <a:r>
              <a:rPr kumimoji="0" lang="ko-KR" altLang="en-US" sz="1250" b="0" i="0" u="none" strike="noStrike" kern="1200" cap="none" spc="0" normalizeH="0" baseline="0" noProof="0">
                <a:ln>
                  <a:noFill/>
                </a:ln>
                <a:solidFill>
                  <a:srgbClr val="F8F9FC"/>
                </a:solidFill>
                <a:effectLst/>
                <a:uLnTx/>
                <a:uFillTx/>
                <a:latin typeface="Calibri"/>
                <a:ea typeface="+mn-ea"/>
                <a:cs typeface="+mn-cs"/>
              </a:rPr>
              <a:t>생성한 데이터의 공간적 특징을 학습한다</a:t>
            </a:r>
            <a:endParaRPr kumimoji="0" sz="1250" b="0" i="0" u="none" strike="noStrike" kern="1200" cap="none" spc="0" normalizeH="0" baseline="0" noProof="0" dirty="0">
              <a:ln>
                <a:noFill/>
              </a:ln>
              <a:solidFill>
                <a:srgbClr val="F8F9FC"/>
              </a:solidFill>
              <a:effectLst/>
              <a:uLnTx/>
              <a:uFillTx/>
              <a:latin typeface="Calibri"/>
              <a:ea typeface="+mn-ea"/>
              <a:cs typeface="+mn-cs"/>
            </a:endParaRPr>
          </a:p>
        </p:txBody>
      </p:sp>
      <p:sp>
        <p:nvSpPr>
          <p:cNvPr id="6" name="Rectangle 5">
            <a:extLst>
              <a:ext uri="{FF2B5EF4-FFF2-40B4-BE49-F238E27FC236}">
                <a16:creationId xmlns:a16="http://schemas.microsoft.com/office/drawing/2014/main" id="{1B5B2917-B4DA-46EE-D7D6-C0EF9EFA83C2}"/>
              </a:ext>
            </a:extLst>
          </p:cNvPr>
          <p:cNvSpPr/>
          <p:nvPr/>
        </p:nvSpPr>
        <p:spPr>
          <a:xfrm>
            <a:off x="676656" y="1353312"/>
            <a:ext cx="566928" cy="41148"/>
          </a:xfrm>
          <a:prstGeom prst="rect">
            <a:avLst/>
          </a:prstGeom>
          <a:solidFill>
            <a:srgbClr val="315EB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sz="1800" b="0" i="0" u="none" strike="noStrike" kern="1200" cap="none" spc="0" normalizeH="0" baseline="0" noProof="0">
              <a:ln>
                <a:noFill/>
              </a:ln>
              <a:solidFill>
                <a:srgbClr val="F8F9FC"/>
              </a:solidFill>
              <a:effectLst/>
              <a:uLnTx/>
              <a:uFillTx/>
              <a:latin typeface="Calibri"/>
              <a:ea typeface="+mn-ea"/>
              <a:cs typeface="+mn-cs"/>
            </a:endParaRPr>
          </a:p>
        </p:txBody>
      </p:sp>
    </p:spTree>
    <p:extLst>
      <p:ext uri="{BB962C8B-B14F-4D97-AF65-F5344CB8AC3E}">
        <p14:creationId xmlns:p14="http://schemas.microsoft.com/office/powerpoint/2010/main" val="1561855770"/>
      </p:ext>
    </p:extLst>
  </p:cSld>
  <p:clrMapOvr>
    <a:masterClrMapping/>
  </p:clrMapOvr>
  <mc:AlternateContent xmlns:mc="http://schemas.openxmlformats.org/markup-compatibility/2006">
    <mc:Choice xmlns:p14="http://schemas.microsoft.com/office/powerpoint/2010/main" Requires="p14">
      <p:transition spd="med" p14:dur="700" advTm="0">
        <p:fade/>
      </p:transition>
    </mc:Choice>
    <mc:Fallback>
      <p:transition spd="med" advTm="0">
        <p:fade/>
      </p:transition>
    </mc:Fallback>
  </mc:AlternateContent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tx1">
            <a:lumMod val="85000"/>
            <a:lumOff val="15000"/>
          </a:schemeClr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0717E708-7325-3D2C-A311-44C01838E64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mc:AlternateContent xmlns:mc="http://schemas.openxmlformats.org/markup-compatibility/2006">
        <mc:Choice xmlns:am3d="http://schemas.microsoft.com/office/drawing/2017/model3d" Requires="am3d">
          <p:graphicFrame>
            <p:nvGraphicFramePr>
              <p:cNvPr id="2" name="3D 모델 1">
                <a:extLst>
                  <a:ext uri="{FF2B5EF4-FFF2-40B4-BE49-F238E27FC236}">
                    <a16:creationId xmlns:a16="http://schemas.microsoft.com/office/drawing/2014/main" id="{3B0A65F5-1AF3-F77B-B551-A3F05A8F7ABD}"/>
                  </a:ext>
                </a:extLst>
              </p:cNvPr>
              <p:cNvGraphicFramePr>
                <a:graphicFrameLocks noChangeAspect="1"/>
              </p:cNvGraphicFramePr>
              <p:nvPr>
                <p:extLst>
                  <p:ext uri="{D42A27DB-BD31-4B8C-83A1-F6EECF244321}">
                    <p14:modId xmlns:p14="http://schemas.microsoft.com/office/powerpoint/2010/main" val="83121049"/>
                  </p:ext>
                </p:extLst>
              </p:nvPr>
            </p:nvGraphicFramePr>
            <p:xfrm>
              <a:off x="4077826" y="1640464"/>
              <a:ext cx="4036324" cy="4047579"/>
            </p:xfrm>
            <a:graphic>
              <a:graphicData uri="http://schemas.microsoft.com/office/drawing/2017/model3d">
                <am3d:model3d r:embed="rId2">
                  <am3d:spPr>
                    <a:xfrm>
                      <a:off x="0" y="0"/>
                      <a:ext cx="4036324" cy="4047579"/>
                    </a:xfrm>
                    <a:prstGeom prst="rect">
                      <a:avLst/>
                    </a:prstGeom>
                  </am3d:spPr>
                  <am3d:camera>
                    <am3d:pos x="0" y="0" z="81298810"/>
                    <am3d:up dx="0" dy="36000000" dz="0"/>
                    <am3d:lookAt x="0" y="0" z="0"/>
                    <am3d:perspective fov="2700000"/>
                  </am3d:camera>
                  <am3d:trans>
                    <am3d:meterPerModelUnit n="153134" d="1000000"/>
                    <am3d:preTrans dx="-1171956" dy="-1196886" dz="1117802"/>
                    <am3d:scale>
                      <am3d:sx n="1000000" d="1000000"/>
                      <am3d:sy n="1000000" d="1000000"/>
                      <am3d:sz n="1000000" d="1000000"/>
                    </am3d:scale>
                    <am3d:rot ax="5400000"/>
                    <am3d:postTrans dx="0" dy="0" dz="0"/>
                  </am3d:trans>
                  <am3d:raster rName="Office3DRenderer" rVer="16.0.8326">
                    <am3d:blip r:embed="rId3"/>
                  </am3d:raster>
                  <am3d:objViewport viewportSz="7610456"/>
                  <am3d:ambientLight>
                    <am3d:clr>
                      <a:scrgbClr r="50000" g="50000" b="50000"/>
                    </am3d:clr>
                    <am3d:illuminance n="500000" d="1000000"/>
                  </am3d:ambientLight>
                  <am3d:ptLight rad="0">
                    <am3d:clr>
                      <a:scrgbClr r="100000" g="75000" b="50000"/>
                    </am3d:clr>
                    <am3d:intensity n="9765625" d="1000000"/>
                    <am3d:pos x="21959998" y="70920001" z="16344003"/>
                  </am3d:ptLight>
                  <am3d:ptLight rad="0">
                    <am3d:clr>
                      <a:scrgbClr r="40000" g="60000" b="95000"/>
                    </am3d:clr>
                    <am3d:intensity n="12250000" d="1000000"/>
                    <am3d:pos x="-37964106" y="51130435" z="57631972"/>
                  </am3d:ptLight>
                  <am3d:ptLight rad="0">
                    <am3d:clr>
                      <a:scrgbClr r="86837" g="72700" b="100000"/>
                    </am3d:clr>
                    <am3d:intensity n="3125000" d="1000000"/>
                    <am3d:pos x="-37739122" y="58056624" z="-34769649"/>
                  </am3d:ptLight>
                </am3d:model3d>
              </a:graphicData>
            </a:graphic>
          </p:graphicFrame>
        </mc:Choice>
        <mc:Fallback>
          <p:pic>
            <p:nvPicPr>
              <p:cNvPr id="2" name="3D 모델 1">
                <a:extLst>
                  <a:ext uri="{FF2B5EF4-FFF2-40B4-BE49-F238E27FC236}">
                    <a16:creationId xmlns:a16="http://schemas.microsoft.com/office/drawing/2014/main" id="{3B0A65F5-1AF3-F77B-B551-A3F05A8F7ABD}"/>
                  </a:ext>
                </a:extLst>
              </p:cNvPr>
              <p:cNvPicPr>
                <a:picLocks noGrp="1" noRot="1" noChangeAspect="1" noMove="1" noResize="1" noEditPoints="1" noAdjustHandles="1" noChangeArrowheads="1" noChangeShapeType="1" noCrop="1"/>
              </p:cNvPicPr>
              <p:nvPr/>
            </p:nvPicPr>
            <p:blipFill>
              <a:blip r:embed="rId3"/>
              <a:stretch>
                <a:fillRect/>
              </a:stretch>
            </p:blipFill>
            <p:spPr>
              <a:xfrm>
                <a:off x="4077826" y="1640464"/>
                <a:ext cx="4036324" cy="4047579"/>
              </a:xfrm>
              <a:prstGeom prst="rect">
                <a:avLst/>
              </a:prstGeom>
            </p:spPr>
          </p:pic>
        </mc:Fallback>
      </mc:AlternateContent>
      <p:sp>
        <p:nvSpPr>
          <p:cNvPr id="6" name="Rectangle 5">
            <a:extLst>
              <a:ext uri="{FF2B5EF4-FFF2-40B4-BE49-F238E27FC236}">
                <a16:creationId xmlns:a16="http://schemas.microsoft.com/office/drawing/2014/main" id="{B05CA33C-E61B-F9AE-B0B6-68031ABF75AD}"/>
              </a:ext>
            </a:extLst>
          </p:cNvPr>
          <p:cNvSpPr/>
          <p:nvPr/>
        </p:nvSpPr>
        <p:spPr>
          <a:xfrm>
            <a:off x="676656" y="1353312"/>
            <a:ext cx="566928" cy="41148"/>
          </a:xfrm>
          <a:prstGeom prst="rect">
            <a:avLst/>
          </a:prstGeom>
          <a:solidFill>
            <a:srgbClr val="315EB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Calibri"/>
              <a:ea typeface="+mn-ea"/>
              <a:cs typeface="+mn-cs"/>
            </a:endParaRPr>
          </a:p>
        </p:txBody>
      </p:sp>
      <p:sp>
        <p:nvSpPr>
          <p:cNvPr id="13" name="TextBox 12">
            <a:extLst>
              <a:ext uri="{FF2B5EF4-FFF2-40B4-BE49-F238E27FC236}">
                <a16:creationId xmlns:a16="http://schemas.microsoft.com/office/drawing/2014/main" id="{97B4718C-0810-0F4B-36F2-340A4BCA9F47}"/>
              </a:ext>
            </a:extLst>
          </p:cNvPr>
          <p:cNvSpPr txBox="1"/>
          <p:nvPr/>
        </p:nvSpPr>
        <p:spPr>
          <a:xfrm>
            <a:off x="676656" y="987552"/>
            <a:ext cx="3057247" cy="284693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marL="0" marR="0" lvl="0" indent="0" algn="l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 sz="1250">
                <a:solidFill>
                  <a:srgbClr val="5C6574"/>
                </a:solidFill>
              </a:defRPr>
            </a:pPr>
            <a:r>
              <a:rPr kumimoji="0" lang="ko-KR" altLang="en-US" sz="1250" b="0" i="0" u="none" strike="noStrike" kern="1200" cap="none" spc="0" normalizeH="0" baseline="0" noProof="0" dirty="0">
                <a:ln>
                  <a:noFill/>
                </a:ln>
                <a:solidFill>
                  <a:srgbClr val="F8F9FC"/>
                </a:solidFill>
                <a:effectLst/>
                <a:uLnTx/>
                <a:uFillTx/>
                <a:latin typeface="Calibri"/>
                <a:ea typeface="+mn-ea"/>
                <a:cs typeface="+mn-cs"/>
              </a:rPr>
              <a:t>생성한 데이터의 공간적 특징을 학습한다</a:t>
            </a:r>
            <a:endParaRPr kumimoji="0" sz="1250" b="0" i="0" u="none" strike="noStrike" kern="1200" cap="none" spc="0" normalizeH="0" baseline="0" noProof="0" dirty="0">
              <a:ln>
                <a:noFill/>
              </a:ln>
              <a:solidFill>
                <a:srgbClr val="F8F9FC"/>
              </a:solidFill>
              <a:effectLst/>
              <a:uLnTx/>
              <a:uFillTx/>
              <a:latin typeface="Calibri"/>
              <a:ea typeface="+mn-ea"/>
              <a:cs typeface="+mn-cs"/>
            </a:endParaRP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15" name="TextBox 14">
                <a:extLst>
                  <a:ext uri="{FF2B5EF4-FFF2-40B4-BE49-F238E27FC236}">
                    <a16:creationId xmlns:a16="http://schemas.microsoft.com/office/drawing/2014/main" id="{899B5E22-949F-CD1F-B403-A47ED75BFBE3}"/>
                  </a:ext>
                </a:extLst>
              </p:cNvPr>
              <p:cNvSpPr txBox="1"/>
              <p:nvPr/>
            </p:nvSpPr>
            <p:spPr>
              <a:xfrm>
                <a:off x="658368" y="384048"/>
                <a:ext cx="4330481" cy="523220"/>
              </a:xfrm>
              <a:prstGeom prst="rect">
                <a:avLst/>
              </a:prstGeom>
              <a:noFill/>
            </p:spPr>
            <p:txBody>
              <a:bodyPr wrap="none">
                <a:spAutoFit/>
              </a:bodyPr>
              <a:lstStyle/>
              <a:p>
                <a:pPr lvl="0" defTabSz="457200" latinLnBrk="0">
                  <a:defRPr sz="2800" b="1">
                    <a:solidFill>
                      <a:srgbClr val="18233A"/>
                    </a:solidFill>
                  </a:defRPr>
                </a:pPr>
                <a:r>
                  <a:rPr lang="en-US" altLang="ko-KR" sz="2800" b="1" dirty="0">
                    <a:solidFill>
                      <a:srgbClr val="F8F9FC"/>
                    </a:solidFill>
                    <a:latin typeface="+mj-ea"/>
                  </a:rPr>
                  <a:t>AI</a:t>
                </a:r>
                <a:r>
                  <a:rPr lang="ko-KR" altLang="en-US" sz="2800" b="1" dirty="0">
                    <a:solidFill>
                      <a:srgbClr val="F8F9FC"/>
                    </a:solidFill>
                    <a:latin typeface="+mj-ea"/>
                  </a:rPr>
                  <a:t> </a:t>
                </a:r>
                <a:r>
                  <a:rPr lang="en-US" altLang="ko-KR" sz="2800" b="1" dirty="0">
                    <a:solidFill>
                      <a:srgbClr val="F8F9FC"/>
                    </a:solidFill>
                    <a:latin typeface="+mj-ea"/>
                  </a:rPr>
                  <a:t>1)</a:t>
                </a:r>
                <a:r>
                  <a:rPr lang="ko-KR" altLang="en-US" sz="2800" b="1" dirty="0">
                    <a:solidFill>
                      <a:srgbClr val="F8F9FC"/>
                    </a:solidFill>
                    <a:latin typeface="+mj-ea"/>
                  </a:rPr>
                  <a:t>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ko-KR" altLang="en-US" sz="2800" b="1" i="1">
                            <a:solidFill>
                              <a:srgbClr val="F8F9FC"/>
                            </a:solidFill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ko-KR" altLang="en-US" sz="2800" b="1" i="1">
                            <a:solidFill>
                              <a:srgbClr val="F8F9FC"/>
                            </a:solidFill>
                            <a:latin typeface="Cambria Math" panose="02040503050406030204" pitchFamily="18" charset="0"/>
                          </a:rPr>
                          <m:t>𝒈</m:t>
                        </m:r>
                      </m:e>
                      <m:sub>
                        <m:r>
                          <a:rPr lang="ko-KR" altLang="en-US" sz="2800" b="1" i="1">
                            <a:solidFill>
                              <a:srgbClr val="F8F9FC"/>
                            </a:solidFill>
                            <a:latin typeface="Cambria Math" panose="02040503050406030204" pitchFamily="18" charset="0"/>
                          </a:rPr>
                          <m:t>𝟎𝟎</m:t>
                        </m:r>
                      </m:sub>
                    </m:sSub>
                  </m:oMath>
                </a14:m>
                <a:r>
                  <a:rPr lang="ko-KR" altLang="en-US" sz="2800" b="1" dirty="0">
                    <a:solidFill>
                      <a:srgbClr val="F8F9FC"/>
                    </a:solidFill>
                    <a:latin typeface="+mj-ea"/>
                  </a:rPr>
                  <a:t> 격자 </a:t>
                </a:r>
                <a:r>
                  <a:rPr lang="en-US" altLang="ko-KR" sz="2800" b="1" dirty="0">
                    <a:solidFill>
                      <a:srgbClr val="F8F9FC"/>
                    </a:solidFill>
                    <a:latin typeface="+mj-ea"/>
                  </a:rPr>
                  <a:t>CNN </a:t>
                </a:r>
                <a:r>
                  <a:rPr lang="ko-KR" altLang="en-US" sz="2800" b="1" dirty="0">
                    <a:solidFill>
                      <a:srgbClr val="F8F9FC"/>
                    </a:solidFill>
                    <a:latin typeface="+mj-ea"/>
                  </a:rPr>
                  <a:t>학습</a:t>
                </a:r>
              </a:p>
            </p:txBody>
          </p:sp>
        </mc:Choice>
        <mc:Fallback xmlns="">
          <p:sp>
            <p:nvSpPr>
              <p:cNvPr id="15" name="TextBox 14">
                <a:extLst>
                  <a:ext uri="{FF2B5EF4-FFF2-40B4-BE49-F238E27FC236}">
                    <a16:creationId xmlns:a16="http://schemas.microsoft.com/office/drawing/2014/main" id="{899B5E22-949F-CD1F-B403-A47ED75BFBE3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658368" y="384048"/>
                <a:ext cx="4330481" cy="523220"/>
              </a:xfrm>
              <a:prstGeom prst="rect">
                <a:avLst/>
              </a:prstGeom>
              <a:blipFill>
                <a:blip r:embed="rId4"/>
                <a:stretch>
                  <a:fillRect l="-2817" t="-11628" r="-1831" b="-31395"/>
                </a:stretch>
              </a:blipFill>
            </p:spPr>
            <p:txBody>
              <a:bodyPr/>
              <a:lstStyle/>
              <a:p>
                <a:r>
                  <a:rPr lang="ko-KR" altLang="en-US">
                    <a:noFill/>
                  </a:rPr>
                  <a:t> </a:t>
                </a:r>
              </a:p>
            </p:txBody>
          </p:sp>
        </mc:Fallback>
      </mc:AlternateContent>
    </p:spTree>
    <p:extLst>
      <p:ext uri="{BB962C8B-B14F-4D97-AF65-F5344CB8AC3E}">
        <p14:creationId xmlns:p14="http://schemas.microsoft.com/office/powerpoint/2010/main" val="985552635"/>
      </p:ext>
    </p:extLst>
  </p:cSld>
  <p:clrMapOvr>
    <a:masterClrMapping/>
  </p:clrMapOvr>
  <mc:AlternateContent xmlns:mc="http://schemas.openxmlformats.org/markup-compatibility/2006">
    <mc:Choice xmlns:p159="http://schemas.microsoft.com/office/powerpoint/2015/09/main" Requires="p159">
      <p:transition>
        <p159:morph option="byObject"/>
      </p:transition>
    </mc:Choice>
    <mc:Fallback>
      <p:transition>
        <p:fade/>
      </p:transition>
    </mc:Fallback>
  </mc:AlternateContent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tx1">
            <a:lumMod val="85000"/>
            <a:lumOff val="15000"/>
          </a:schemeClr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FDFF32AA-53D4-3A68-8C29-2B2C37D610A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직사각형 7">
            <a:extLst>
              <a:ext uri="{FF2B5EF4-FFF2-40B4-BE49-F238E27FC236}">
                <a16:creationId xmlns:a16="http://schemas.microsoft.com/office/drawing/2014/main" id="{47637C3C-D6BC-5785-F08C-F2A2AEF4ED32}"/>
              </a:ext>
            </a:extLst>
          </p:cNvPr>
          <p:cNvSpPr/>
          <p:nvPr/>
        </p:nvSpPr>
        <p:spPr>
          <a:xfrm>
            <a:off x="2831487" y="1394460"/>
            <a:ext cx="5971473" cy="4836071"/>
          </a:xfrm>
          <a:prstGeom prst="rect">
            <a:avLst/>
          </a:prstGeom>
          <a:solidFill>
            <a:schemeClr val="tx1">
              <a:lumMod val="85000"/>
              <a:lumOff val="15000"/>
            </a:schemeClr>
          </a:solidFill>
          <a:ln>
            <a:solidFill>
              <a:schemeClr val="tx1">
                <a:lumMod val="85000"/>
                <a:lumOff val="15000"/>
              </a:schemeClr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mc:AlternateContent xmlns:mc="http://schemas.openxmlformats.org/markup-compatibility/2006">
        <mc:Choice xmlns:am3d="http://schemas.microsoft.com/office/drawing/2017/model3d" Requires="am3d">
          <p:graphicFrame>
            <p:nvGraphicFramePr>
              <p:cNvPr id="9" name="3D 모델 8">
                <a:extLst>
                  <a:ext uri="{FF2B5EF4-FFF2-40B4-BE49-F238E27FC236}">
                    <a16:creationId xmlns:a16="http://schemas.microsoft.com/office/drawing/2014/main" id="{E7D4BBBC-B78D-A094-ABF7-E6138106AEE8}"/>
                  </a:ext>
                </a:extLst>
              </p:cNvPr>
              <p:cNvGraphicFramePr>
                <a:graphicFrameLocks noChangeAspect="1"/>
              </p:cNvGraphicFramePr>
              <p:nvPr/>
            </p:nvGraphicFramePr>
            <p:xfrm>
              <a:off x="4088367" y="1595932"/>
              <a:ext cx="4015965" cy="3920800"/>
            </p:xfrm>
            <a:graphic>
              <a:graphicData uri="http://schemas.microsoft.com/office/drawing/2017/model3d">
                <am3d:model3d r:embed="rId2">
                  <am3d:spPr>
                    <a:xfrm>
                      <a:off x="0" y="0"/>
                      <a:ext cx="4015965" cy="3920800"/>
                    </a:xfrm>
                    <a:prstGeom prst="rect">
                      <a:avLst/>
                    </a:prstGeom>
                  </am3d:spPr>
                  <am3d:camera>
                    <am3d:pos x="0" y="0" z="77053359"/>
                    <am3d:up dx="0" dy="36000000" dz="0"/>
                    <am3d:lookAt x="0" y="0" z="0"/>
                    <am3d:perspective fov="2700000"/>
                  </am3d:camera>
                  <am3d:trans>
                    <am3d:meterPerModelUnit n="153134" d="1000000"/>
                    <am3d:preTrans dx="-1171956" dy="-1293572" dz="1117802"/>
                    <am3d:scale>
                      <am3d:sx n="1000000" d="1000000"/>
                      <am3d:sy n="1000000" d="1000000"/>
                      <am3d:sz n="1000000" d="1000000"/>
                    </am3d:scale>
                    <am3d:rot ax="5400000"/>
                    <am3d:postTrans dx="0" dy="0" dz="0"/>
                  </am3d:trans>
                  <am3d:raster rName="Office3DRenderer" rVer="16.0.8326">
                    <am3d:blip r:embed="rId3"/>
                  </am3d:raster>
                  <am3d:objViewport viewportSz="6813817"/>
                  <am3d:ambientLight>
                    <am3d:clr>
                      <a:scrgbClr r="50000" g="50000" b="50000"/>
                    </am3d:clr>
                    <am3d:illuminance n="500000" d="1000000"/>
                  </am3d:ambientLight>
                  <am3d:ptLight rad="0">
                    <am3d:clr>
                      <a:scrgbClr r="100000" g="75000" b="50000"/>
                    </am3d:clr>
                    <am3d:intensity n="9765625" d="1000000"/>
                    <am3d:pos x="21959998" y="70920001" z="16344003"/>
                  </am3d:ptLight>
                  <am3d:ptLight rad="0">
                    <am3d:clr>
                      <a:scrgbClr r="40000" g="60000" b="95000"/>
                    </am3d:clr>
                    <am3d:intensity n="12250000" d="1000000"/>
                    <am3d:pos x="-37964106" y="51130435" z="57631972"/>
                  </am3d:ptLight>
                  <am3d:ptLight rad="0">
                    <am3d:clr>
                      <a:scrgbClr r="86837" g="72700" b="100000"/>
                    </am3d:clr>
                    <am3d:intensity n="3125000" d="1000000"/>
                    <am3d:pos x="-37739122" y="58056624" z="-34769649"/>
                  </am3d:ptLight>
                </am3d:model3d>
              </a:graphicData>
            </a:graphic>
          </p:graphicFrame>
        </mc:Choice>
        <mc:Fallback>
          <p:pic>
            <p:nvPicPr>
              <p:cNvPr id="9" name="3D 모델 8">
                <a:extLst>
                  <a:ext uri="{FF2B5EF4-FFF2-40B4-BE49-F238E27FC236}">
                    <a16:creationId xmlns:a16="http://schemas.microsoft.com/office/drawing/2014/main" id="{E7D4BBBC-B78D-A094-ABF7-E6138106AEE8}"/>
                  </a:ext>
                </a:extLst>
              </p:cNvPr>
              <p:cNvPicPr>
                <a:picLocks noGrp="1" noRot="1" noChangeAspect="1" noMove="1" noResize="1" noEditPoints="1" noAdjustHandles="1" noChangeArrowheads="1" noChangeShapeType="1" noCrop="1"/>
              </p:cNvPicPr>
              <p:nvPr/>
            </p:nvPicPr>
            <p:blipFill>
              <a:blip r:embed="rId3"/>
              <a:stretch>
                <a:fillRect/>
              </a:stretch>
            </p:blipFill>
            <p:spPr>
              <a:xfrm>
                <a:off x="4088367" y="1595932"/>
                <a:ext cx="4015965" cy="3920800"/>
              </a:xfrm>
              <a:prstGeom prst="rect">
                <a:avLst/>
              </a:prstGeom>
            </p:spPr>
          </p:pic>
        </mc:Fallback>
      </mc:AlternateContent>
      <p:sp>
        <p:nvSpPr>
          <p:cNvPr id="6" name="Rectangle 5">
            <a:extLst>
              <a:ext uri="{FF2B5EF4-FFF2-40B4-BE49-F238E27FC236}">
                <a16:creationId xmlns:a16="http://schemas.microsoft.com/office/drawing/2014/main" id="{B8114BFC-403F-9FE6-A276-2F4876D62A5A}"/>
              </a:ext>
            </a:extLst>
          </p:cNvPr>
          <p:cNvSpPr/>
          <p:nvPr/>
        </p:nvSpPr>
        <p:spPr>
          <a:xfrm>
            <a:off x="676656" y="1353312"/>
            <a:ext cx="566928" cy="41148"/>
          </a:xfrm>
          <a:prstGeom prst="rect">
            <a:avLst/>
          </a:prstGeom>
          <a:solidFill>
            <a:srgbClr val="315EB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Calibri"/>
              <a:ea typeface="+mn-ea"/>
              <a:cs typeface="+mn-cs"/>
            </a:endParaRPr>
          </a:p>
        </p:txBody>
      </p:sp>
      <p:sp>
        <p:nvSpPr>
          <p:cNvPr id="12" name="TextBox 11">
            <a:extLst>
              <a:ext uri="{FF2B5EF4-FFF2-40B4-BE49-F238E27FC236}">
                <a16:creationId xmlns:a16="http://schemas.microsoft.com/office/drawing/2014/main" id="{DBE80BF1-CF2C-AB1E-4B1D-CA38CAC634B9}"/>
              </a:ext>
            </a:extLst>
          </p:cNvPr>
          <p:cNvSpPr txBox="1"/>
          <p:nvPr/>
        </p:nvSpPr>
        <p:spPr>
          <a:xfrm>
            <a:off x="676656" y="987552"/>
            <a:ext cx="3057247" cy="284693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marL="0" marR="0" lvl="0" indent="0" algn="l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 sz="1250">
                <a:solidFill>
                  <a:srgbClr val="5C6574"/>
                </a:solidFill>
              </a:defRPr>
            </a:pPr>
            <a:r>
              <a:rPr kumimoji="0" lang="ko-KR" altLang="en-US" sz="1250" b="0" i="0" u="none" strike="noStrike" kern="1200" cap="none" spc="0" normalizeH="0" baseline="0" noProof="0" dirty="0">
                <a:ln>
                  <a:noFill/>
                </a:ln>
                <a:solidFill>
                  <a:srgbClr val="F8F9FC"/>
                </a:solidFill>
                <a:effectLst/>
                <a:uLnTx/>
                <a:uFillTx/>
                <a:latin typeface="Calibri"/>
                <a:ea typeface="+mn-ea"/>
                <a:cs typeface="+mn-cs"/>
              </a:rPr>
              <a:t>생성한 데이터의 공간적 특징을 학습한다</a:t>
            </a:r>
            <a:endParaRPr kumimoji="0" sz="1250" b="0" i="0" u="none" strike="noStrike" kern="1200" cap="none" spc="0" normalizeH="0" baseline="0" noProof="0" dirty="0">
              <a:ln>
                <a:noFill/>
              </a:ln>
              <a:solidFill>
                <a:srgbClr val="F8F9FC"/>
              </a:solidFill>
              <a:effectLst/>
              <a:uLnTx/>
              <a:uFillTx/>
              <a:latin typeface="Calibri"/>
              <a:ea typeface="+mn-ea"/>
              <a:cs typeface="+mn-cs"/>
            </a:endParaRP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14" name="TextBox 13">
                <a:extLst>
                  <a:ext uri="{FF2B5EF4-FFF2-40B4-BE49-F238E27FC236}">
                    <a16:creationId xmlns:a16="http://schemas.microsoft.com/office/drawing/2014/main" id="{3A32D596-DEF6-25C6-76B1-46FBD9720423}"/>
                  </a:ext>
                </a:extLst>
              </p:cNvPr>
              <p:cNvSpPr txBox="1"/>
              <p:nvPr/>
            </p:nvSpPr>
            <p:spPr>
              <a:xfrm>
                <a:off x="658368" y="384048"/>
                <a:ext cx="4330481" cy="523220"/>
              </a:xfrm>
              <a:prstGeom prst="rect">
                <a:avLst/>
              </a:prstGeom>
              <a:noFill/>
            </p:spPr>
            <p:txBody>
              <a:bodyPr wrap="none">
                <a:spAutoFit/>
              </a:bodyPr>
              <a:lstStyle/>
              <a:p>
                <a:pPr lvl="0" defTabSz="457200" latinLnBrk="0">
                  <a:defRPr sz="2800" b="1">
                    <a:solidFill>
                      <a:srgbClr val="18233A"/>
                    </a:solidFill>
                  </a:defRPr>
                </a:pPr>
                <a:r>
                  <a:rPr lang="en-US" altLang="ko-KR" sz="2800" b="1" dirty="0">
                    <a:solidFill>
                      <a:srgbClr val="F8F9FC"/>
                    </a:solidFill>
                    <a:latin typeface="+mj-ea"/>
                  </a:rPr>
                  <a:t>AI</a:t>
                </a:r>
                <a:r>
                  <a:rPr lang="ko-KR" altLang="en-US" sz="2800" b="1" dirty="0">
                    <a:solidFill>
                      <a:srgbClr val="F8F9FC"/>
                    </a:solidFill>
                    <a:latin typeface="+mj-ea"/>
                  </a:rPr>
                  <a:t> </a:t>
                </a:r>
                <a:r>
                  <a:rPr lang="en-US" altLang="ko-KR" sz="2800" b="1" dirty="0">
                    <a:solidFill>
                      <a:srgbClr val="F8F9FC"/>
                    </a:solidFill>
                    <a:latin typeface="+mj-ea"/>
                  </a:rPr>
                  <a:t>1)</a:t>
                </a:r>
                <a:r>
                  <a:rPr lang="ko-KR" altLang="en-US" sz="2800" b="1" dirty="0">
                    <a:solidFill>
                      <a:srgbClr val="F8F9FC"/>
                    </a:solidFill>
                    <a:latin typeface="+mj-ea"/>
                  </a:rPr>
                  <a:t>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ko-KR" altLang="en-US" sz="2800" b="1" i="1">
                            <a:solidFill>
                              <a:srgbClr val="F8F9FC"/>
                            </a:solidFill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ko-KR" altLang="en-US" sz="2800" b="1" i="1">
                            <a:solidFill>
                              <a:srgbClr val="F8F9FC"/>
                            </a:solidFill>
                            <a:latin typeface="Cambria Math" panose="02040503050406030204" pitchFamily="18" charset="0"/>
                          </a:rPr>
                          <m:t>𝒈</m:t>
                        </m:r>
                      </m:e>
                      <m:sub>
                        <m:r>
                          <a:rPr lang="ko-KR" altLang="en-US" sz="2800" b="1" i="1">
                            <a:solidFill>
                              <a:srgbClr val="F8F9FC"/>
                            </a:solidFill>
                            <a:latin typeface="Cambria Math" panose="02040503050406030204" pitchFamily="18" charset="0"/>
                          </a:rPr>
                          <m:t>𝟎𝟎</m:t>
                        </m:r>
                      </m:sub>
                    </m:sSub>
                  </m:oMath>
                </a14:m>
                <a:r>
                  <a:rPr lang="ko-KR" altLang="en-US" sz="2800" b="1" dirty="0">
                    <a:solidFill>
                      <a:srgbClr val="F8F9FC"/>
                    </a:solidFill>
                    <a:latin typeface="+mj-ea"/>
                  </a:rPr>
                  <a:t> 격자 </a:t>
                </a:r>
                <a:r>
                  <a:rPr lang="en-US" altLang="ko-KR" sz="2800" b="1" dirty="0">
                    <a:solidFill>
                      <a:srgbClr val="F8F9FC"/>
                    </a:solidFill>
                    <a:latin typeface="+mj-ea"/>
                  </a:rPr>
                  <a:t>CNN </a:t>
                </a:r>
                <a:r>
                  <a:rPr lang="ko-KR" altLang="en-US" sz="2800" b="1" dirty="0">
                    <a:solidFill>
                      <a:srgbClr val="F8F9FC"/>
                    </a:solidFill>
                    <a:latin typeface="+mj-ea"/>
                  </a:rPr>
                  <a:t>학습</a:t>
                </a:r>
              </a:p>
            </p:txBody>
          </p:sp>
        </mc:Choice>
        <mc:Fallback xmlns="">
          <p:sp>
            <p:nvSpPr>
              <p:cNvPr id="14" name="TextBox 13">
                <a:extLst>
                  <a:ext uri="{FF2B5EF4-FFF2-40B4-BE49-F238E27FC236}">
                    <a16:creationId xmlns:a16="http://schemas.microsoft.com/office/drawing/2014/main" id="{3A32D596-DEF6-25C6-76B1-46FBD9720423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658368" y="384048"/>
                <a:ext cx="4330481" cy="523220"/>
              </a:xfrm>
              <a:prstGeom prst="rect">
                <a:avLst/>
              </a:prstGeom>
              <a:blipFill>
                <a:blip r:embed="rId4"/>
                <a:stretch>
                  <a:fillRect l="-2817" t="-11628" r="-1831" b="-31395"/>
                </a:stretch>
              </a:blipFill>
            </p:spPr>
            <p:txBody>
              <a:bodyPr/>
              <a:lstStyle/>
              <a:p>
                <a:r>
                  <a:rPr lang="ko-KR" altLang="en-US">
                    <a:noFill/>
                  </a:rPr>
                  <a:t> </a:t>
                </a:r>
              </a:p>
            </p:txBody>
          </p:sp>
        </mc:Fallback>
      </mc:AlternateContent>
    </p:spTree>
    <p:extLst>
      <p:ext uri="{BB962C8B-B14F-4D97-AF65-F5344CB8AC3E}">
        <p14:creationId xmlns:p14="http://schemas.microsoft.com/office/powerpoint/2010/main" val="2284916249"/>
      </p:ext>
    </p:extLst>
  </p:cSld>
  <p:clrMapOvr>
    <a:masterClrMapping/>
  </p:clrMapOvr>
  <mc:AlternateContent xmlns:mc="http://schemas.openxmlformats.org/markup-compatibility/2006">
    <mc:Choice xmlns:p14="http://schemas.microsoft.com/office/powerpoint/2010/main" Requires="p14">
      <p:transition p14:dur="300" advClick="0" advTm="0">
        <p:fade/>
      </p:transition>
    </mc:Choice>
    <mc:Fallback>
      <p:transition advClick="0" advTm="0">
        <p:fade/>
      </p:transition>
    </mc:Fallback>
  </mc:AlternateContent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tx1">
            <a:lumMod val="85000"/>
            <a:lumOff val="15000"/>
          </a:schemeClr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9AB3C93A-869F-1D4C-DE35-5BFF7790BB1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mc:AlternateContent xmlns:mc="http://schemas.openxmlformats.org/markup-compatibility/2006">
        <mc:Choice xmlns:am3d="http://schemas.microsoft.com/office/drawing/2017/model3d" Requires="am3d">
          <p:graphicFrame>
            <p:nvGraphicFramePr>
              <p:cNvPr id="13" name="3D 모델 12">
                <a:extLst>
                  <a:ext uri="{FF2B5EF4-FFF2-40B4-BE49-F238E27FC236}">
                    <a16:creationId xmlns:a16="http://schemas.microsoft.com/office/drawing/2014/main" id="{BAF36BA3-3A91-8118-D61F-D6433E72722D}"/>
                  </a:ext>
                </a:extLst>
              </p:cNvPr>
              <p:cNvGraphicFramePr>
                <a:graphicFrameLocks noChangeAspect="1"/>
              </p:cNvGraphicFramePr>
              <p:nvPr>
                <p:extLst>
                  <p:ext uri="{D42A27DB-BD31-4B8C-83A1-F6EECF244321}">
                    <p14:modId xmlns:p14="http://schemas.microsoft.com/office/powerpoint/2010/main" val="3860986538"/>
                  </p:ext>
                </p:extLst>
              </p:nvPr>
            </p:nvGraphicFramePr>
            <p:xfrm>
              <a:off x="3938786" y="1012769"/>
              <a:ext cx="4121630" cy="3419643"/>
            </p:xfrm>
            <a:graphic>
              <a:graphicData uri="http://schemas.microsoft.com/office/drawing/2017/model3d">
                <am3d:model3d r:embed="rId3">
                  <am3d:spPr>
                    <a:xfrm>
                      <a:off x="0" y="0"/>
                      <a:ext cx="4121630" cy="3419643"/>
                    </a:xfrm>
                    <a:prstGeom prst="rect">
                      <a:avLst/>
                    </a:prstGeom>
                  </am3d:spPr>
                  <am3d:camera>
                    <am3d:pos x="0" y="0" z="69907988"/>
                    <am3d:up dx="0" dy="36000000" dz="0"/>
                    <am3d:lookAt x="0" y="0" z="0"/>
                    <am3d:perspective fov="2700000"/>
                  </am3d:camera>
                  <am3d:trans>
                    <am3d:meterPerModelUnit n="153134" d="1000000"/>
                    <am3d:preTrans dx="-1171956" dy="-7914597" dz="1117802"/>
                    <am3d:scale>
                      <am3d:sx n="1000000" d="1000000"/>
                      <am3d:sy n="1000000" d="1000000"/>
                      <am3d:sz n="1000000" d="1000000"/>
                    </am3d:scale>
                    <am3d:rot ax="1530000" ay="21546000" az="21576000"/>
                    <am3d:postTrans dx="0" dy="0" dz="0"/>
                  </am3d:trans>
                  <am3d:raster rName="Office3DRenderer" rVer="16.0.8326">
                    <am3d:blip r:embed="rId4"/>
                  </am3d:raster>
                  <am3d:objViewport viewportSz="5418664"/>
                  <am3d:ambientLight>
                    <am3d:clr>
                      <a:scrgbClr r="50000" g="50000" b="50000"/>
                    </am3d:clr>
                    <am3d:illuminance n="500000" d="1000000"/>
                  </am3d:ambientLight>
                  <am3d:ptLight rad="0">
                    <am3d:clr>
                      <a:scrgbClr r="100000" g="75000" b="50000"/>
                    </am3d:clr>
                    <am3d:intensity n="9765625" d="1000000"/>
                    <am3d:pos x="21959998" y="70920001" z="16344003"/>
                  </am3d:ptLight>
                  <am3d:ptLight rad="0">
                    <am3d:clr>
                      <a:scrgbClr r="40000" g="60000" b="95000"/>
                    </am3d:clr>
                    <am3d:intensity n="12250000" d="1000000"/>
                    <am3d:pos x="-37964106" y="51130435" z="57631972"/>
                  </am3d:ptLight>
                  <am3d:ptLight rad="0">
                    <am3d:clr>
                      <a:scrgbClr r="86837" g="72700" b="100000"/>
                    </am3d:clr>
                    <am3d:intensity n="3125000" d="1000000"/>
                    <am3d:pos x="-37739122" y="58056624" z="-34769649"/>
                  </am3d:ptLight>
                </am3d:model3d>
              </a:graphicData>
            </a:graphic>
          </p:graphicFrame>
        </mc:Choice>
        <mc:Fallback>
          <p:pic>
            <p:nvPicPr>
              <p:cNvPr id="13" name="3D 모델 12">
                <a:extLst>
                  <a:ext uri="{FF2B5EF4-FFF2-40B4-BE49-F238E27FC236}">
                    <a16:creationId xmlns:a16="http://schemas.microsoft.com/office/drawing/2014/main" id="{BAF36BA3-3A91-8118-D61F-D6433E72722D}"/>
                  </a:ext>
                </a:extLst>
              </p:cNvPr>
              <p:cNvPicPr>
                <a:picLocks noGrp="1" noRot="1" noChangeAspect="1" noMove="1" noResize="1" noEditPoints="1" noAdjustHandles="1" noChangeArrowheads="1" noChangeShapeType="1" noCrop="1"/>
              </p:cNvPicPr>
              <p:nvPr/>
            </p:nvPicPr>
            <p:blipFill>
              <a:blip r:embed="rId4"/>
              <a:stretch>
                <a:fillRect/>
              </a:stretch>
            </p:blipFill>
            <p:spPr>
              <a:xfrm>
                <a:off x="3938786" y="1012769"/>
                <a:ext cx="4121630" cy="3419643"/>
              </a:xfrm>
              <a:prstGeom prst="rect">
                <a:avLst/>
              </a:prstGeom>
            </p:spPr>
          </p:pic>
        </mc:Fallback>
      </mc:AlternateContent>
      <p:sp>
        <p:nvSpPr>
          <p:cNvPr id="15" name="직사각형 14">
            <a:extLst>
              <a:ext uri="{FF2B5EF4-FFF2-40B4-BE49-F238E27FC236}">
                <a16:creationId xmlns:a16="http://schemas.microsoft.com/office/drawing/2014/main" id="{90E77B90-42CF-D43E-64A4-B5B45B2B8814}"/>
              </a:ext>
            </a:extLst>
          </p:cNvPr>
          <p:cNvSpPr/>
          <p:nvPr/>
        </p:nvSpPr>
        <p:spPr>
          <a:xfrm>
            <a:off x="2831487" y="1394460"/>
            <a:ext cx="5971473" cy="4836071"/>
          </a:xfrm>
          <a:prstGeom prst="rect">
            <a:avLst/>
          </a:prstGeom>
          <a:solidFill>
            <a:schemeClr val="tx1">
              <a:lumMod val="85000"/>
              <a:lumOff val="15000"/>
            </a:schemeClr>
          </a:solidFill>
          <a:ln>
            <a:solidFill>
              <a:schemeClr val="tx1">
                <a:lumMod val="85000"/>
                <a:lumOff val="15000"/>
              </a:schemeClr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6" name="Rectangle 5">
            <a:extLst>
              <a:ext uri="{FF2B5EF4-FFF2-40B4-BE49-F238E27FC236}">
                <a16:creationId xmlns:a16="http://schemas.microsoft.com/office/drawing/2014/main" id="{4641AF5B-4967-EB7C-0E2E-16B611114191}"/>
              </a:ext>
            </a:extLst>
          </p:cNvPr>
          <p:cNvSpPr/>
          <p:nvPr/>
        </p:nvSpPr>
        <p:spPr>
          <a:xfrm>
            <a:off x="676656" y="1353312"/>
            <a:ext cx="566928" cy="41148"/>
          </a:xfrm>
          <a:prstGeom prst="rect">
            <a:avLst/>
          </a:prstGeom>
          <a:solidFill>
            <a:srgbClr val="315EB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Calibri"/>
              <a:ea typeface="+mn-ea"/>
              <a:cs typeface="+mn-cs"/>
            </a:endParaRPr>
          </a:p>
        </p:txBody>
      </p:sp>
      <p:pic>
        <p:nvPicPr>
          <p:cNvPr id="96" name="그림 95">
            <a:extLst>
              <a:ext uri="{FF2B5EF4-FFF2-40B4-BE49-F238E27FC236}">
                <a16:creationId xmlns:a16="http://schemas.microsoft.com/office/drawing/2014/main" id="{E65E8391-5996-E848-FAF3-AC2064069D07}"/>
              </a:ext>
            </a:extLst>
          </p:cNvPr>
          <p:cNvPicPr>
            <a:picLocks noChangeAspect="1"/>
          </p:cNvPicPr>
          <p:nvPr/>
        </p:nvPicPr>
        <p:blipFill>
          <a:blip r:embed="rId5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3389039" y="1012769"/>
            <a:ext cx="5413921" cy="5502331"/>
          </a:xfrm>
          <a:prstGeom prst="rect">
            <a:avLst/>
          </a:prstGeom>
          <a:scene3d>
            <a:camera prst="orthographicFront">
              <a:rot lat="16199998" lon="0" rev="0"/>
            </a:camera>
            <a:lightRig rig="threePt" dir="t"/>
          </a:scene3d>
        </p:spPr>
      </p:pic>
      <mc:AlternateContent xmlns:mc="http://schemas.openxmlformats.org/markup-compatibility/2006">
        <mc:Choice xmlns:am3d="http://schemas.microsoft.com/office/drawing/2017/model3d" Requires="am3d">
          <p:graphicFrame>
            <p:nvGraphicFramePr>
              <p:cNvPr id="108" name="3D 모델 107">
                <a:extLst>
                  <a:ext uri="{FF2B5EF4-FFF2-40B4-BE49-F238E27FC236}">
                    <a16:creationId xmlns:a16="http://schemas.microsoft.com/office/drawing/2014/main" id="{7B7B72F5-7CC7-8A21-AB46-1AA0296452CE}"/>
                  </a:ext>
                </a:extLst>
              </p:cNvPr>
              <p:cNvGraphicFramePr>
                <a:graphicFrameLocks noChangeAspect="1"/>
              </p:cNvGraphicFramePr>
              <p:nvPr>
                <p:extLst>
                  <p:ext uri="{D42A27DB-BD31-4B8C-83A1-F6EECF244321}">
                    <p14:modId xmlns:p14="http://schemas.microsoft.com/office/powerpoint/2010/main" val="2798594935"/>
                  </p:ext>
                </p:extLst>
              </p:nvPr>
            </p:nvGraphicFramePr>
            <p:xfrm>
              <a:off x="4133270" y="2198004"/>
              <a:ext cx="3925446" cy="2461977"/>
            </p:xfrm>
            <a:graphic>
              <a:graphicData uri="http://schemas.microsoft.com/office/drawing/2017/model3d">
                <am3d:model3d r:embed="rId6">
                  <am3d:spPr>
                    <a:xfrm>
                      <a:off x="0" y="0"/>
                      <a:ext cx="3925446" cy="2461977"/>
                    </a:xfrm>
                    <a:prstGeom prst="rect">
                      <a:avLst/>
                    </a:prstGeom>
                  </am3d:spPr>
                  <am3d:camera>
                    <am3d:pos x="0" y="0" z="77053359"/>
                    <am3d:up dx="0" dy="36000000" dz="0"/>
                    <am3d:lookAt x="0" y="0" z="0"/>
                    <am3d:perspective fov="2700000"/>
                  </am3d:camera>
                  <am3d:trans>
                    <am3d:meterPerModelUnit n="153134" d="1000000"/>
                    <am3d:preTrans dx="-1171956" dy="-1293572" dz="1117802"/>
                    <am3d:scale>
                      <am3d:sx n="1000000" d="1000000"/>
                      <am3d:sy n="1000000" d="1000000"/>
                      <am3d:sz n="1000000" d="1000000"/>
                    </am3d:scale>
                    <am3d:rot ax="1531817" ay="-53333" az="-25435"/>
                    <am3d:postTrans dx="0" dy="0" dz="0"/>
                  </am3d:trans>
                  <am3d:raster rName="Office3DRenderer" rVer="16.0.8326">
                    <am3d:blip r:embed="rId7"/>
                  </am3d:raster>
                  <am3d:objViewport viewportSz="5418658"/>
                  <am3d:ambientLight>
                    <am3d:clr>
                      <a:scrgbClr r="50000" g="50000" b="50000"/>
                    </am3d:clr>
                    <am3d:illuminance n="500000" d="1000000"/>
                  </am3d:ambientLight>
                  <am3d:ptLight rad="0">
                    <am3d:clr>
                      <a:scrgbClr r="100000" g="75000" b="50000"/>
                    </am3d:clr>
                    <am3d:intensity n="9765625" d="1000000"/>
                    <am3d:pos x="21959998" y="70920001" z="16344003"/>
                  </am3d:ptLight>
                  <am3d:ptLight rad="0">
                    <am3d:clr>
                      <a:scrgbClr r="40000" g="60000" b="95000"/>
                    </am3d:clr>
                    <am3d:intensity n="12250000" d="1000000"/>
                    <am3d:pos x="-37964106" y="51130435" z="57631972"/>
                  </am3d:ptLight>
                  <am3d:ptLight rad="0">
                    <am3d:clr>
                      <a:scrgbClr r="86837" g="72700" b="100000"/>
                    </am3d:clr>
                    <am3d:intensity n="3125000" d="1000000"/>
                    <am3d:pos x="-37739122" y="58056624" z="-34769649"/>
                  </am3d:ptLight>
                </am3d:model3d>
              </a:graphicData>
            </a:graphic>
          </p:graphicFrame>
        </mc:Choice>
        <mc:Fallback>
          <p:pic>
            <p:nvPicPr>
              <p:cNvPr id="108" name="3D 모델 107">
                <a:extLst>
                  <a:ext uri="{FF2B5EF4-FFF2-40B4-BE49-F238E27FC236}">
                    <a16:creationId xmlns:a16="http://schemas.microsoft.com/office/drawing/2014/main" id="{7B7B72F5-7CC7-8A21-AB46-1AA0296452CE}"/>
                  </a:ext>
                </a:extLst>
              </p:cNvPr>
              <p:cNvPicPr>
                <a:picLocks noGrp="1" noRot="1" noChangeAspect="1" noMove="1" noResize="1" noEditPoints="1" noAdjustHandles="1" noChangeArrowheads="1" noChangeShapeType="1" noCrop="1"/>
              </p:cNvPicPr>
              <p:nvPr/>
            </p:nvPicPr>
            <p:blipFill>
              <a:blip r:embed="rId7"/>
              <a:stretch>
                <a:fillRect/>
              </a:stretch>
            </p:blipFill>
            <p:spPr>
              <a:xfrm>
                <a:off x="4133270" y="2198004"/>
                <a:ext cx="3925446" cy="2461977"/>
              </a:xfrm>
              <a:prstGeom prst="rect">
                <a:avLst/>
              </a:prstGeom>
            </p:spPr>
          </p:pic>
        </mc:Fallback>
      </mc:AlternateContent>
      <p:sp>
        <p:nvSpPr>
          <p:cNvPr id="8" name="왼쪽 중괄호 7">
            <a:extLst>
              <a:ext uri="{FF2B5EF4-FFF2-40B4-BE49-F238E27FC236}">
                <a16:creationId xmlns:a16="http://schemas.microsoft.com/office/drawing/2014/main" id="{0A5CDB8D-3BEC-DB36-7F6C-4B2FACE52A8E}"/>
              </a:ext>
            </a:extLst>
          </p:cNvPr>
          <p:cNvSpPr/>
          <p:nvPr/>
        </p:nvSpPr>
        <p:spPr>
          <a:xfrm>
            <a:off x="3228605" y="1451113"/>
            <a:ext cx="957674" cy="4532243"/>
          </a:xfrm>
          <a:prstGeom prst="leftBrace">
            <a:avLst>
              <a:gd name="adj1" fmla="val 33241"/>
              <a:gd name="adj2" fmla="val 50000"/>
            </a:avLst>
          </a:prstGeom>
          <a:ln>
            <a:solidFill>
              <a:srgbClr val="F8F9FC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10" name="왼쪽 중괄호 9">
            <a:extLst>
              <a:ext uri="{FF2B5EF4-FFF2-40B4-BE49-F238E27FC236}">
                <a16:creationId xmlns:a16="http://schemas.microsoft.com/office/drawing/2014/main" id="{087F080C-A33F-12FE-866F-44255930882B}"/>
              </a:ext>
            </a:extLst>
          </p:cNvPr>
          <p:cNvSpPr/>
          <p:nvPr/>
        </p:nvSpPr>
        <p:spPr>
          <a:xfrm rot="10800000">
            <a:off x="7700920" y="1451113"/>
            <a:ext cx="957674" cy="4532243"/>
          </a:xfrm>
          <a:prstGeom prst="leftBrace">
            <a:avLst>
              <a:gd name="adj1" fmla="val 33241"/>
              <a:gd name="adj2" fmla="val 50000"/>
            </a:avLst>
          </a:prstGeom>
          <a:ln>
            <a:solidFill>
              <a:srgbClr val="F8F9FC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11" name="TextBox 10">
            <a:extLst>
              <a:ext uri="{FF2B5EF4-FFF2-40B4-BE49-F238E27FC236}">
                <a16:creationId xmlns:a16="http://schemas.microsoft.com/office/drawing/2014/main" id="{D1D823BF-79E0-D1D4-DFA3-A3BF05548D21}"/>
              </a:ext>
            </a:extLst>
          </p:cNvPr>
          <p:cNvSpPr txBox="1"/>
          <p:nvPr/>
        </p:nvSpPr>
        <p:spPr>
          <a:xfrm>
            <a:off x="8223030" y="789110"/>
            <a:ext cx="681597" cy="116955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ko-KR" sz="7000" dirty="0">
                <a:solidFill>
                  <a:srgbClr val="F8F9FC"/>
                </a:solidFill>
                <a:latin typeface="Cambria Math" panose="02040503050406030204" pitchFamily="18" charset="0"/>
                <a:ea typeface="Cambria Math" panose="02040503050406030204" pitchFamily="18" charset="0"/>
              </a:rPr>
              <a:t>2</a:t>
            </a:r>
            <a:endParaRPr lang="ko-KR" altLang="en-US" sz="7000" dirty="0">
              <a:solidFill>
                <a:srgbClr val="F8F9FC"/>
              </a:solidFill>
              <a:latin typeface="Cambria Math" panose="02040503050406030204" pitchFamily="18" charset="0"/>
            </a:endParaRPr>
          </a:p>
        </p:txBody>
      </p:sp>
      <p:sp>
        <p:nvSpPr>
          <p:cNvPr id="17" name="TextBox 16">
            <a:extLst>
              <a:ext uri="{FF2B5EF4-FFF2-40B4-BE49-F238E27FC236}">
                <a16:creationId xmlns:a16="http://schemas.microsoft.com/office/drawing/2014/main" id="{4CD9851A-293F-B5CA-6CEF-147F453DDA75}"/>
              </a:ext>
            </a:extLst>
          </p:cNvPr>
          <p:cNvSpPr txBox="1"/>
          <p:nvPr/>
        </p:nvSpPr>
        <p:spPr>
          <a:xfrm>
            <a:off x="676656" y="987552"/>
            <a:ext cx="3057247" cy="284693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marL="0" marR="0" lvl="0" indent="0" algn="l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 sz="1250">
                <a:solidFill>
                  <a:srgbClr val="5C6574"/>
                </a:solidFill>
              </a:defRPr>
            </a:pPr>
            <a:r>
              <a:rPr kumimoji="0" lang="ko-KR" altLang="en-US" sz="1250" b="0" i="0" u="none" strike="noStrike" kern="1200" cap="none" spc="0" normalizeH="0" baseline="0" noProof="0" dirty="0">
                <a:ln>
                  <a:noFill/>
                </a:ln>
                <a:solidFill>
                  <a:srgbClr val="F8F9FC"/>
                </a:solidFill>
                <a:effectLst/>
                <a:uLnTx/>
                <a:uFillTx/>
                <a:latin typeface="Calibri"/>
                <a:ea typeface="+mn-ea"/>
                <a:cs typeface="+mn-cs"/>
              </a:rPr>
              <a:t>생성한 데이터의 공간적 특징을 학습한다</a:t>
            </a:r>
            <a:endParaRPr kumimoji="0" sz="1250" b="0" i="0" u="none" strike="noStrike" kern="1200" cap="none" spc="0" normalizeH="0" baseline="0" noProof="0" dirty="0">
              <a:ln>
                <a:noFill/>
              </a:ln>
              <a:solidFill>
                <a:srgbClr val="F8F9FC"/>
              </a:solidFill>
              <a:effectLst/>
              <a:uLnTx/>
              <a:uFillTx/>
              <a:latin typeface="Calibri"/>
              <a:ea typeface="+mn-ea"/>
              <a:cs typeface="+mn-cs"/>
            </a:endParaRP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19" name="TextBox 18">
                <a:extLst>
                  <a:ext uri="{FF2B5EF4-FFF2-40B4-BE49-F238E27FC236}">
                    <a16:creationId xmlns:a16="http://schemas.microsoft.com/office/drawing/2014/main" id="{FA88071E-8EC2-D18F-490B-DC79667F3932}"/>
                  </a:ext>
                </a:extLst>
              </p:cNvPr>
              <p:cNvSpPr txBox="1"/>
              <p:nvPr/>
            </p:nvSpPr>
            <p:spPr>
              <a:xfrm>
                <a:off x="658368" y="384048"/>
                <a:ext cx="4330481" cy="523220"/>
              </a:xfrm>
              <a:prstGeom prst="rect">
                <a:avLst/>
              </a:prstGeom>
              <a:noFill/>
            </p:spPr>
            <p:txBody>
              <a:bodyPr wrap="none">
                <a:spAutoFit/>
              </a:bodyPr>
              <a:lstStyle/>
              <a:p>
                <a:pPr lvl="0" defTabSz="457200" latinLnBrk="0">
                  <a:defRPr sz="2800" b="1">
                    <a:solidFill>
                      <a:srgbClr val="18233A"/>
                    </a:solidFill>
                  </a:defRPr>
                </a:pPr>
                <a:r>
                  <a:rPr lang="en-US" altLang="ko-KR" sz="2800" b="1" dirty="0">
                    <a:solidFill>
                      <a:srgbClr val="F8F9FC"/>
                    </a:solidFill>
                    <a:latin typeface="+mj-ea"/>
                  </a:rPr>
                  <a:t>AI</a:t>
                </a:r>
                <a:r>
                  <a:rPr lang="ko-KR" altLang="en-US" sz="2800" b="1" dirty="0">
                    <a:solidFill>
                      <a:srgbClr val="F8F9FC"/>
                    </a:solidFill>
                    <a:latin typeface="+mj-ea"/>
                  </a:rPr>
                  <a:t> </a:t>
                </a:r>
                <a:r>
                  <a:rPr lang="en-US" altLang="ko-KR" sz="2800" b="1" dirty="0">
                    <a:solidFill>
                      <a:srgbClr val="F8F9FC"/>
                    </a:solidFill>
                    <a:latin typeface="+mj-ea"/>
                  </a:rPr>
                  <a:t>1)</a:t>
                </a:r>
                <a:r>
                  <a:rPr lang="ko-KR" altLang="en-US" sz="2800" b="1" dirty="0">
                    <a:solidFill>
                      <a:srgbClr val="F8F9FC"/>
                    </a:solidFill>
                    <a:latin typeface="+mj-ea"/>
                  </a:rPr>
                  <a:t>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ko-KR" altLang="en-US" sz="2800" b="1" i="1">
                            <a:solidFill>
                              <a:srgbClr val="F8F9FC"/>
                            </a:solidFill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ko-KR" altLang="en-US" sz="2800" b="1" i="1">
                            <a:solidFill>
                              <a:srgbClr val="F8F9FC"/>
                            </a:solidFill>
                            <a:latin typeface="Cambria Math" panose="02040503050406030204" pitchFamily="18" charset="0"/>
                          </a:rPr>
                          <m:t>𝒈</m:t>
                        </m:r>
                      </m:e>
                      <m:sub>
                        <m:r>
                          <a:rPr lang="ko-KR" altLang="en-US" sz="2800" b="1" i="1">
                            <a:solidFill>
                              <a:srgbClr val="F8F9FC"/>
                            </a:solidFill>
                            <a:latin typeface="Cambria Math" panose="02040503050406030204" pitchFamily="18" charset="0"/>
                          </a:rPr>
                          <m:t>𝟎𝟎</m:t>
                        </m:r>
                      </m:sub>
                    </m:sSub>
                  </m:oMath>
                </a14:m>
                <a:r>
                  <a:rPr lang="ko-KR" altLang="en-US" sz="2800" b="1" dirty="0">
                    <a:solidFill>
                      <a:srgbClr val="F8F9FC"/>
                    </a:solidFill>
                    <a:latin typeface="+mj-ea"/>
                  </a:rPr>
                  <a:t> 격자 </a:t>
                </a:r>
                <a:r>
                  <a:rPr lang="en-US" altLang="ko-KR" sz="2800" b="1" dirty="0">
                    <a:solidFill>
                      <a:srgbClr val="F8F9FC"/>
                    </a:solidFill>
                    <a:latin typeface="+mj-ea"/>
                  </a:rPr>
                  <a:t>CNN </a:t>
                </a:r>
                <a:r>
                  <a:rPr lang="ko-KR" altLang="en-US" sz="2800" b="1" dirty="0">
                    <a:solidFill>
                      <a:srgbClr val="F8F9FC"/>
                    </a:solidFill>
                    <a:latin typeface="+mj-ea"/>
                  </a:rPr>
                  <a:t>학습</a:t>
                </a:r>
              </a:p>
            </p:txBody>
          </p:sp>
        </mc:Choice>
        <mc:Fallback xmlns="">
          <p:sp>
            <p:nvSpPr>
              <p:cNvPr id="19" name="TextBox 18">
                <a:extLst>
                  <a:ext uri="{FF2B5EF4-FFF2-40B4-BE49-F238E27FC236}">
                    <a16:creationId xmlns:a16="http://schemas.microsoft.com/office/drawing/2014/main" id="{FA88071E-8EC2-D18F-490B-DC79667F3932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658368" y="384048"/>
                <a:ext cx="4330481" cy="523220"/>
              </a:xfrm>
              <a:prstGeom prst="rect">
                <a:avLst/>
              </a:prstGeom>
              <a:blipFill>
                <a:blip r:embed="rId8"/>
                <a:stretch>
                  <a:fillRect l="-2817" t="-11628" r="-1831" b="-31395"/>
                </a:stretch>
              </a:blipFill>
            </p:spPr>
            <p:txBody>
              <a:bodyPr/>
              <a:lstStyle/>
              <a:p>
                <a:r>
                  <a:rPr lang="ko-KR" altLang="en-US">
                    <a:noFill/>
                  </a:rPr>
                  <a:t> </a:t>
                </a:r>
              </a:p>
            </p:txBody>
          </p:sp>
        </mc:Fallback>
      </mc:AlternateContent>
    </p:spTree>
    <p:custDataLst>
      <p:tags r:id="rId1"/>
    </p:custDataLst>
    <p:extLst>
      <p:ext uri="{BB962C8B-B14F-4D97-AF65-F5344CB8AC3E}">
        <p14:creationId xmlns:p14="http://schemas.microsoft.com/office/powerpoint/2010/main" val="1143264040"/>
      </p:ext>
    </p:extLst>
  </p:cSld>
  <p:clrMapOvr>
    <a:masterClrMapping/>
  </p:clrMapOvr>
  <mc:AlternateContent xmlns:mc="http://schemas.openxmlformats.org/markup-compatibility/2006">
    <mc:Choice xmlns:p159="http://schemas.microsoft.com/office/powerpoint/2015/09/main" Requires="p159">
      <p:transition spd="slow">
        <p159:morph option="byObject"/>
      </p:transition>
    </mc:Choice>
    <mc:Fallback>
      <p:transition spd="slow">
        <p:fade/>
      </p:transition>
    </mc:Fallback>
  </mc:AlternateContent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37" presetClass="emph" presetSubtype="2" repeatCount="indefinite" fill="hold" nodeType="withEffect">
                                  <p:stCondLst>
                                    <p:cond delay="0"/>
                                  </p:stCondLst>
                                  <p:endCondLst>
                                    <p:cond evt="onNext" delay="0">
                                      <p:tgtEl>
                                        <p:sldTgt/>
                                      </p:tgtEl>
                                    </p:cond>
                                  </p:endCondLst>
                                  <p:childTnLst>
                                    <p:animRot by="21600000">
                                      <p:cBhvr>
                                        <p:cTn id="6" dur="2000" fill="hold"/>
                                        <p:tgtEl>
                                          <p:spTgt spid="108"/>
                                        </p:tgtEl>
                                        <p:attrNameLst>
                                          <p:attrName>3d.object.rotation.y</p:attrName>
                                        </p:attrNameLst>
                                      </p:cBhvr>
                                    </p:animRot>
                                  </p:childTnLst>
                                </p:cTn>
                              </p:par>
                              <p:par>
                                <p:cTn id="7" presetID="37" presetClass="emph" presetSubtype="2" repeatCount="indefinite" fill="hold" nodeType="withEffect">
                                  <p:stCondLst>
                                    <p:cond delay="0"/>
                                  </p:stCondLst>
                                  <p:endCondLst>
                                    <p:cond evt="onNext" delay="0">
                                      <p:tgtEl>
                                        <p:sldTgt/>
                                      </p:tgtEl>
                                    </p:cond>
                                  </p:endCondLst>
                                  <p:childTnLst>
                                    <p:animRot by="21600000">
                                      <p:cBhvr>
                                        <p:cTn id="8" dur="2000" fill="hold"/>
                                        <p:tgtEl>
                                          <p:spTgt spid="13"/>
                                        </p:tgtEl>
                                        <p:attrNameLst>
                                          <p:attrName>3d.object.rotation.y</p:attrName>
                                        </p:attrNameLst>
                                      </p:cBhvr>
                                    </p:animRo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9" fill="hold">
                      <p:stCondLst>
                        <p:cond delay="indefinite"/>
                      </p:stCondLst>
                      <p:childTnLst>
                        <p:par>
                          <p:cTn id="10" fill="hold">
                            <p:stCondLst>
                              <p:cond delay="0"/>
                            </p:stCondLst>
                            <p:childTnLst>
                              <p:par>
                                <p:cTn id="11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3" dur="500"/>
                                        <p:tgtEl>
                                          <p:spTgt spid="1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4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6" dur="500"/>
                                        <p:tgtEl>
                                          <p:spTgt spid="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7" fill="hold">
                            <p:stCondLst>
                              <p:cond delay="500"/>
                            </p:stCondLst>
                            <p:childTnLst>
                              <p:par>
                                <p:cTn id="18" presetID="10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0" dur="500"/>
                                        <p:tgtEl>
                                          <p:spTgt spid="1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21" fill="hold">
                            <p:stCondLst>
                              <p:cond delay="1000"/>
                            </p:stCondLst>
                            <p:childTnLst>
                              <p:par>
                                <p:cTn id="22" presetID="53" presetClass="exit" presetSubtype="32" fill="hold" grpId="1" nodeType="afterEffect">
                                  <p:stCondLst>
                                    <p:cond delay="0"/>
                                  </p:stCondLst>
                                  <p:childTnLst>
                                    <p:anim calcmode="lin" valueType="num">
                                      <p:cBhvr>
                                        <p:cTn id="23" dur="500"/>
                                        <p:tgtEl>
                                          <p:spTgt spid="11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ppt_w"/>
                                          </p:val>
                                        </p:tav>
                                        <p:tav tm="100000">
                                          <p:val>
                                            <p:fltVal val="0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24" dur="500"/>
                                        <p:tgtEl>
                                          <p:spTgt spid="11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ppt_h"/>
                                          </p:val>
                                        </p:tav>
                                        <p:tav tm="100000">
                                          <p:val>
                                            <p:fltVal val="0"/>
                                          </p:val>
                                        </p:tav>
                                      </p:tavLst>
                                    </p:anim>
                                    <p:animEffect transition="out" filter="fade">
                                      <p:cBhvr>
                                        <p:cTn id="25" dur="500"/>
                                        <p:tgtEl>
                                          <p:spTgt spid="11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499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27" fill="hold">
                            <p:stCondLst>
                              <p:cond delay="1500"/>
                            </p:stCondLst>
                            <p:childTnLst>
                              <p:par>
                                <p:cTn id="28" presetID="53" presetClass="exit" presetSubtype="32" fill="hold" grpId="1" nodeType="afterEffect">
                                  <p:stCondLst>
                                    <p:cond delay="0"/>
                                  </p:stCondLst>
                                  <p:childTnLst>
                                    <p:anim calcmode="lin" valueType="num">
                                      <p:cBhvr>
                                        <p:cTn id="29" dur="500"/>
                                        <p:tgtEl>
                                          <p:spTgt spid="10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ppt_w"/>
                                          </p:val>
                                        </p:tav>
                                        <p:tav tm="100000">
                                          <p:val>
                                            <p:fltVal val="0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30" dur="500"/>
                                        <p:tgtEl>
                                          <p:spTgt spid="10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ppt_h"/>
                                          </p:val>
                                        </p:tav>
                                        <p:tav tm="100000">
                                          <p:val>
                                            <p:fltVal val="0"/>
                                          </p:val>
                                        </p:tav>
                                      </p:tavLst>
                                    </p:anim>
                                    <p:animEffect transition="out" filter="fade">
                                      <p:cBhvr>
                                        <p:cTn id="31" dur="500"/>
                                        <p:tgtEl>
                                          <p:spTgt spid="10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32" dur="1" fill="hold">
                                          <p:stCondLst>
                                            <p:cond delay="499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3" presetID="53" presetClass="exit" presetSubtype="32" fill="hold" grpId="1" nodeType="withEffect">
                                  <p:stCondLst>
                                    <p:cond delay="0"/>
                                  </p:stCondLst>
                                  <p:childTnLst>
                                    <p:anim calcmode="lin" valueType="num">
                                      <p:cBhvr>
                                        <p:cTn id="34" dur="500"/>
                                        <p:tgtEl>
                                          <p:spTgt spid="8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ppt_w"/>
                                          </p:val>
                                        </p:tav>
                                        <p:tav tm="100000">
                                          <p:val>
                                            <p:fltVal val="0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35" dur="500"/>
                                        <p:tgtEl>
                                          <p:spTgt spid="8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ppt_h"/>
                                          </p:val>
                                        </p:tav>
                                        <p:tav tm="100000">
                                          <p:val>
                                            <p:fltVal val="0"/>
                                          </p:val>
                                        </p:tav>
                                      </p:tavLst>
                                    </p:anim>
                                    <p:animEffect transition="out" filter="fade">
                                      <p:cBhvr>
                                        <p:cTn id="36" dur="500"/>
                                        <p:tgtEl>
                                          <p:spTgt spid="8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37" dur="1" fill="hold">
                                          <p:stCondLst>
                                            <p:cond delay="499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38" fill="hold">
                            <p:stCondLst>
                              <p:cond delay="2000"/>
                            </p:stCondLst>
                            <p:childTnLst>
                              <p:par>
                                <p:cTn id="39" presetID="1" presetClass="exit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41" fill="hold">
                            <p:stCondLst>
                              <p:cond delay="2000"/>
                            </p:stCondLst>
                            <p:childTnLst>
                              <p:par>
                                <p:cTn id="42" presetID="53" presetClass="exit" presetSubtype="32" fill="hold" nodeType="afterEffect">
                                  <p:stCondLst>
                                    <p:cond delay="0"/>
                                  </p:stCondLst>
                                  <p:childTnLst>
                                    <p:anim calcmode="lin" valueType="num">
                                      <p:cBhvr>
                                        <p:cTn id="43" dur="200"/>
                                        <p:tgtEl>
                                          <p:spTgt spid="108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ppt_w"/>
                                          </p:val>
                                        </p:tav>
                                        <p:tav tm="100000">
                                          <p:val>
                                            <p:fltVal val="0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44" dur="200"/>
                                        <p:tgtEl>
                                          <p:spTgt spid="108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ppt_h"/>
                                          </p:val>
                                        </p:tav>
                                        <p:tav tm="100000">
                                          <p:val>
                                            <p:fltVal val="0"/>
                                          </p:val>
                                        </p:tav>
                                      </p:tavLst>
                                    </p:anim>
                                    <p:animEffect transition="out" filter="fade">
                                      <p:cBhvr>
                                        <p:cTn id="45" dur="200"/>
                                        <p:tgtEl>
                                          <p:spTgt spid="108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199"/>
                                          </p:stCondLst>
                                        </p:cTn>
                                        <p:tgtEl>
                                          <p:spTgt spid="10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47" presetID="53" presetClass="entr" presetSubtype="16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>
                                        <p:cTn id="49" dur="200" fill="hold"/>
                                        <p:tgtEl>
                                          <p:spTgt spid="13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50" dur="200" fill="hold"/>
                                        <p:tgtEl>
                                          <p:spTgt spid="13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  <p:animEffect transition="in" filter="fade">
                                      <p:cBhvr>
                                        <p:cTn id="51" dur="200"/>
                                        <p:tgtEl>
                                          <p:spTgt spid="1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52" fill="hold">
                            <p:stCondLst>
                              <p:cond delay="2200"/>
                            </p:stCondLst>
                            <p:childTnLst>
                              <p:par>
                                <p:cTn id="53" presetID="37" presetClass="emph" presetSubtype="2" repeatCount="indefinite" fill="hold" nodeType="afterEffect">
                                  <p:stCondLst>
                                    <p:cond delay="0"/>
                                  </p:stCondLst>
                                  <p:childTnLst>
                                    <p:animRot by="21600000">
                                      <p:cBhvr>
                                        <p:cTn id="54" dur="2000" fill="hold"/>
                                        <p:tgtEl>
                                          <p:spTgt spid="13"/>
                                        </p:tgtEl>
                                        <p:attrNameLst>
                                          <p:attrName>3d.object.rotation.y</p:attrName>
                                        </p:attrNameLst>
                                      </p:cBhvr>
                                    </p:animRo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5" grpId="0" animBg="1"/>
      <p:bldP spid="8" grpId="0" animBg="1"/>
      <p:bldP spid="8" grpId="1" animBg="1"/>
      <p:bldP spid="10" grpId="0" animBg="1"/>
      <p:bldP spid="10" grpId="1" animBg="1"/>
      <p:bldP spid="11" grpId="0"/>
      <p:bldP spid="11" grpId="1"/>
    </p:bldLst>
  </p:timing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tx1">
            <a:lumMod val="85000"/>
            <a:lumOff val="15000"/>
          </a:schemeClr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749F4CAA-F2D0-3A9C-0F4D-00EC5988D93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mc:AlternateContent xmlns:mc="http://schemas.openxmlformats.org/markup-compatibility/2006">
        <mc:Choice xmlns:am3d="http://schemas.microsoft.com/office/drawing/2017/model3d" Requires="am3d">
          <p:graphicFrame>
            <p:nvGraphicFramePr>
              <p:cNvPr id="13" name="3D 모델 12">
                <a:extLst>
                  <a:ext uri="{FF2B5EF4-FFF2-40B4-BE49-F238E27FC236}">
                    <a16:creationId xmlns:a16="http://schemas.microsoft.com/office/drawing/2014/main" id="{63966113-A802-A6FC-8E3D-CA2A52B85EBB}"/>
                  </a:ext>
                </a:extLst>
              </p:cNvPr>
              <p:cNvGraphicFramePr>
                <a:graphicFrameLocks noChangeAspect="1"/>
              </p:cNvGraphicFramePr>
              <p:nvPr>
                <p:extLst>
                  <p:ext uri="{D42A27DB-BD31-4B8C-83A1-F6EECF244321}">
                    <p14:modId xmlns:p14="http://schemas.microsoft.com/office/powerpoint/2010/main" val="131490623"/>
                  </p:ext>
                </p:extLst>
              </p:nvPr>
            </p:nvGraphicFramePr>
            <p:xfrm>
              <a:off x="3646655" y="1585384"/>
              <a:ext cx="4563406" cy="4525330"/>
            </p:xfrm>
            <a:graphic>
              <a:graphicData uri="http://schemas.microsoft.com/office/drawing/2017/model3d">
                <am3d:model3d r:embed="rId2">
                  <am3d:spPr>
                    <a:xfrm>
                      <a:off x="0" y="0"/>
                      <a:ext cx="4563406" cy="4525330"/>
                    </a:xfrm>
                    <a:prstGeom prst="rect">
                      <a:avLst/>
                    </a:prstGeom>
                  </am3d:spPr>
                  <am3d:camera>
                    <am3d:pos x="0" y="0" z="69907988"/>
                    <am3d:up dx="0" dy="36000000" dz="0"/>
                    <am3d:lookAt x="0" y="0" z="0"/>
                    <am3d:perspective fov="2700000"/>
                  </am3d:camera>
                  <am3d:trans>
                    <am3d:meterPerModelUnit n="153134" d="1000000"/>
                    <am3d:preTrans dx="-1171956" dy="-7914597" dz="1117802"/>
                    <am3d:scale>
                      <am3d:sx n="1000000" d="1000000"/>
                      <am3d:sy n="1000000" d="1000000"/>
                      <am3d:sz n="1000000" d="1000000"/>
                    </am3d:scale>
                    <am3d:rot ax="5400000"/>
                    <am3d:postTrans dx="0" dy="0" dz="0"/>
                  </am3d:trans>
                  <am3d:raster rName="Office3DRenderer" rVer="16.0.8326">
                    <am3d:blip r:embed="rId3"/>
                  </am3d:raster>
                  <am3d:objViewport viewportSz="8020858"/>
                  <am3d:ambientLight>
                    <am3d:clr>
                      <a:scrgbClr r="50000" g="50000" b="50000"/>
                    </am3d:clr>
                    <am3d:illuminance n="500000" d="1000000"/>
                  </am3d:ambientLight>
                  <am3d:ptLight rad="0">
                    <am3d:clr>
                      <a:scrgbClr r="100000" g="75000" b="50000"/>
                    </am3d:clr>
                    <am3d:intensity n="9765625" d="1000000"/>
                    <am3d:pos x="21959998" y="70920001" z="16344003"/>
                  </am3d:ptLight>
                  <am3d:ptLight rad="0">
                    <am3d:clr>
                      <a:scrgbClr r="40000" g="60000" b="95000"/>
                    </am3d:clr>
                    <am3d:intensity n="12250000" d="1000000"/>
                    <am3d:pos x="-37964106" y="51130435" z="57631972"/>
                  </am3d:ptLight>
                  <am3d:ptLight rad="0">
                    <am3d:clr>
                      <a:scrgbClr r="86837" g="72700" b="100000"/>
                    </am3d:clr>
                    <am3d:intensity n="3125000" d="1000000"/>
                    <am3d:pos x="-37739122" y="58056624" z="-34769649"/>
                  </am3d:ptLight>
                </am3d:model3d>
              </a:graphicData>
            </a:graphic>
          </p:graphicFrame>
        </mc:Choice>
        <mc:Fallback>
          <p:pic>
            <p:nvPicPr>
              <p:cNvPr id="13" name="3D 모델 12">
                <a:extLst>
                  <a:ext uri="{FF2B5EF4-FFF2-40B4-BE49-F238E27FC236}">
                    <a16:creationId xmlns:a16="http://schemas.microsoft.com/office/drawing/2014/main" id="{63966113-A802-A6FC-8E3D-CA2A52B85EBB}"/>
                  </a:ext>
                </a:extLst>
              </p:cNvPr>
              <p:cNvPicPr>
                <a:picLocks noGrp="1" noRot="1" noChangeAspect="1" noMove="1" noResize="1" noEditPoints="1" noAdjustHandles="1" noChangeArrowheads="1" noChangeShapeType="1" noCrop="1"/>
              </p:cNvPicPr>
              <p:nvPr/>
            </p:nvPicPr>
            <p:blipFill>
              <a:blip r:embed="rId3"/>
              <a:stretch>
                <a:fillRect/>
              </a:stretch>
            </p:blipFill>
            <p:spPr>
              <a:xfrm>
                <a:off x="3646655" y="1585384"/>
                <a:ext cx="4563406" cy="4525330"/>
              </a:xfrm>
              <a:prstGeom prst="rect">
                <a:avLst/>
              </a:prstGeom>
            </p:spPr>
          </p:pic>
        </mc:Fallback>
      </mc:AlternateContent>
      <p:sp>
        <p:nvSpPr>
          <p:cNvPr id="6" name="Rectangle 5">
            <a:extLst>
              <a:ext uri="{FF2B5EF4-FFF2-40B4-BE49-F238E27FC236}">
                <a16:creationId xmlns:a16="http://schemas.microsoft.com/office/drawing/2014/main" id="{7A0861F5-A3FC-AE15-C89B-BAC50A812D95}"/>
              </a:ext>
            </a:extLst>
          </p:cNvPr>
          <p:cNvSpPr/>
          <p:nvPr/>
        </p:nvSpPr>
        <p:spPr>
          <a:xfrm>
            <a:off x="676656" y="1353312"/>
            <a:ext cx="566928" cy="41148"/>
          </a:xfrm>
          <a:prstGeom prst="rect">
            <a:avLst/>
          </a:prstGeom>
          <a:solidFill>
            <a:srgbClr val="315EB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Calibri"/>
              <a:ea typeface="+mn-ea"/>
              <a:cs typeface="+mn-cs"/>
            </a:endParaRPr>
          </a:p>
        </p:txBody>
      </p:sp>
      <p:pic>
        <p:nvPicPr>
          <p:cNvPr id="96" name="그림 95">
            <a:extLst>
              <a:ext uri="{FF2B5EF4-FFF2-40B4-BE49-F238E27FC236}">
                <a16:creationId xmlns:a16="http://schemas.microsoft.com/office/drawing/2014/main" id="{481DAAA6-D212-F738-BA90-A4A0B52A790B}"/>
              </a:ext>
            </a:extLst>
          </p:cNvPr>
          <p:cNvPicPr>
            <a:picLocks noChangeAspect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3389039" y="1012769"/>
            <a:ext cx="5413921" cy="5502331"/>
          </a:xfrm>
          <a:prstGeom prst="rect">
            <a:avLst/>
          </a:prstGeom>
          <a:scene3d>
            <a:camera prst="orthographicFront">
              <a:rot lat="16199998" lon="0" rev="0"/>
            </a:camera>
            <a:lightRig rig="threePt" dir="t"/>
          </a:scene3d>
        </p:spPr>
      </p:pic>
      <p:sp>
        <p:nvSpPr>
          <p:cNvPr id="9" name="TextBox 8">
            <a:extLst>
              <a:ext uri="{FF2B5EF4-FFF2-40B4-BE49-F238E27FC236}">
                <a16:creationId xmlns:a16="http://schemas.microsoft.com/office/drawing/2014/main" id="{E82F9AEB-31A3-A3F8-D753-9CE076D79F7D}"/>
              </a:ext>
            </a:extLst>
          </p:cNvPr>
          <p:cNvSpPr txBox="1"/>
          <p:nvPr/>
        </p:nvSpPr>
        <p:spPr>
          <a:xfrm>
            <a:off x="676656" y="987552"/>
            <a:ext cx="3057247" cy="284693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marL="0" marR="0" lvl="0" indent="0" algn="l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 sz="1250">
                <a:solidFill>
                  <a:srgbClr val="5C6574"/>
                </a:solidFill>
              </a:defRPr>
            </a:pPr>
            <a:r>
              <a:rPr kumimoji="0" lang="ko-KR" altLang="en-US" sz="1250" b="0" i="0" u="none" strike="noStrike" kern="1200" cap="none" spc="0" normalizeH="0" baseline="0" noProof="0" dirty="0">
                <a:ln>
                  <a:noFill/>
                </a:ln>
                <a:solidFill>
                  <a:srgbClr val="F8F9FC"/>
                </a:solidFill>
                <a:effectLst/>
                <a:uLnTx/>
                <a:uFillTx/>
                <a:latin typeface="Calibri"/>
                <a:ea typeface="+mn-ea"/>
                <a:cs typeface="+mn-cs"/>
              </a:rPr>
              <a:t>생성한 데이터의 공간적 특징을 학습한다</a:t>
            </a:r>
            <a:endParaRPr kumimoji="0" sz="1250" b="0" i="0" u="none" strike="noStrike" kern="1200" cap="none" spc="0" normalizeH="0" baseline="0" noProof="0" dirty="0">
              <a:ln>
                <a:noFill/>
              </a:ln>
              <a:solidFill>
                <a:srgbClr val="F8F9FC"/>
              </a:solidFill>
              <a:effectLst/>
              <a:uLnTx/>
              <a:uFillTx/>
              <a:latin typeface="Calibri"/>
              <a:ea typeface="+mn-ea"/>
              <a:cs typeface="+mn-cs"/>
            </a:endParaRP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14" name="TextBox 13">
                <a:extLst>
                  <a:ext uri="{FF2B5EF4-FFF2-40B4-BE49-F238E27FC236}">
                    <a16:creationId xmlns:a16="http://schemas.microsoft.com/office/drawing/2014/main" id="{E4646466-72AA-D1EA-F6F1-51AF22C9683D}"/>
                  </a:ext>
                </a:extLst>
              </p:cNvPr>
              <p:cNvSpPr txBox="1"/>
              <p:nvPr/>
            </p:nvSpPr>
            <p:spPr>
              <a:xfrm>
                <a:off x="658368" y="384048"/>
                <a:ext cx="4330481" cy="523220"/>
              </a:xfrm>
              <a:prstGeom prst="rect">
                <a:avLst/>
              </a:prstGeom>
              <a:noFill/>
            </p:spPr>
            <p:txBody>
              <a:bodyPr wrap="none">
                <a:spAutoFit/>
              </a:bodyPr>
              <a:lstStyle/>
              <a:p>
                <a:pPr lvl="0" defTabSz="457200" latinLnBrk="0">
                  <a:defRPr sz="2800" b="1">
                    <a:solidFill>
                      <a:srgbClr val="18233A"/>
                    </a:solidFill>
                  </a:defRPr>
                </a:pPr>
                <a:r>
                  <a:rPr lang="en-US" altLang="ko-KR" sz="2800" b="1" dirty="0">
                    <a:solidFill>
                      <a:srgbClr val="F8F9FC"/>
                    </a:solidFill>
                    <a:latin typeface="+mj-ea"/>
                  </a:rPr>
                  <a:t>AI</a:t>
                </a:r>
                <a:r>
                  <a:rPr lang="ko-KR" altLang="en-US" sz="2800" b="1" dirty="0">
                    <a:solidFill>
                      <a:srgbClr val="F8F9FC"/>
                    </a:solidFill>
                    <a:latin typeface="+mj-ea"/>
                  </a:rPr>
                  <a:t> </a:t>
                </a:r>
                <a:r>
                  <a:rPr lang="en-US" altLang="ko-KR" sz="2800" b="1" dirty="0">
                    <a:solidFill>
                      <a:srgbClr val="F8F9FC"/>
                    </a:solidFill>
                    <a:latin typeface="+mj-ea"/>
                  </a:rPr>
                  <a:t>1)</a:t>
                </a:r>
                <a:r>
                  <a:rPr lang="ko-KR" altLang="en-US" sz="2800" b="1" dirty="0">
                    <a:solidFill>
                      <a:srgbClr val="F8F9FC"/>
                    </a:solidFill>
                    <a:latin typeface="+mj-ea"/>
                  </a:rPr>
                  <a:t>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ko-KR" altLang="en-US" sz="2800" b="1" i="1">
                            <a:solidFill>
                              <a:srgbClr val="F8F9FC"/>
                            </a:solidFill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ko-KR" altLang="en-US" sz="2800" b="1" i="1">
                            <a:solidFill>
                              <a:srgbClr val="F8F9FC"/>
                            </a:solidFill>
                            <a:latin typeface="Cambria Math" panose="02040503050406030204" pitchFamily="18" charset="0"/>
                          </a:rPr>
                          <m:t>𝒈</m:t>
                        </m:r>
                      </m:e>
                      <m:sub>
                        <m:r>
                          <a:rPr lang="ko-KR" altLang="en-US" sz="2800" b="1" i="1">
                            <a:solidFill>
                              <a:srgbClr val="F8F9FC"/>
                            </a:solidFill>
                            <a:latin typeface="Cambria Math" panose="02040503050406030204" pitchFamily="18" charset="0"/>
                          </a:rPr>
                          <m:t>𝟎𝟎</m:t>
                        </m:r>
                      </m:sub>
                    </m:sSub>
                  </m:oMath>
                </a14:m>
                <a:r>
                  <a:rPr lang="ko-KR" altLang="en-US" sz="2800" b="1" dirty="0">
                    <a:solidFill>
                      <a:srgbClr val="F8F9FC"/>
                    </a:solidFill>
                    <a:latin typeface="+mj-ea"/>
                  </a:rPr>
                  <a:t> 격자 </a:t>
                </a:r>
                <a:r>
                  <a:rPr lang="en-US" altLang="ko-KR" sz="2800" b="1" dirty="0">
                    <a:solidFill>
                      <a:srgbClr val="F8F9FC"/>
                    </a:solidFill>
                    <a:latin typeface="+mj-ea"/>
                  </a:rPr>
                  <a:t>CNN </a:t>
                </a:r>
                <a:r>
                  <a:rPr lang="ko-KR" altLang="en-US" sz="2800" b="1" dirty="0">
                    <a:solidFill>
                      <a:srgbClr val="F8F9FC"/>
                    </a:solidFill>
                    <a:latin typeface="+mj-ea"/>
                  </a:rPr>
                  <a:t>학습</a:t>
                </a:r>
              </a:p>
            </p:txBody>
          </p:sp>
        </mc:Choice>
        <mc:Fallback xmlns="">
          <p:sp>
            <p:nvSpPr>
              <p:cNvPr id="14" name="TextBox 13">
                <a:extLst>
                  <a:ext uri="{FF2B5EF4-FFF2-40B4-BE49-F238E27FC236}">
                    <a16:creationId xmlns:a16="http://schemas.microsoft.com/office/drawing/2014/main" id="{E4646466-72AA-D1EA-F6F1-51AF22C9683D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658368" y="384048"/>
                <a:ext cx="4330481" cy="523220"/>
              </a:xfrm>
              <a:prstGeom prst="rect">
                <a:avLst/>
              </a:prstGeom>
              <a:blipFill>
                <a:blip r:embed="rId5"/>
                <a:stretch>
                  <a:fillRect l="-2817" t="-11628" r="-1831" b="-31395"/>
                </a:stretch>
              </a:blipFill>
            </p:spPr>
            <p:txBody>
              <a:bodyPr/>
              <a:lstStyle/>
              <a:p>
                <a:r>
                  <a:rPr lang="ko-KR" altLang="en-US">
                    <a:noFill/>
                  </a:rPr>
                  <a:t> </a:t>
                </a:r>
              </a:p>
            </p:txBody>
          </p:sp>
        </mc:Fallback>
      </mc:AlternateContent>
    </p:spTree>
    <p:extLst>
      <p:ext uri="{BB962C8B-B14F-4D97-AF65-F5344CB8AC3E}">
        <p14:creationId xmlns:p14="http://schemas.microsoft.com/office/powerpoint/2010/main" val="736156340"/>
      </p:ext>
    </p:extLst>
  </p:cSld>
  <p:clrMapOvr>
    <a:masterClrMapping/>
  </p:clrMapOvr>
  <mc:AlternateContent xmlns:mc="http://schemas.openxmlformats.org/markup-compatibility/2006">
    <mc:Choice xmlns:p159="http://schemas.microsoft.com/office/powerpoint/2015/09/main" Requires="p159">
      <p:transition xmlns:p14="http://schemas.microsoft.com/office/powerpoint/2010/main" spd="slow" p14:dur="2000" advTm="0">
        <p159:morph option="byObject"/>
      </p:transition>
    </mc:Choice>
    <mc:Fallback>
      <p:transition spd="slow" advTm="0">
        <p:fade/>
      </p:transition>
    </mc:Fallback>
  </mc:AlternateContent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8F9FC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F1606158-0DD3-68E5-7E15-90C0B8105BE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07" name="그림 106">
            <a:extLst>
              <a:ext uri="{FF2B5EF4-FFF2-40B4-BE49-F238E27FC236}">
                <a16:creationId xmlns:a16="http://schemas.microsoft.com/office/drawing/2014/main" id="{3A60D189-A06C-CE31-4FFE-2563ACF76DCC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2536146" y="1256508"/>
            <a:ext cx="7119707" cy="5339780"/>
          </a:xfrm>
          <a:prstGeom prst="rect">
            <a:avLst/>
          </a:prstGeom>
        </p:spPr>
      </p:pic>
      <p:sp>
        <p:nvSpPr>
          <p:cNvPr id="6" name="Rectangle 5">
            <a:extLst>
              <a:ext uri="{FF2B5EF4-FFF2-40B4-BE49-F238E27FC236}">
                <a16:creationId xmlns:a16="http://schemas.microsoft.com/office/drawing/2014/main" id="{CE3A88B9-AAEF-96A0-AF9C-E39D714ED94F}"/>
              </a:ext>
            </a:extLst>
          </p:cNvPr>
          <p:cNvSpPr/>
          <p:nvPr/>
        </p:nvSpPr>
        <p:spPr>
          <a:xfrm>
            <a:off x="676656" y="1353312"/>
            <a:ext cx="566928" cy="41148"/>
          </a:xfrm>
          <a:prstGeom prst="rect">
            <a:avLst/>
          </a:prstGeom>
          <a:solidFill>
            <a:srgbClr val="315EB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Calibri"/>
              <a:ea typeface="+mn-ea"/>
              <a:cs typeface="+mn-cs"/>
            </a:endParaRPr>
          </a:p>
        </p:txBody>
      </p:sp>
      <p:sp>
        <p:nvSpPr>
          <p:cNvPr id="85" name="사다리꼴 84">
            <a:extLst>
              <a:ext uri="{FF2B5EF4-FFF2-40B4-BE49-F238E27FC236}">
                <a16:creationId xmlns:a16="http://schemas.microsoft.com/office/drawing/2014/main" id="{00CE6084-FF98-8951-2DA8-CC2FED5A6A6D}"/>
              </a:ext>
            </a:extLst>
          </p:cNvPr>
          <p:cNvSpPr/>
          <p:nvPr/>
        </p:nvSpPr>
        <p:spPr>
          <a:xfrm>
            <a:off x="2485961" y="1817858"/>
            <a:ext cx="6607854" cy="4449592"/>
          </a:xfrm>
          <a:prstGeom prst="trapezoid">
            <a:avLst>
              <a:gd name="adj" fmla="val 29067"/>
            </a:avLst>
          </a:prstGeom>
          <a:solidFill>
            <a:srgbClr val="FF0000">
              <a:alpha val="15000"/>
            </a:srgbClr>
          </a:solidFill>
          <a:ln>
            <a:solidFill>
              <a:schemeClr val="tx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 dirty="0"/>
          </a:p>
        </p:txBody>
      </p:sp>
      <p:cxnSp>
        <p:nvCxnSpPr>
          <p:cNvPr id="87" name="직선 연결선 86">
            <a:extLst>
              <a:ext uri="{FF2B5EF4-FFF2-40B4-BE49-F238E27FC236}">
                <a16:creationId xmlns:a16="http://schemas.microsoft.com/office/drawing/2014/main" id="{11C4D2B9-DA4E-8FAF-0156-4142C92B15B9}"/>
              </a:ext>
            </a:extLst>
          </p:cNvPr>
          <p:cNvCxnSpPr/>
          <p:nvPr/>
        </p:nvCxnSpPr>
        <p:spPr>
          <a:xfrm>
            <a:off x="3752193" y="1885556"/>
            <a:ext cx="4099035" cy="0"/>
          </a:xfrm>
          <a:prstGeom prst="line">
            <a:avLst/>
          </a:prstGeom>
          <a:ln>
            <a:solidFill>
              <a:srgbClr val="FF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92" name="직선 연결선 91">
            <a:extLst>
              <a:ext uri="{FF2B5EF4-FFF2-40B4-BE49-F238E27FC236}">
                <a16:creationId xmlns:a16="http://schemas.microsoft.com/office/drawing/2014/main" id="{7508F148-84EB-F3B5-0A3C-91333D909C7E}"/>
              </a:ext>
            </a:extLst>
          </p:cNvPr>
          <p:cNvCxnSpPr/>
          <p:nvPr/>
        </p:nvCxnSpPr>
        <p:spPr>
          <a:xfrm>
            <a:off x="3752193" y="1895694"/>
            <a:ext cx="4099035" cy="0"/>
          </a:xfrm>
          <a:prstGeom prst="line">
            <a:avLst/>
          </a:prstGeom>
          <a:ln>
            <a:solidFill>
              <a:srgbClr val="FF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93" name="직선 연결선 92">
            <a:extLst>
              <a:ext uri="{FF2B5EF4-FFF2-40B4-BE49-F238E27FC236}">
                <a16:creationId xmlns:a16="http://schemas.microsoft.com/office/drawing/2014/main" id="{ECE8FE69-D87C-8626-65B4-F47A1FCC5803}"/>
              </a:ext>
            </a:extLst>
          </p:cNvPr>
          <p:cNvCxnSpPr/>
          <p:nvPr/>
        </p:nvCxnSpPr>
        <p:spPr>
          <a:xfrm>
            <a:off x="3717380" y="1885556"/>
            <a:ext cx="4099035" cy="0"/>
          </a:xfrm>
          <a:prstGeom prst="line">
            <a:avLst/>
          </a:prstGeom>
          <a:ln>
            <a:solidFill>
              <a:srgbClr val="FF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94" name="직선 연결선 93">
            <a:extLst>
              <a:ext uri="{FF2B5EF4-FFF2-40B4-BE49-F238E27FC236}">
                <a16:creationId xmlns:a16="http://schemas.microsoft.com/office/drawing/2014/main" id="{B28F8AF2-B134-4AA0-D543-CF5B90213D1A}"/>
              </a:ext>
            </a:extLst>
          </p:cNvPr>
          <p:cNvCxnSpPr/>
          <p:nvPr/>
        </p:nvCxnSpPr>
        <p:spPr>
          <a:xfrm>
            <a:off x="3717380" y="1895694"/>
            <a:ext cx="4099035" cy="0"/>
          </a:xfrm>
          <a:prstGeom prst="line">
            <a:avLst/>
          </a:prstGeom>
          <a:ln>
            <a:solidFill>
              <a:srgbClr val="FF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pic>
        <p:nvPicPr>
          <p:cNvPr id="96" name="그림 95">
            <a:extLst>
              <a:ext uri="{FF2B5EF4-FFF2-40B4-BE49-F238E27FC236}">
                <a16:creationId xmlns:a16="http://schemas.microsoft.com/office/drawing/2014/main" id="{EAE6E741-9F76-AFFB-5A91-BA982CF12803}"/>
              </a:ext>
            </a:extLst>
          </p:cNvPr>
          <p:cNvPicPr>
            <a:picLocks noChangeAspect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3389039" y="1012769"/>
            <a:ext cx="5413921" cy="5502331"/>
          </a:xfrm>
          <a:prstGeom prst="rect">
            <a:avLst/>
          </a:prstGeom>
          <a:scene3d>
            <a:camera prst="orthographicFront">
              <a:rot lat="16199998" lon="0" rev="0"/>
            </a:camera>
            <a:lightRig rig="threePt" dir="t"/>
          </a:scene3d>
        </p:spPr>
      </p:pic>
      <p:sp>
        <p:nvSpPr>
          <p:cNvPr id="4" name="TextBox 3">
            <a:extLst>
              <a:ext uri="{FF2B5EF4-FFF2-40B4-BE49-F238E27FC236}">
                <a16:creationId xmlns:a16="http://schemas.microsoft.com/office/drawing/2014/main" id="{E6C3CCE3-53FE-2548-6509-EECD7C97256B}"/>
              </a:ext>
            </a:extLst>
          </p:cNvPr>
          <p:cNvSpPr txBox="1"/>
          <p:nvPr/>
        </p:nvSpPr>
        <p:spPr>
          <a:xfrm>
            <a:off x="1075553" y="2056843"/>
            <a:ext cx="4594747" cy="1015663"/>
          </a:xfrm>
          <a:prstGeom prst="rect">
            <a:avLst/>
          </a:prstGeom>
          <a:solidFill>
            <a:schemeClr val="accent3">
              <a:lumMod val="40000"/>
              <a:lumOff val="60000"/>
            </a:schemeClr>
          </a:solidFill>
        </p:spPr>
        <p:txBody>
          <a:bodyPr wrap="square" rtlCol="0">
            <a:spAutoFit/>
          </a:bodyPr>
          <a:lstStyle/>
          <a:p>
            <a:r>
              <a:rPr lang="ko-KR" altLang="en-US" sz="3000" b="1" dirty="0"/>
              <a:t>봉우리의 위치</a:t>
            </a:r>
            <a:r>
              <a:rPr lang="en-US" altLang="ko-KR" sz="3000" b="1" dirty="0"/>
              <a:t>, </a:t>
            </a:r>
            <a:r>
              <a:rPr lang="ko-KR" altLang="en-US" sz="3000" b="1" dirty="0"/>
              <a:t>폭</a:t>
            </a:r>
            <a:r>
              <a:rPr lang="en-US" altLang="ko-KR" sz="3000" b="1" dirty="0"/>
              <a:t>, </a:t>
            </a:r>
            <a:r>
              <a:rPr lang="ko-KR" altLang="en-US" sz="3000" b="1" dirty="0"/>
              <a:t>세기 등 공간적 패턴을 학습</a:t>
            </a:r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C5BB5202-DB80-7E15-C9C2-D225A20D843A}"/>
              </a:ext>
            </a:extLst>
          </p:cNvPr>
          <p:cNvSpPr txBox="1"/>
          <p:nvPr/>
        </p:nvSpPr>
        <p:spPr>
          <a:xfrm>
            <a:off x="676656" y="987552"/>
            <a:ext cx="3057247" cy="284693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marL="0" marR="0" lvl="0" indent="0" algn="l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 sz="1250">
                <a:solidFill>
                  <a:srgbClr val="5C6574"/>
                </a:solidFill>
              </a:defRPr>
            </a:pPr>
            <a:r>
              <a:rPr kumimoji="0" lang="ko-KR" altLang="en-US" sz="1250" b="0" i="0" u="none" strike="noStrike" kern="1200" cap="none" spc="0" normalizeH="0" baseline="0" noProof="0" dirty="0">
                <a:ln>
                  <a:noFill/>
                </a:ln>
                <a:effectLst/>
                <a:uLnTx/>
                <a:uFillTx/>
                <a:latin typeface="Calibri"/>
                <a:ea typeface="+mn-ea"/>
                <a:cs typeface="+mn-cs"/>
              </a:rPr>
              <a:t>생성한 데이터의 공간적 특징을 학습한다</a:t>
            </a:r>
            <a:endParaRPr kumimoji="0" sz="1250" b="0" i="0" u="none" strike="noStrike" kern="1200" cap="none" spc="0" normalizeH="0" baseline="0" noProof="0" dirty="0">
              <a:ln>
                <a:noFill/>
              </a:ln>
              <a:effectLst/>
              <a:uLnTx/>
              <a:uFillTx/>
              <a:latin typeface="Calibri"/>
              <a:ea typeface="+mn-ea"/>
              <a:cs typeface="+mn-cs"/>
            </a:endParaRP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9" name="TextBox 8">
                <a:extLst>
                  <a:ext uri="{FF2B5EF4-FFF2-40B4-BE49-F238E27FC236}">
                    <a16:creationId xmlns:a16="http://schemas.microsoft.com/office/drawing/2014/main" id="{AC8A9403-C541-2E80-F8E4-58B8885DB507}"/>
                  </a:ext>
                </a:extLst>
              </p:cNvPr>
              <p:cNvSpPr txBox="1"/>
              <p:nvPr/>
            </p:nvSpPr>
            <p:spPr>
              <a:xfrm>
                <a:off x="658368" y="384048"/>
                <a:ext cx="4330481" cy="523220"/>
              </a:xfrm>
              <a:prstGeom prst="rect">
                <a:avLst/>
              </a:prstGeom>
              <a:noFill/>
            </p:spPr>
            <p:txBody>
              <a:bodyPr wrap="none">
                <a:spAutoFit/>
              </a:bodyPr>
              <a:lstStyle/>
              <a:p>
                <a:pPr lvl="0" defTabSz="457200" latinLnBrk="0">
                  <a:defRPr sz="2800" b="1">
                    <a:solidFill>
                      <a:srgbClr val="18233A"/>
                    </a:solidFill>
                  </a:defRPr>
                </a:pPr>
                <a:r>
                  <a:rPr lang="en-US" altLang="ko-KR" sz="2800" b="1" dirty="0">
                    <a:solidFill>
                      <a:schemeClr val="tx1"/>
                    </a:solidFill>
                    <a:latin typeface="+mj-ea"/>
                  </a:rPr>
                  <a:t>AI</a:t>
                </a:r>
                <a:r>
                  <a:rPr lang="ko-KR" altLang="en-US" sz="2800" b="1" dirty="0">
                    <a:solidFill>
                      <a:schemeClr val="tx1"/>
                    </a:solidFill>
                    <a:latin typeface="+mj-ea"/>
                  </a:rPr>
                  <a:t> </a:t>
                </a:r>
                <a:r>
                  <a:rPr lang="en-US" altLang="ko-KR" sz="2800" b="1" dirty="0">
                    <a:solidFill>
                      <a:schemeClr val="tx1"/>
                    </a:solidFill>
                    <a:latin typeface="+mj-ea"/>
                  </a:rPr>
                  <a:t>1)</a:t>
                </a:r>
                <a:r>
                  <a:rPr lang="ko-KR" altLang="en-US" sz="2800" b="1" dirty="0">
                    <a:solidFill>
                      <a:schemeClr val="tx1"/>
                    </a:solidFill>
                    <a:latin typeface="+mj-ea"/>
                  </a:rPr>
                  <a:t>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ko-KR" altLang="en-US" sz="2800" b="1" i="1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ko-KR" altLang="en-US" sz="2800" b="1" i="1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</a:rPr>
                          <m:t>𝒈</m:t>
                        </m:r>
                      </m:e>
                      <m:sub>
                        <m:r>
                          <a:rPr lang="ko-KR" altLang="en-US" sz="2800" b="1" i="1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</a:rPr>
                          <m:t>𝟎𝟎</m:t>
                        </m:r>
                      </m:sub>
                    </m:sSub>
                  </m:oMath>
                </a14:m>
                <a:r>
                  <a:rPr lang="ko-KR" altLang="en-US" sz="2800" b="1" dirty="0">
                    <a:solidFill>
                      <a:schemeClr val="tx1"/>
                    </a:solidFill>
                    <a:latin typeface="+mj-ea"/>
                  </a:rPr>
                  <a:t> 격자 </a:t>
                </a:r>
                <a:r>
                  <a:rPr lang="en-US" altLang="ko-KR" sz="2800" b="1" dirty="0">
                    <a:solidFill>
                      <a:schemeClr val="tx1"/>
                    </a:solidFill>
                    <a:latin typeface="+mj-ea"/>
                  </a:rPr>
                  <a:t>CNN </a:t>
                </a:r>
                <a:r>
                  <a:rPr lang="ko-KR" altLang="en-US" sz="2800" b="1" dirty="0">
                    <a:solidFill>
                      <a:schemeClr val="tx1"/>
                    </a:solidFill>
                    <a:latin typeface="+mj-ea"/>
                  </a:rPr>
                  <a:t>학습</a:t>
                </a:r>
              </a:p>
            </p:txBody>
          </p:sp>
        </mc:Choice>
        <mc:Fallback xmlns="">
          <p:sp>
            <p:nvSpPr>
              <p:cNvPr id="9" name="TextBox 8">
                <a:extLst>
                  <a:ext uri="{FF2B5EF4-FFF2-40B4-BE49-F238E27FC236}">
                    <a16:creationId xmlns:a16="http://schemas.microsoft.com/office/drawing/2014/main" id="{AC8A9403-C541-2E80-F8E4-58B8885DB507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658368" y="384048"/>
                <a:ext cx="4330481" cy="523220"/>
              </a:xfrm>
              <a:prstGeom prst="rect">
                <a:avLst/>
              </a:prstGeom>
              <a:blipFill>
                <a:blip r:embed="rId5"/>
                <a:stretch>
                  <a:fillRect l="-2817" t="-11628" r="-1831" b="-31395"/>
                </a:stretch>
              </a:blipFill>
            </p:spPr>
            <p:txBody>
              <a:bodyPr/>
              <a:lstStyle/>
              <a:p>
                <a:r>
                  <a:rPr lang="ko-KR" altLang="en-US">
                    <a:noFill/>
                  </a:rPr>
                  <a:t> </a:t>
                </a:r>
              </a:p>
            </p:txBody>
          </p:sp>
        </mc:Fallback>
      </mc:AlternateContent>
    </p:spTree>
    <p:custDataLst>
      <p:tags r:id="rId1"/>
    </p:custDataLst>
    <p:extLst>
      <p:ext uri="{BB962C8B-B14F-4D97-AF65-F5344CB8AC3E}">
        <p14:creationId xmlns:p14="http://schemas.microsoft.com/office/powerpoint/2010/main" val="2879406186"/>
      </p:ext>
    </p:extLst>
  </p:cSld>
  <p:clrMapOvr>
    <a:masterClrMapping/>
  </p:clrMapOvr>
  <mc:AlternateContent xmlns:mc="http://schemas.openxmlformats.org/markup-compatibility/2006">
    <mc:Choice xmlns:p14="http://schemas.microsoft.com/office/powerpoint/2010/main" Requires="p14">
      <p:transition spd="med" p14:dur="700">
        <p:fade/>
      </p:transition>
    </mc:Choice>
    <mc:Fallback>
      <p:transition spd="med">
        <p:fade/>
      </p:transition>
    </mc:Fallback>
  </mc:AlternateContent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" presetClass="entr" presetSubtype="4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7" dur="500" fill="hold"/>
                                        <p:tgtEl>
                                          <p:spTgt spid="85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8" dur="500" fill="hold"/>
                                        <p:tgtEl>
                                          <p:spTgt spid="85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9" fill="hold">
                      <p:stCondLst>
                        <p:cond delay="indefinite"/>
                      </p:stCondLst>
                      <p:childTnLst>
                        <p:par>
                          <p:cTn id="10" fill="hold">
                            <p:stCondLst>
                              <p:cond delay="0"/>
                            </p:stCondLst>
                            <p:childTnLst>
                              <p:par>
                                <p:cTn id="11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3" presetID="42" presetClass="path" presetSubtype="0" accel="50000" decel="50000" fill="hold" nodeType="withEffect">
                                  <p:stCondLst>
                                    <p:cond delay="0"/>
                                  </p:stCondLst>
                                  <p:childTnLst>
                                    <p:animMotion origin="layout" path="M -1.45833E-6 0 L -1.45833E-6 0.59907 " pathEditMode="relative" rAng="0" ptsTypes="AA">
                                      <p:cBhvr>
                                        <p:cTn id="14" dur="400" fill="hold"/>
                                        <p:tgtEl>
                                          <p:spTgt spid="87"/>
                                        </p:tgtEl>
                                        <p:attrNameLst>
                                          <p:attrName>ppt_x</p:attrName>
                                          <p:attrName>ppt_y</p:attrName>
                                        </p:attrNameLst>
                                      </p:cBhvr>
                                      <p:rCtr x="0" y="29954"/>
                                    </p:animMotion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5" fill="hold">
                            <p:stCondLst>
                              <p:cond delay="400"/>
                            </p:stCondLst>
                            <p:childTnLst>
                              <p:par>
                                <p:cTn id="16" presetID="1" presetClass="exit" presetSubtype="0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8" fill="hold">
                            <p:stCondLst>
                              <p:cond delay="400"/>
                            </p:stCondLst>
                            <p:childTnLst>
                              <p:par>
                                <p:cTn id="19" presetID="1" presetClass="entr" presetSubtype="0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21" fill="hold">
                            <p:stCondLst>
                              <p:cond delay="400"/>
                            </p:stCondLst>
                            <p:childTnLst>
                              <p:par>
                                <p:cTn id="22" presetID="42" presetClass="path" presetSubtype="0" accel="50000" decel="50000" fill="hold" nodeType="afterEffect">
                                  <p:stCondLst>
                                    <p:cond delay="0"/>
                                  </p:stCondLst>
                                  <p:childTnLst>
                                    <p:animMotion origin="layout" path="M -1.45833E-6 1.11111E-6 L -1.45833E-6 0.59907 " pathEditMode="relative" rAng="0" ptsTypes="AA">
                                      <p:cBhvr>
                                        <p:cTn id="23" dur="400" spd="-100000" fill="hold"/>
                                        <p:tgtEl>
                                          <p:spTgt spid="92"/>
                                        </p:tgtEl>
                                        <p:attrNameLst>
                                          <p:attrName>ppt_x</p:attrName>
                                          <p:attrName>ppt_y</p:attrName>
                                        </p:attrNameLst>
                                      </p:cBhvr>
                                      <p:rCtr x="0" y="29954"/>
                                    </p:animMotion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24" fill="hold">
                            <p:stCondLst>
                              <p:cond delay="800"/>
                            </p:stCondLst>
                            <p:childTnLst>
                              <p:par>
                                <p:cTn id="25" presetID="1" presetClass="exit" presetSubtype="0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27" fill="hold">
                            <p:stCondLst>
                              <p:cond delay="800"/>
                            </p:stCondLst>
                            <p:childTnLst>
                              <p:par>
                                <p:cTn id="28" presetID="1" presetClass="entr" presetSubtype="0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0" presetID="42" presetClass="path" presetSubtype="0" accel="50000" decel="50000" fill="hold" nodeType="withEffect">
                                  <p:stCondLst>
                                    <p:cond delay="0"/>
                                  </p:stCondLst>
                                  <p:childTnLst>
                                    <p:animMotion origin="layout" path="M 3.125E-6 0 L 3.125E-6 0.59907 " pathEditMode="relative" rAng="0" ptsTypes="AA">
                                      <p:cBhvr>
                                        <p:cTn id="31" dur="400" fill="hold"/>
                                        <p:tgtEl>
                                          <p:spTgt spid="93"/>
                                        </p:tgtEl>
                                        <p:attrNameLst>
                                          <p:attrName>ppt_x</p:attrName>
                                          <p:attrName>ppt_y</p:attrName>
                                        </p:attrNameLst>
                                      </p:cBhvr>
                                      <p:rCtr x="0" y="29954"/>
                                    </p:animMotion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32" fill="hold">
                            <p:stCondLst>
                              <p:cond delay="1200"/>
                            </p:stCondLst>
                            <p:childTnLst>
                              <p:par>
                                <p:cTn id="33" presetID="1" presetClass="exit" presetSubtype="0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35" fill="hold">
                            <p:stCondLst>
                              <p:cond delay="1200"/>
                            </p:stCondLst>
                            <p:childTnLst>
                              <p:par>
                                <p:cTn id="36" presetID="1" presetClass="entr" presetSubtype="0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38" fill="hold">
                            <p:stCondLst>
                              <p:cond delay="1200"/>
                            </p:stCondLst>
                            <p:childTnLst>
                              <p:par>
                                <p:cTn id="39" presetID="42" presetClass="path" presetSubtype="0" accel="50000" decel="50000" fill="hold" nodeType="afterEffect">
                                  <p:stCondLst>
                                    <p:cond delay="0"/>
                                  </p:stCondLst>
                                  <p:childTnLst>
                                    <p:animMotion origin="layout" path="M 3.125E-6 1.11111E-6 L 3.125E-6 0.59907 " pathEditMode="relative" rAng="0" ptsTypes="AA">
                                      <p:cBhvr>
                                        <p:cTn id="40" dur="400" spd="-100000" fill="hold"/>
                                        <p:tgtEl>
                                          <p:spTgt spid="94"/>
                                        </p:tgtEl>
                                        <p:attrNameLst>
                                          <p:attrName>ppt_x</p:attrName>
                                          <p:attrName>ppt_y</p:attrName>
                                        </p:attrNameLst>
                                      </p:cBhvr>
                                      <p:rCtr x="0" y="29954"/>
                                    </p:animMotion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41" fill="hold">
                            <p:stCondLst>
                              <p:cond delay="1600"/>
                            </p:stCondLst>
                            <p:childTnLst>
                              <p:par>
                                <p:cTn id="42" presetID="1" presetClass="exit" presetSubtype="0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44" fill="hold">
                            <p:stCondLst>
                              <p:cond delay="1600"/>
                            </p:stCondLst>
                            <p:childTnLst>
                              <p:par>
                                <p:cTn id="45" presetID="10" presetClass="exit" presetSubtype="0" fill="hold" grpId="1" nodeType="afterEffect">
                                  <p:stCondLst>
                                    <p:cond delay="0"/>
                                  </p:stCondLst>
                                  <p:childTnLst>
                                    <p:animEffect transition="out" filter="fade">
                                      <p:cBhvr>
                                        <p:cTn id="46" dur="500"/>
                                        <p:tgtEl>
                                          <p:spTgt spid="85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47" dur="1" fill="hold">
                                          <p:stCondLst>
                                            <p:cond delay="499"/>
                                          </p:stCondLst>
                                        </p:cTn>
                                        <p:tgtEl>
                                          <p:spTgt spid="8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48" fill="hold">
                            <p:stCondLst>
                              <p:cond delay="2100"/>
                            </p:stCondLst>
                            <p:childTnLst>
                              <p:par>
                                <p:cTn id="49" presetID="1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85" grpId="0" animBg="1"/>
      <p:bldP spid="85" grpId="1" animBg="1"/>
      <p:bldP spid="4" grpId="0" animBg="1"/>
    </p:bldLst>
  </p:timing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8F9FC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97763664-5E52-31DB-1EFE-D1ACD1E881C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Box 2">
            <a:extLst>
              <a:ext uri="{FF2B5EF4-FFF2-40B4-BE49-F238E27FC236}">
                <a16:creationId xmlns:a16="http://schemas.microsoft.com/office/drawing/2014/main" id="{F6FBC69E-1B02-F972-09BB-4735D6AE0823}"/>
              </a:ext>
            </a:extLst>
          </p:cNvPr>
          <p:cNvSpPr txBox="1"/>
          <p:nvPr/>
        </p:nvSpPr>
        <p:spPr>
          <a:xfrm>
            <a:off x="658368" y="384048"/>
            <a:ext cx="5803192" cy="5232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marL="0" marR="0" lvl="0" indent="0" algn="l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 sz="2800" b="1">
                <a:solidFill>
                  <a:srgbClr val="18233A"/>
                </a:solidFill>
              </a:defRPr>
            </a:pPr>
            <a:r>
              <a:rPr lang="en-US" sz="2800" b="1" dirty="0">
                <a:solidFill>
                  <a:srgbClr val="18233A"/>
                </a:solidFill>
                <a:latin typeface="+mj-ea"/>
                <a:ea typeface="+mj-ea"/>
              </a:rPr>
              <a:t>2</a:t>
            </a:r>
            <a:r>
              <a:rPr kumimoji="0" sz="2800" b="1" i="0" u="none" strike="noStrike" kern="1200" cap="none" spc="0" normalizeH="0" baseline="0" noProof="0" dirty="0">
                <a:ln>
                  <a:noFill/>
                </a:ln>
                <a:solidFill>
                  <a:srgbClr val="18233A"/>
                </a:solidFill>
                <a:effectLst/>
                <a:uLnTx/>
                <a:uFillTx/>
                <a:latin typeface="+mj-ea"/>
                <a:ea typeface="+mj-ea"/>
                <a:cs typeface="+mn-cs"/>
              </a:rPr>
              <a:t>. </a:t>
            </a:r>
            <a:r>
              <a:rPr lang="ko-KR" altLang="en-US" sz="2800" b="1" dirty="0">
                <a:solidFill>
                  <a:srgbClr val="18233A"/>
                </a:solidFill>
                <a:latin typeface="+mj-ea"/>
                <a:ea typeface="+mj-ea"/>
              </a:rPr>
              <a:t>탐구 과정</a:t>
            </a:r>
            <a:r>
              <a:rPr lang="en-US" altLang="ko-KR" sz="2800" b="1" dirty="0">
                <a:solidFill>
                  <a:srgbClr val="18233A"/>
                </a:solidFill>
                <a:latin typeface="+mj-ea"/>
                <a:ea typeface="+mj-ea"/>
              </a:rPr>
              <a:t>-2)</a:t>
            </a:r>
            <a:r>
              <a:rPr kumimoji="0" sz="2800" b="1" i="0" u="none" strike="noStrike" kern="1200" cap="none" spc="0" normalizeH="0" baseline="0" noProof="0" dirty="0">
                <a:ln>
                  <a:noFill/>
                </a:ln>
                <a:solidFill>
                  <a:srgbClr val="18233A"/>
                </a:solidFill>
                <a:effectLst/>
                <a:uLnTx/>
                <a:uFillTx/>
                <a:latin typeface="+mj-ea"/>
                <a:ea typeface="+mj-ea"/>
                <a:cs typeface="+mn-cs"/>
              </a:rPr>
              <a:t>AI </a:t>
            </a:r>
            <a:r>
              <a:rPr kumimoji="0" sz="2800" b="1" i="0" u="none" strike="noStrike" kern="1200" cap="none" spc="0" normalizeH="0" baseline="0" noProof="0" dirty="0" err="1">
                <a:ln>
                  <a:noFill/>
                </a:ln>
                <a:solidFill>
                  <a:srgbClr val="18233A"/>
                </a:solidFill>
                <a:effectLst/>
                <a:uLnTx/>
                <a:uFillTx/>
                <a:latin typeface="+mj-ea"/>
                <a:ea typeface="+mj-ea"/>
                <a:cs typeface="+mn-cs"/>
              </a:rPr>
              <a:t>모델과</a:t>
            </a:r>
            <a:r>
              <a:rPr kumimoji="0" sz="2800" b="1" i="0" u="none" strike="noStrike" kern="1200" cap="none" spc="0" normalizeH="0" baseline="0" noProof="0" dirty="0">
                <a:ln>
                  <a:noFill/>
                </a:ln>
                <a:solidFill>
                  <a:srgbClr val="18233A"/>
                </a:solidFill>
                <a:effectLst/>
                <a:uLnTx/>
                <a:uFillTx/>
                <a:latin typeface="+mj-ea"/>
                <a:ea typeface="+mj-ea"/>
                <a:cs typeface="+mn-cs"/>
              </a:rPr>
              <a:t> </a:t>
            </a:r>
            <a:r>
              <a:rPr kumimoji="0" sz="2800" b="1" i="0" u="none" strike="noStrike" kern="1200" cap="none" spc="0" normalizeH="0" baseline="0" noProof="0" dirty="0" err="1">
                <a:ln>
                  <a:noFill/>
                </a:ln>
                <a:solidFill>
                  <a:srgbClr val="18233A"/>
                </a:solidFill>
                <a:effectLst/>
                <a:uLnTx/>
                <a:uFillTx/>
                <a:latin typeface="+mj-ea"/>
                <a:ea typeface="+mj-ea"/>
                <a:cs typeface="+mn-cs"/>
              </a:rPr>
              <a:t>학습</a:t>
            </a:r>
            <a:r>
              <a:rPr kumimoji="0" sz="2800" b="1" i="0" u="none" strike="noStrike" kern="1200" cap="none" spc="0" normalizeH="0" baseline="0" noProof="0" dirty="0">
                <a:ln>
                  <a:noFill/>
                </a:ln>
                <a:solidFill>
                  <a:srgbClr val="18233A"/>
                </a:solidFill>
                <a:effectLst/>
                <a:uLnTx/>
                <a:uFillTx/>
                <a:latin typeface="+mj-ea"/>
                <a:ea typeface="+mj-ea"/>
                <a:cs typeface="+mn-cs"/>
              </a:rPr>
              <a:t> </a:t>
            </a:r>
            <a:r>
              <a:rPr kumimoji="0" sz="2800" b="1" i="0" u="none" strike="noStrike" kern="1200" cap="none" spc="0" normalizeH="0" baseline="0" noProof="0" dirty="0" err="1">
                <a:ln>
                  <a:noFill/>
                </a:ln>
                <a:solidFill>
                  <a:srgbClr val="18233A"/>
                </a:solidFill>
                <a:effectLst/>
                <a:uLnTx/>
                <a:uFillTx/>
                <a:latin typeface="+mj-ea"/>
                <a:ea typeface="+mj-ea"/>
                <a:cs typeface="+mn-cs"/>
              </a:rPr>
              <a:t>전략</a:t>
            </a:r>
            <a:endParaRPr kumimoji="0" sz="2800" b="1" i="0" u="none" strike="noStrike" kern="1200" cap="none" spc="0" normalizeH="0" baseline="0" noProof="0" dirty="0">
              <a:ln>
                <a:noFill/>
              </a:ln>
              <a:solidFill>
                <a:srgbClr val="18233A"/>
              </a:solidFill>
              <a:effectLst/>
              <a:uLnTx/>
              <a:uFillTx/>
              <a:latin typeface="+mj-ea"/>
              <a:ea typeface="+mj-ea"/>
              <a:cs typeface="+mn-cs"/>
            </a:endParaRP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C47B5EE4-17DC-5E32-495F-7B68DE102C74}"/>
              </a:ext>
            </a:extLst>
          </p:cNvPr>
          <p:cNvSpPr txBox="1"/>
          <p:nvPr/>
        </p:nvSpPr>
        <p:spPr>
          <a:xfrm>
            <a:off x="676656" y="987552"/>
            <a:ext cx="10607040" cy="38404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marL="0" marR="0" lvl="0" indent="0" algn="l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 sz="1250">
                <a:solidFill>
                  <a:srgbClr val="5C6574"/>
                </a:solidFill>
              </a:defRPr>
            </a:pPr>
            <a:r>
              <a:rPr kumimoji="0" sz="1250" b="0" i="0" u="none" strike="noStrike" kern="1200" cap="none" spc="0" normalizeH="0" baseline="0" noProof="0" dirty="0" err="1">
                <a:ln>
                  <a:noFill/>
                </a:ln>
                <a:solidFill>
                  <a:srgbClr val="5C6574"/>
                </a:solidFill>
                <a:effectLst/>
                <a:uLnTx/>
                <a:uFillTx/>
                <a:latin typeface="Calibri"/>
                <a:ea typeface="+mn-ea"/>
                <a:cs typeface="+mn-cs"/>
              </a:rPr>
              <a:t>관측</a:t>
            </a:r>
            <a:r>
              <a:rPr kumimoji="0" sz="1250" b="0" i="0" u="none" strike="noStrike" kern="1200" cap="none" spc="0" normalizeH="0" baseline="0" noProof="0" dirty="0">
                <a:ln>
                  <a:noFill/>
                </a:ln>
                <a:solidFill>
                  <a:srgbClr val="5C6574"/>
                </a:solidFill>
                <a:effectLst/>
                <a:uLnTx/>
                <a:uFillTx/>
                <a:latin typeface="Calibri"/>
                <a:ea typeface="+mn-ea"/>
                <a:cs typeface="+mn-cs"/>
              </a:rPr>
              <a:t> </a:t>
            </a:r>
            <a:r>
              <a:rPr kumimoji="0" sz="1250" b="0" i="0" u="none" strike="noStrike" kern="1200" cap="none" spc="0" normalizeH="0" baseline="0" noProof="0" dirty="0" err="1">
                <a:ln>
                  <a:noFill/>
                </a:ln>
                <a:solidFill>
                  <a:srgbClr val="5C6574"/>
                </a:solidFill>
                <a:effectLst/>
                <a:uLnTx/>
                <a:uFillTx/>
                <a:latin typeface="Calibri"/>
                <a:ea typeface="+mn-ea"/>
                <a:cs typeface="+mn-cs"/>
              </a:rPr>
              <a:t>격자의</a:t>
            </a:r>
            <a:r>
              <a:rPr kumimoji="0" sz="1250" b="0" i="0" u="none" strike="noStrike" kern="1200" cap="none" spc="0" normalizeH="0" baseline="0" noProof="0" dirty="0">
                <a:ln>
                  <a:noFill/>
                </a:ln>
                <a:solidFill>
                  <a:srgbClr val="5C6574"/>
                </a:solidFill>
                <a:effectLst/>
                <a:uLnTx/>
                <a:uFillTx/>
                <a:latin typeface="Calibri"/>
                <a:ea typeface="+mn-ea"/>
                <a:cs typeface="+mn-cs"/>
              </a:rPr>
              <a:t> </a:t>
            </a:r>
            <a:r>
              <a:rPr kumimoji="0" sz="1250" b="0" i="0" u="none" strike="noStrike" kern="1200" cap="none" spc="0" normalizeH="0" baseline="0" noProof="0" dirty="0" err="1">
                <a:ln>
                  <a:noFill/>
                </a:ln>
                <a:solidFill>
                  <a:srgbClr val="5C6574"/>
                </a:solidFill>
                <a:effectLst/>
                <a:uLnTx/>
                <a:uFillTx/>
                <a:latin typeface="Calibri"/>
                <a:ea typeface="+mn-ea"/>
                <a:cs typeface="+mn-cs"/>
              </a:rPr>
              <a:t>공간</a:t>
            </a:r>
            <a:r>
              <a:rPr kumimoji="0" sz="1250" b="0" i="0" u="none" strike="noStrike" kern="1200" cap="none" spc="0" normalizeH="0" baseline="0" noProof="0" dirty="0">
                <a:ln>
                  <a:noFill/>
                </a:ln>
                <a:solidFill>
                  <a:srgbClr val="5C6574"/>
                </a:solidFill>
                <a:effectLst/>
                <a:uLnTx/>
                <a:uFillTx/>
                <a:latin typeface="Calibri"/>
                <a:ea typeface="+mn-ea"/>
                <a:cs typeface="+mn-cs"/>
              </a:rPr>
              <a:t> </a:t>
            </a:r>
            <a:r>
              <a:rPr kumimoji="0" sz="1250" b="0" i="0" u="none" strike="noStrike" kern="1200" cap="none" spc="0" normalizeH="0" baseline="0" noProof="0" dirty="0" err="1">
                <a:ln>
                  <a:noFill/>
                </a:ln>
                <a:solidFill>
                  <a:srgbClr val="5C6574"/>
                </a:solidFill>
                <a:effectLst/>
                <a:uLnTx/>
                <a:uFillTx/>
                <a:latin typeface="Calibri"/>
                <a:ea typeface="+mn-ea"/>
                <a:cs typeface="+mn-cs"/>
              </a:rPr>
              <a:t>특징과</a:t>
            </a:r>
            <a:r>
              <a:rPr kumimoji="0" sz="1250" b="0" i="0" u="none" strike="noStrike" kern="1200" cap="none" spc="0" normalizeH="0" baseline="0" noProof="0" dirty="0">
                <a:ln>
                  <a:noFill/>
                </a:ln>
                <a:solidFill>
                  <a:srgbClr val="5C6574"/>
                </a:solidFill>
                <a:effectLst/>
                <a:uLnTx/>
                <a:uFillTx/>
                <a:latin typeface="Calibri"/>
                <a:ea typeface="+mn-ea"/>
                <a:cs typeface="+mn-cs"/>
              </a:rPr>
              <a:t> </a:t>
            </a:r>
            <a:r>
              <a:rPr kumimoji="0" lang="ko-KR" altLang="en-US" sz="1250" b="0" i="0" u="none" strike="noStrike" kern="1200" cap="none" spc="0" normalizeH="0" baseline="0" noProof="0" dirty="0">
                <a:ln>
                  <a:noFill/>
                </a:ln>
                <a:solidFill>
                  <a:srgbClr val="5C6574"/>
                </a:solidFill>
                <a:effectLst/>
                <a:uLnTx/>
                <a:uFillTx/>
                <a:latin typeface="Calibri"/>
                <a:ea typeface="+mn-ea"/>
                <a:cs typeface="+mn-cs"/>
              </a:rPr>
              <a:t>희소 </a:t>
            </a:r>
            <a:r>
              <a:rPr kumimoji="0" sz="1250" b="0" i="0" u="none" strike="noStrike" kern="1200" cap="none" spc="0" normalizeH="0" baseline="0" noProof="0" dirty="0" err="1">
                <a:ln>
                  <a:noFill/>
                </a:ln>
                <a:solidFill>
                  <a:srgbClr val="5C6574"/>
                </a:solidFill>
                <a:effectLst/>
                <a:uLnTx/>
                <a:uFillTx/>
                <a:latin typeface="Calibri"/>
                <a:ea typeface="+mn-ea"/>
                <a:cs typeface="+mn-cs"/>
              </a:rPr>
              <a:t>부호</a:t>
            </a:r>
            <a:r>
              <a:rPr kumimoji="0" sz="1250" b="0" i="0" u="none" strike="noStrike" kern="1200" cap="none" spc="0" normalizeH="0" baseline="0" noProof="0" dirty="0">
                <a:ln>
                  <a:noFill/>
                </a:ln>
                <a:solidFill>
                  <a:srgbClr val="5C6574"/>
                </a:solidFill>
                <a:effectLst/>
                <a:uLnTx/>
                <a:uFillTx/>
                <a:latin typeface="Calibri"/>
                <a:ea typeface="+mn-ea"/>
                <a:cs typeface="+mn-cs"/>
              </a:rPr>
              <a:t> </a:t>
            </a:r>
            <a:r>
              <a:rPr kumimoji="0" sz="1250" b="0" i="0" u="none" strike="noStrike" kern="1200" cap="none" spc="0" normalizeH="0" baseline="0" noProof="0" dirty="0" err="1">
                <a:ln>
                  <a:noFill/>
                </a:ln>
                <a:solidFill>
                  <a:srgbClr val="5C6574"/>
                </a:solidFill>
                <a:effectLst/>
                <a:uLnTx/>
                <a:uFillTx/>
                <a:latin typeface="Calibri"/>
                <a:ea typeface="+mn-ea"/>
                <a:cs typeface="+mn-cs"/>
              </a:rPr>
              <a:t>정보를</a:t>
            </a:r>
            <a:r>
              <a:rPr kumimoji="0" sz="1250" b="0" i="0" u="none" strike="noStrike" kern="1200" cap="none" spc="0" normalizeH="0" baseline="0" noProof="0" dirty="0">
                <a:ln>
                  <a:noFill/>
                </a:ln>
                <a:solidFill>
                  <a:srgbClr val="5C6574"/>
                </a:solidFill>
                <a:effectLst/>
                <a:uLnTx/>
                <a:uFillTx/>
                <a:latin typeface="Calibri"/>
                <a:ea typeface="+mn-ea"/>
                <a:cs typeface="+mn-cs"/>
              </a:rPr>
              <a:t> </a:t>
            </a:r>
            <a:r>
              <a:rPr kumimoji="0" sz="1250" b="0" i="0" u="none" strike="noStrike" kern="1200" cap="none" spc="0" normalizeH="0" baseline="0" noProof="0" dirty="0" err="1">
                <a:ln>
                  <a:noFill/>
                </a:ln>
                <a:solidFill>
                  <a:srgbClr val="5C6574"/>
                </a:solidFill>
                <a:effectLst/>
                <a:uLnTx/>
                <a:uFillTx/>
                <a:latin typeface="Calibri"/>
                <a:ea typeface="+mn-ea"/>
                <a:cs typeface="+mn-cs"/>
              </a:rPr>
              <a:t>결합해</a:t>
            </a:r>
            <a:r>
              <a:rPr kumimoji="0" sz="1250" b="0" i="0" u="none" strike="noStrike" kern="1200" cap="none" spc="0" normalizeH="0" baseline="0" noProof="0" dirty="0">
                <a:ln>
                  <a:noFill/>
                </a:ln>
                <a:solidFill>
                  <a:srgbClr val="5C6574"/>
                </a:solidFill>
                <a:effectLst/>
                <a:uLnTx/>
                <a:uFillTx/>
                <a:latin typeface="Calibri"/>
                <a:ea typeface="+mn-ea"/>
                <a:cs typeface="+mn-cs"/>
              </a:rPr>
              <a:t> </a:t>
            </a:r>
            <a:r>
              <a:rPr kumimoji="0" sz="1250" b="0" i="0" u="none" strike="noStrike" kern="1200" cap="none" spc="0" normalizeH="0" baseline="0" noProof="0" dirty="0" err="1">
                <a:ln>
                  <a:noFill/>
                </a:ln>
                <a:solidFill>
                  <a:srgbClr val="5C6574"/>
                </a:solidFill>
                <a:effectLst/>
                <a:uLnTx/>
                <a:uFillTx/>
                <a:latin typeface="Calibri"/>
                <a:ea typeface="+mn-ea"/>
                <a:cs typeface="+mn-cs"/>
              </a:rPr>
              <a:t>위치와</a:t>
            </a:r>
            <a:r>
              <a:rPr kumimoji="0" sz="1250" b="0" i="0" u="none" strike="noStrike" kern="1200" cap="none" spc="0" normalizeH="0" baseline="0" noProof="0" dirty="0">
                <a:ln>
                  <a:noFill/>
                </a:ln>
                <a:solidFill>
                  <a:srgbClr val="5C6574"/>
                </a:solidFill>
                <a:effectLst/>
                <a:uLnTx/>
                <a:uFillTx/>
                <a:latin typeface="Calibri"/>
                <a:ea typeface="+mn-ea"/>
                <a:cs typeface="+mn-cs"/>
              </a:rPr>
              <a:t> </a:t>
            </a:r>
            <a:r>
              <a:rPr kumimoji="0" sz="1250" b="0" i="0" u="none" strike="noStrike" kern="1200" cap="none" spc="0" normalizeH="0" baseline="0" noProof="0" dirty="0" err="1">
                <a:ln>
                  <a:noFill/>
                </a:ln>
                <a:solidFill>
                  <a:srgbClr val="5C6574"/>
                </a:solidFill>
                <a:effectLst/>
                <a:uLnTx/>
                <a:uFillTx/>
                <a:latin typeface="Calibri"/>
                <a:ea typeface="+mn-ea"/>
                <a:cs typeface="+mn-cs"/>
              </a:rPr>
              <a:t>전하량을</a:t>
            </a:r>
            <a:r>
              <a:rPr kumimoji="0" sz="1250" b="0" i="0" u="none" strike="noStrike" kern="1200" cap="none" spc="0" normalizeH="0" baseline="0" noProof="0" dirty="0">
                <a:ln>
                  <a:noFill/>
                </a:ln>
                <a:solidFill>
                  <a:srgbClr val="5C6574"/>
                </a:solidFill>
                <a:effectLst/>
                <a:uLnTx/>
                <a:uFillTx/>
                <a:latin typeface="Calibri"/>
                <a:ea typeface="+mn-ea"/>
                <a:cs typeface="+mn-cs"/>
              </a:rPr>
              <a:t> </a:t>
            </a:r>
            <a:r>
              <a:rPr kumimoji="0" sz="1250" b="0" i="0" u="none" strike="noStrike" kern="1200" cap="none" spc="0" normalizeH="0" baseline="0" noProof="0" dirty="0" err="1">
                <a:ln>
                  <a:noFill/>
                </a:ln>
                <a:solidFill>
                  <a:srgbClr val="5C6574"/>
                </a:solidFill>
                <a:effectLst/>
                <a:uLnTx/>
                <a:uFillTx/>
                <a:latin typeface="Calibri"/>
                <a:ea typeface="+mn-ea"/>
                <a:cs typeface="+mn-cs"/>
              </a:rPr>
              <a:t>동시에</a:t>
            </a:r>
            <a:r>
              <a:rPr kumimoji="0" sz="1250" b="0" i="0" u="none" strike="noStrike" kern="1200" cap="none" spc="0" normalizeH="0" baseline="0" noProof="0" dirty="0">
                <a:ln>
                  <a:noFill/>
                </a:ln>
                <a:solidFill>
                  <a:srgbClr val="5C6574"/>
                </a:solidFill>
                <a:effectLst/>
                <a:uLnTx/>
                <a:uFillTx/>
                <a:latin typeface="Calibri"/>
                <a:ea typeface="+mn-ea"/>
                <a:cs typeface="+mn-cs"/>
              </a:rPr>
              <a:t> </a:t>
            </a:r>
            <a:r>
              <a:rPr kumimoji="0" sz="1250" b="0" i="0" u="none" strike="noStrike" kern="1200" cap="none" spc="0" normalizeH="0" baseline="0" noProof="0" dirty="0" err="1">
                <a:ln>
                  <a:noFill/>
                </a:ln>
                <a:solidFill>
                  <a:srgbClr val="5C6574"/>
                </a:solidFill>
                <a:effectLst/>
                <a:uLnTx/>
                <a:uFillTx/>
                <a:latin typeface="Calibri"/>
                <a:ea typeface="+mn-ea"/>
                <a:cs typeface="+mn-cs"/>
              </a:rPr>
              <a:t>추정한다</a:t>
            </a:r>
            <a:r>
              <a:rPr kumimoji="0" sz="1250" b="0" i="0" u="none" strike="noStrike" kern="1200" cap="none" spc="0" normalizeH="0" baseline="0" noProof="0" dirty="0">
                <a:ln>
                  <a:noFill/>
                </a:ln>
                <a:solidFill>
                  <a:srgbClr val="5C6574"/>
                </a:solidFill>
                <a:effectLst/>
                <a:uLnTx/>
                <a:uFillTx/>
                <a:latin typeface="Calibri"/>
                <a:ea typeface="+mn-ea"/>
                <a:cs typeface="+mn-cs"/>
              </a:rPr>
              <a:t>.</a:t>
            </a:r>
          </a:p>
        </p:txBody>
      </p:sp>
      <p:sp>
        <p:nvSpPr>
          <p:cNvPr id="6" name="Rectangle 5">
            <a:extLst>
              <a:ext uri="{FF2B5EF4-FFF2-40B4-BE49-F238E27FC236}">
                <a16:creationId xmlns:a16="http://schemas.microsoft.com/office/drawing/2014/main" id="{6E575F9B-2F82-9D36-8029-469A0E793394}"/>
              </a:ext>
            </a:extLst>
          </p:cNvPr>
          <p:cNvSpPr/>
          <p:nvPr/>
        </p:nvSpPr>
        <p:spPr>
          <a:xfrm>
            <a:off x="676656" y="1353312"/>
            <a:ext cx="566928" cy="41148"/>
          </a:xfrm>
          <a:prstGeom prst="rect">
            <a:avLst/>
          </a:prstGeom>
          <a:solidFill>
            <a:srgbClr val="315EB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Calibri"/>
              <a:ea typeface="+mn-ea"/>
              <a:cs typeface="+mn-cs"/>
            </a:endParaRPr>
          </a:p>
        </p:txBody>
      </p:sp>
      <p:sp>
        <p:nvSpPr>
          <p:cNvPr id="7" name="Rounded Rectangle 6">
            <a:extLst>
              <a:ext uri="{FF2B5EF4-FFF2-40B4-BE49-F238E27FC236}">
                <a16:creationId xmlns:a16="http://schemas.microsoft.com/office/drawing/2014/main" id="{559D9591-AA85-C4DD-20EF-CC466778A6B1}"/>
              </a:ext>
            </a:extLst>
          </p:cNvPr>
          <p:cNvSpPr/>
          <p:nvPr/>
        </p:nvSpPr>
        <p:spPr>
          <a:xfrm>
            <a:off x="777240" y="1737360"/>
            <a:ext cx="3383280" cy="1385883"/>
          </a:xfrm>
          <a:prstGeom prst="roundRect">
            <a:avLst/>
          </a:prstGeom>
          <a:solidFill>
            <a:srgbClr val="FFFFFF"/>
          </a:solidFill>
          <a:ln>
            <a:solidFill>
              <a:srgbClr val="E6EBF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Calibri"/>
              <a:ea typeface="+mn-ea"/>
              <a:cs typeface="+mn-cs"/>
            </a:endParaRPr>
          </a:p>
        </p:txBody>
      </p:sp>
      <p:sp>
        <p:nvSpPr>
          <p:cNvPr id="8" name="Rectangle 7">
            <a:extLst>
              <a:ext uri="{FF2B5EF4-FFF2-40B4-BE49-F238E27FC236}">
                <a16:creationId xmlns:a16="http://schemas.microsoft.com/office/drawing/2014/main" id="{56772024-9A7E-DBC4-8A6F-9E0AE0B22236}"/>
              </a:ext>
            </a:extLst>
          </p:cNvPr>
          <p:cNvSpPr/>
          <p:nvPr/>
        </p:nvSpPr>
        <p:spPr>
          <a:xfrm>
            <a:off x="777240" y="1737360"/>
            <a:ext cx="73152" cy="1385883"/>
          </a:xfrm>
          <a:prstGeom prst="rect">
            <a:avLst/>
          </a:prstGeom>
          <a:solidFill>
            <a:srgbClr val="315EB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Calibri"/>
              <a:ea typeface="+mn-ea"/>
              <a:cs typeface="+mn-cs"/>
            </a:endParaRPr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30BF2B8C-AA98-328E-AAD4-39309F13ED5C}"/>
              </a:ext>
            </a:extLst>
          </p:cNvPr>
          <p:cNvSpPr txBox="1"/>
          <p:nvPr/>
        </p:nvSpPr>
        <p:spPr>
          <a:xfrm>
            <a:off x="1005840" y="1901952"/>
            <a:ext cx="1531188" cy="338554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marL="0" marR="0" lvl="0" indent="0" algn="l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 sz="1600" b="1">
                <a:solidFill>
                  <a:srgbClr val="18233A"/>
                </a:solidFill>
              </a:defRPr>
            </a:pPr>
            <a:r>
              <a:rPr kumimoji="0" sz="1600" b="1" i="0" u="none" strike="noStrike" kern="1200" cap="none" spc="0" normalizeH="0" baseline="0" noProof="0" dirty="0" err="1">
                <a:ln>
                  <a:noFill/>
                </a:ln>
                <a:solidFill>
                  <a:srgbClr val="18233A"/>
                </a:solidFill>
                <a:effectLst/>
                <a:uLnTx/>
                <a:uFillTx/>
                <a:latin typeface="+mj-ea"/>
                <a:ea typeface="+mj-ea"/>
                <a:cs typeface="+mn-cs"/>
              </a:rPr>
              <a:t>공간</a:t>
            </a:r>
            <a:r>
              <a:rPr kumimoji="0" sz="1600" b="1" i="0" u="none" strike="noStrike" kern="1200" cap="none" spc="0" normalizeH="0" baseline="0" noProof="0" dirty="0">
                <a:ln>
                  <a:noFill/>
                </a:ln>
                <a:solidFill>
                  <a:srgbClr val="18233A"/>
                </a:solidFill>
                <a:effectLst/>
                <a:uLnTx/>
                <a:uFillTx/>
                <a:latin typeface="+mj-ea"/>
                <a:ea typeface="+mj-ea"/>
                <a:cs typeface="+mn-cs"/>
              </a:rPr>
              <a:t> </a:t>
            </a:r>
            <a:r>
              <a:rPr kumimoji="0" sz="1600" b="1" i="0" u="none" strike="noStrike" kern="1200" cap="none" spc="0" normalizeH="0" baseline="0" noProof="0" dirty="0" err="1">
                <a:ln>
                  <a:noFill/>
                </a:ln>
                <a:solidFill>
                  <a:srgbClr val="18233A"/>
                </a:solidFill>
                <a:effectLst/>
                <a:uLnTx/>
                <a:uFillTx/>
                <a:latin typeface="+mj-ea"/>
                <a:ea typeface="+mj-ea"/>
                <a:cs typeface="+mn-cs"/>
              </a:rPr>
              <a:t>특징</a:t>
            </a:r>
            <a:r>
              <a:rPr kumimoji="0" sz="1600" b="1" i="0" u="none" strike="noStrike" kern="1200" cap="none" spc="0" normalizeH="0" baseline="0" noProof="0" dirty="0">
                <a:ln>
                  <a:noFill/>
                </a:ln>
                <a:solidFill>
                  <a:srgbClr val="18233A"/>
                </a:solidFill>
                <a:effectLst/>
                <a:uLnTx/>
                <a:uFillTx/>
                <a:latin typeface="+mj-ea"/>
                <a:ea typeface="+mj-ea"/>
                <a:cs typeface="+mn-cs"/>
              </a:rPr>
              <a:t> </a:t>
            </a:r>
            <a:r>
              <a:rPr kumimoji="0" sz="1600" b="1" i="0" u="none" strike="noStrike" kern="1200" cap="none" spc="0" normalizeH="0" baseline="0" noProof="0" dirty="0" err="1">
                <a:ln>
                  <a:noFill/>
                </a:ln>
                <a:solidFill>
                  <a:srgbClr val="18233A"/>
                </a:solidFill>
                <a:effectLst/>
                <a:uLnTx/>
                <a:uFillTx/>
                <a:latin typeface="+mj-ea"/>
                <a:ea typeface="+mj-ea"/>
                <a:cs typeface="+mn-cs"/>
              </a:rPr>
              <a:t>추출</a:t>
            </a:r>
            <a:endParaRPr kumimoji="0" sz="1600" b="1" i="0" u="none" strike="noStrike" kern="1200" cap="none" spc="0" normalizeH="0" baseline="0" noProof="0" dirty="0">
              <a:ln>
                <a:noFill/>
              </a:ln>
              <a:solidFill>
                <a:srgbClr val="18233A"/>
              </a:solidFill>
              <a:effectLst/>
              <a:uLnTx/>
              <a:uFillTx/>
              <a:latin typeface="+mj-ea"/>
              <a:ea typeface="+mj-ea"/>
              <a:cs typeface="+mn-cs"/>
            </a:endParaRP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10" name="TextBox 9">
                <a:extLst>
                  <a:ext uri="{FF2B5EF4-FFF2-40B4-BE49-F238E27FC236}">
                    <a16:creationId xmlns:a16="http://schemas.microsoft.com/office/drawing/2014/main" id="{603DFFEE-ACD2-FA61-85E6-F8C91FA9B4E4}"/>
                  </a:ext>
                </a:extLst>
              </p:cNvPr>
              <p:cNvSpPr txBox="1"/>
              <p:nvPr/>
            </p:nvSpPr>
            <p:spPr>
              <a:xfrm>
                <a:off x="1005840" y="2377439"/>
                <a:ext cx="2971800" cy="718145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/>
              <a:p>
                <a:pPr lvl="0" defTabSz="457200" latinLnBrk="0">
                  <a:spcAft>
                    <a:spcPts val="800"/>
                  </a:spcAft>
                  <a:defRPr sz="1700">
                    <a:solidFill>
                      <a:srgbClr val="5C6574"/>
                    </a:solidFill>
                  </a:defRPr>
                </a:pPr>
                <a14:m>
                  <m:oMath xmlns:m="http://schemas.openxmlformats.org/officeDocument/2006/math">
                    <m:sSub>
                      <m:sSubPr>
                        <m:ctrlPr>
                          <a:rPr lang="en-US" altLang="ko-KR" sz="1700" i="1">
                            <a:solidFill>
                              <a:srgbClr val="5C6574"/>
                            </a:solidFill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altLang="ko-KR" sz="1700" i="1">
                            <a:solidFill>
                              <a:srgbClr val="5C6574"/>
                            </a:solidFill>
                            <a:latin typeface="Cambria Math" panose="02040503050406030204" pitchFamily="18" charset="0"/>
                          </a:rPr>
                          <m:t>𝑔</m:t>
                        </m:r>
                      </m:e>
                      <m:sub>
                        <m:r>
                          <a:rPr lang="en-US" altLang="ko-KR" sz="1700" i="1">
                            <a:solidFill>
                              <a:srgbClr val="5C6574"/>
                            </a:solidFill>
                            <a:latin typeface="Cambria Math" panose="02040503050406030204" pitchFamily="18" charset="0"/>
                          </a:rPr>
                          <m:t>00</m:t>
                        </m:r>
                      </m:sub>
                    </m:sSub>
                    <m:r>
                      <a:rPr lang="en-US" altLang="ko-KR" sz="1700" i="1">
                        <a:solidFill>
                          <a:srgbClr val="5C6574"/>
                        </a:solidFill>
                        <a:latin typeface="Cambria Math" panose="02040503050406030204" pitchFamily="18" charset="0"/>
                      </a:rPr>
                      <m:t> </m:t>
                    </m:r>
                  </m:oMath>
                </a14:m>
                <a:r>
                  <a:rPr kumimoji="0" lang="ko-KR" altLang="en-US" sz="1700" b="0" i="0" u="none" strike="noStrike" kern="1200" cap="none" spc="0" normalizeH="0" baseline="0" noProof="0" dirty="0">
                    <a:ln>
                      <a:noFill/>
                    </a:ln>
                    <a:solidFill>
                      <a:srgbClr val="5C6574"/>
                    </a:solidFill>
                    <a:effectLst/>
                    <a:uLnTx/>
                    <a:uFillTx/>
                    <a:latin typeface="+mn-ea"/>
                    <a:cs typeface="+mn-cs"/>
                  </a:rPr>
                  <a:t>→ </a:t>
                </a:r>
                <a:r>
                  <a:rPr kumimoji="0" lang="en-US" altLang="ko-KR" sz="1700" b="0" i="0" u="none" strike="noStrike" kern="1200" cap="none" spc="0" normalizeH="0" baseline="0" noProof="0" dirty="0">
                    <a:ln>
                      <a:noFill/>
                    </a:ln>
                    <a:solidFill>
                      <a:srgbClr val="5C6574"/>
                    </a:solidFill>
                    <a:effectLst/>
                    <a:uLnTx/>
                    <a:uFillTx/>
                    <a:latin typeface="+mn-ea"/>
                    <a:cs typeface="+mn-cs"/>
                  </a:rPr>
                  <a:t>CNN</a:t>
                </a:r>
                <a:endParaRPr kumimoji="0" lang="ko-KR" altLang="en-US" sz="1700" b="0" i="0" u="none" strike="noStrike" kern="1200" cap="none" spc="0" normalizeH="0" baseline="0" noProof="0" dirty="0">
                  <a:ln>
                    <a:noFill/>
                  </a:ln>
                  <a:solidFill>
                    <a:srgbClr val="5C6574"/>
                  </a:solidFill>
                  <a:effectLst/>
                  <a:uLnTx/>
                  <a:uFillTx/>
                  <a:latin typeface="+mn-ea"/>
                  <a:cs typeface="+mn-cs"/>
                </a:endParaRPr>
              </a:p>
              <a:p>
                <a:pPr marL="0" marR="0" lvl="0" indent="0" algn="l" defTabSz="4572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800"/>
                  </a:spcAft>
                  <a:buClrTx/>
                  <a:buSzTx/>
                  <a:buFontTx/>
                  <a:buNone/>
                  <a:tabLst/>
                  <a:defRPr sz="1700">
                    <a:solidFill>
                      <a:srgbClr val="5C6574"/>
                    </a:solidFill>
                  </a:defRPr>
                </a:pPr>
                <a:r>
                  <a:rPr kumimoji="0" lang="ko-KR" altLang="en-US" sz="1700" b="0" i="0" u="none" strike="noStrike" kern="1200" cap="none" spc="0" normalizeH="0" baseline="0" noProof="0" dirty="0">
                    <a:ln>
                      <a:noFill/>
                    </a:ln>
                    <a:solidFill>
                      <a:srgbClr val="5C6574"/>
                    </a:solidFill>
                    <a:effectLst/>
                    <a:uLnTx/>
                    <a:uFillTx/>
                    <a:latin typeface="+mn-ea"/>
                    <a:cs typeface="+mn-cs"/>
                  </a:rPr>
                  <a:t>격자의 패턴 학습</a:t>
                </a:r>
                <a:r>
                  <a:rPr kumimoji="0" lang="en-US" altLang="ko-KR" sz="1700" b="0" i="0" u="none" strike="noStrike" kern="1200" cap="none" spc="0" normalizeH="0" baseline="0" noProof="0" dirty="0">
                    <a:ln>
                      <a:noFill/>
                    </a:ln>
                    <a:solidFill>
                      <a:srgbClr val="5C6574"/>
                    </a:solidFill>
                    <a:effectLst/>
                    <a:uLnTx/>
                    <a:uFillTx/>
                    <a:latin typeface="+mn-ea"/>
                    <a:cs typeface="+mn-cs"/>
                  </a:rPr>
                  <a:t>.</a:t>
                </a:r>
                <a:endParaRPr kumimoji="0" sz="1700" b="0" i="0" u="none" strike="noStrike" kern="1200" cap="none" spc="0" normalizeH="0" baseline="0" noProof="0" dirty="0">
                  <a:ln>
                    <a:noFill/>
                  </a:ln>
                  <a:solidFill>
                    <a:srgbClr val="5C6574"/>
                  </a:solidFill>
                  <a:effectLst/>
                  <a:uLnTx/>
                  <a:uFillTx/>
                  <a:latin typeface="+mn-ea"/>
                  <a:cs typeface="+mn-cs"/>
                </a:endParaRPr>
              </a:p>
            </p:txBody>
          </p:sp>
        </mc:Choice>
        <mc:Fallback xmlns="">
          <p:sp>
            <p:nvSpPr>
              <p:cNvPr id="10" name="TextBox 9">
                <a:extLst>
                  <a:ext uri="{FF2B5EF4-FFF2-40B4-BE49-F238E27FC236}">
                    <a16:creationId xmlns:a16="http://schemas.microsoft.com/office/drawing/2014/main" id="{603DFFEE-ACD2-FA61-85E6-F8C91FA9B4E4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1005840" y="2377439"/>
                <a:ext cx="2971800" cy="718145"/>
              </a:xfrm>
              <a:prstGeom prst="rect">
                <a:avLst/>
              </a:prstGeom>
              <a:blipFill>
                <a:blip r:embed="rId2"/>
                <a:stretch>
                  <a:fillRect l="-1230" t="-2542" b="-10169"/>
                </a:stretch>
              </a:blipFill>
            </p:spPr>
            <p:txBody>
              <a:bodyPr/>
              <a:lstStyle/>
              <a:p>
                <a:r>
                  <a:rPr lang="ko-KR" alt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11" name="Rounded Rectangle 10">
            <a:extLst>
              <a:ext uri="{FF2B5EF4-FFF2-40B4-BE49-F238E27FC236}">
                <a16:creationId xmlns:a16="http://schemas.microsoft.com/office/drawing/2014/main" id="{D180D610-9473-5058-5178-F686734BA0E8}"/>
              </a:ext>
            </a:extLst>
          </p:cNvPr>
          <p:cNvSpPr/>
          <p:nvPr/>
        </p:nvSpPr>
        <p:spPr>
          <a:xfrm>
            <a:off x="4407408" y="4264660"/>
            <a:ext cx="3383280" cy="1385883"/>
          </a:xfrm>
          <a:prstGeom prst="roundRect">
            <a:avLst/>
          </a:prstGeom>
          <a:solidFill>
            <a:srgbClr val="FFFFFF"/>
          </a:solidFill>
          <a:ln>
            <a:solidFill>
              <a:srgbClr val="E6EBF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Calibri"/>
              <a:ea typeface="+mn-ea"/>
              <a:cs typeface="+mn-cs"/>
            </a:endParaRPr>
          </a:p>
        </p:txBody>
      </p:sp>
      <p:sp>
        <p:nvSpPr>
          <p:cNvPr id="12" name="Rectangle 11">
            <a:extLst>
              <a:ext uri="{FF2B5EF4-FFF2-40B4-BE49-F238E27FC236}">
                <a16:creationId xmlns:a16="http://schemas.microsoft.com/office/drawing/2014/main" id="{427C3231-411E-27AC-922C-CAF391C05B52}"/>
              </a:ext>
            </a:extLst>
          </p:cNvPr>
          <p:cNvSpPr/>
          <p:nvPr/>
        </p:nvSpPr>
        <p:spPr>
          <a:xfrm>
            <a:off x="4407408" y="4264660"/>
            <a:ext cx="73152" cy="1385883"/>
          </a:xfrm>
          <a:prstGeom prst="rect">
            <a:avLst/>
          </a:prstGeom>
          <a:solidFill>
            <a:srgbClr val="1F898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Calibri"/>
              <a:ea typeface="+mn-ea"/>
              <a:cs typeface="+mn-cs"/>
            </a:endParaRPr>
          </a:p>
        </p:txBody>
      </p:sp>
      <p:sp>
        <p:nvSpPr>
          <p:cNvPr id="13" name="TextBox 12">
            <a:extLst>
              <a:ext uri="{FF2B5EF4-FFF2-40B4-BE49-F238E27FC236}">
                <a16:creationId xmlns:a16="http://schemas.microsoft.com/office/drawing/2014/main" id="{EE674014-CD96-1003-8EFD-AFD6F1DF2B28}"/>
              </a:ext>
            </a:extLst>
          </p:cNvPr>
          <p:cNvSpPr txBox="1"/>
          <p:nvPr/>
        </p:nvSpPr>
        <p:spPr>
          <a:xfrm>
            <a:off x="4636008" y="4429252"/>
            <a:ext cx="1063112" cy="338554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marL="0" marR="0" lvl="0" indent="0" algn="l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 sz="1600" b="1">
                <a:solidFill>
                  <a:srgbClr val="18233A"/>
                </a:solidFill>
              </a:defRPr>
            </a:pPr>
            <a:r>
              <a:rPr kumimoji="0" sz="1600" b="1" i="0" u="none" strike="noStrike" kern="1200" cap="none" spc="0" normalizeH="0" baseline="0" noProof="0" dirty="0" err="1">
                <a:ln>
                  <a:noFill/>
                </a:ln>
                <a:solidFill>
                  <a:srgbClr val="18233A"/>
                </a:solidFill>
                <a:effectLst/>
                <a:uLnTx/>
                <a:uFillTx/>
                <a:latin typeface="+mj-ea"/>
                <a:ea typeface="+mj-ea"/>
                <a:cs typeface="+mn-cs"/>
              </a:rPr>
              <a:t>정보</a:t>
            </a:r>
            <a:r>
              <a:rPr kumimoji="0" sz="1600" b="1" i="0" u="none" strike="noStrike" kern="1200" cap="none" spc="0" normalizeH="0" baseline="0" noProof="0" dirty="0">
                <a:ln>
                  <a:noFill/>
                </a:ln>
                <a:solidFill>
                  <a:srgbClr val="18233A"/>
                </a:solidFill>
                <a:effectLst/>
                <a:uLnTx/>
                <a:uFillTx/>
                <a:latin typeface="+mj-ea"/>
                <a:ea typeface="+mj-ea"/>
                <a:cs typeface="+mn-cs"/>
              </a:rPr>
              <a:t> </a:t>
            </a:r>
            <a:r>
              <a:rPr kumimoji="0" sz="1600" b="1" i="0" u="none" strike="noStrike" kern="1200" cap="none" spc="0" normalizeH="0" baseline="0" noProof="0" dirty="0" err="1">
                <a:ln>
                  <a:noFill/>
                </a:ln>
                <a:solidFill>
                  <a:srgbClr val="18233A"/>
                </a:solidFill>
                <a:effectLst/>
                <a:uLnTx/>
                <a:uFillTx/>
                <a:latin typeface="+mj-ea"/>
                <a:ea typeface="+mj-ea"/>
                <a:cs typeface="+mn-cs"/>
              </a:rPr>
              <a:t>결합</a:t>
            </a:r>
            <a:endParaRPr kumimoji="0" sz="1600" b="1" i="0" u="none" strike="noStrike" kern="1200" cap="none" spc="0" normalizeH="0" baseline="0" noProof="0" dirty="0">
              <a:ln>
                <a:noFill/>
              </a:ln>
              <a:solidFill>
                <a:srgbClr val="18233A"/>
              </a:solidFill>
              <a:effectLst/>
              <a:uLnTx/>
              <a:uFillTx/>
              <a:latin typeface="+mj-ea"/>
              <a:ea typeface="+mj-ea"/>
              <a:cs typeface="+mn-cs"/>
            </a:endParaRP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14" name="TextBox 13">
                <a:extLst>
                  <a:ext uri="{FF2B5EF4-FFF2-40B4-BE49-F238E27FC236}">
                    <a16:creationId xmlns:a16="http://schemas.microsoft.com/office/drawing/2014/main" id="{0336013E-8729-D273-4762-DF62D39F8A6D}"/>
                  </a:ext>
                </a:extLst>
              </p:cNvPr>
              <p:cNvSpPr txBox="1"/>
              <p:nvPr/>
            </p:nvSpPr>
            <p:spPr>
              <a:xfrm>
                <a:off x="4636008" y="4932398"/>
                <a:ext cx="3145534" cy="718145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/>
              <a:p>
                <a:pPr lvl="0" defTabSz="457200" latinLnBrk="0">
                  <a:spcAft>
                    <a:spcPts val="800"/>
                  </a:spcAft>
                  <a:defRPr sz="1700">
                    <a:solidFill>
                      <a:srgbClr val="5C6574"/>
                    </a:solidFill>
                  </a:defRPr>
                </a:pPr>
                <a14:m>
                  <m:oMath xmlns:m="http://schemas.openxmlformats.org/officeDocument/2006/math">
                    <m:sSub>
                      <m:sSubPr>
                        <m:ctrlPr>
                          <a:rPr lang="ko-KR" altLang="ar-AE" sz="1700" i="1">
                            <a:solidFill>
                              <a:srgbClr val="5C6574"/>
                            </a:solidFill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ko-KR" altLang="ar-AE" sz="1700" i="1">
                            <a:solidFill>
                              <a:srgbClr val="5C6574"/>
                            </a:solidFill>
                            <a:latin typeface="Cambria Math" panose="02040503050406030204" pitchFamily="18" charset="0"/>
                          </a:rPr>
                          <m:t>𝑔</m:t>
                        </m:r>
                      </m:e>
                      <m:sub>
                        <m:r>
                          <a:rPr lang="ar-AE" altLang="ko-KR" sz="1700" i="1">
                            <a:solidFill>
                              <a:srgbClr val="5C6574"/>
                            </a:solidFill>
                            <a:latin typeface="Cambria Math" panose="02040503050406030204" pitchFamily="18" charset="0"/>
                          </a:rPr>
                          <m:t>0</m:t>
                        </m:r>
                        <m:r>
                          <a:rPr lang="en-US" altLang="ko-KR" sz="1700" b="0" i="1" smtClean="0">
                            <a:solidFill>
                              <a:srgbClr val="5C6574"/>
                            </a:solidFill>
                            <a:latin typeface="Cambria Math" panose="02040503050406030204" pitchFamily="18" charset="0"/>
                          </a:rPr>
                          <m:t>5</m:t>
                        </m:r>
                      </m:sub>
                    </m:sSub>
                    <m:r>
                      <a:rPr lang="ar-AE" altLang="ko-KR" sz="1700" i="1">
                        <a:solidFill>
                          <a:srgbClr val="5C6574"/>
                        </a:solidFill>
                        <a:latin typeface="Cambria Math" panose="02040503050406030204" pitchFamily="18" charset="0"/>
                      </a:rPr>
                      <m:t> </m:t>
                    </m:r>
                  </m:oMath>
                </a14:m>
                <a:r>
                  <a:rPr kumimoji="0" lang="ko-KR" altLang="en-US" sz="1700" b="0" i="0" u="none" strike="noStrike" kern="1200" cap="none" spc="0" normalizeH="0" baseline="0" noProof="0" dirty="0">
                    <a:ln>
                      <a:noFill/>
                    </a:ln>
                    <a:solidFill>
                      <a:srgbClr val="5C6574"/>
                    </a:solidFill>
                    <a:effectLst/>
                    <a:uLnTx/>
                    <a:uFillTx/>
                    <a:latin typeface="+mn-ea"/>
                    <a:cs typeface="+mn-cs"/>
                  </a:rPr>
                  <a:t> 부분 제공</a:t>
                </a:r>
                <a:r>
                  <a:rPr kumimoji="0" lang="en-US" altLang="ko-KR" sz="1700" b="0" i="0" u="none" strike="noStrike" kern="1200" cap="none" spc="0" normalizeH="0" baseline="0" noProof="0" dirty="0">
                    <a:ln>
                      <a:noFill/>
                    </a:ln>
                    <a:solidFill>
                      <a:srgbClr val="5C6574"/>
                    </a:solidFill>
                    <a:effectLst/>
                    <a:uLnTx/>
                    <a:uFillTx/>
                    <a:latin typeface="+mn-ea"/>
                    <a:cs typeface="+mn-cs"/>
                  </a:rPr>
                  <a:t>.</a:t>
                </a:r>
                <a:endParaRPr kumimoji="0" lang="ko-KR" altLang="en-US" sz="1700" b="0" i="0" u="none" strike="noStrike" kern="1200" cap="none" spc="0" normalizeH="0" baseline="0" noProof="0" dirty="0">
                  <a:ln>
                    <a:noFill/>
                  </a:ln>
                  <a:solidFill>
                    <a:srgbClr val="5C6574"/>
                  </a:solidFill>
                  <a:effectLst/>
                  <a:uLnTx/>
                  <a:uFillTx/>
                  <a:latin typeface="+mn-ea"/>
                  <a:cs typeface="+mn-cs"/>
                </a:endParaRPr>
              </a:p>
              <a:p>
                <a:pPr marL="0" marR="0" lvl="0" indent="0" algn="l" defTabSz="4572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800"/>
                  </a:spcAft>
                  <a:buClrTx/>
                  <a:buSzTx/>
                  <a:buFontTx/>
                  <a:buNone/>
                  <a:tabLst/>
                  <a:defRPr sz="1700">
                    <a:solidFill>
                      <a:srgbClr val="5C6574"/>
                    </a:solidFill>
                  </a:defRPr>
                </a:pPr>
                <a:r>
                  <a:rPr kumimoji="0" lang="en-US" sz="1700" b="0" i="0" u="none" strike="noStrike" kern="1200" cap="none" spc="0" normalizeH="0" baseline="0" noProof="0" dirty="0">
                    <a:ln>
                      <a:noFill/>
                    </a:ln>
                    <a:solidFill>
                      <a:srgbClr val="5C6574"/>
                    </a:solidFill>
                    <a:effectLst/>
                    <a:uLnTx/>
                    <a:uFillTx/>
                    <a:latin typeface="+mn-ea"/>
                    <a:cs typeface="+mn-cs"/>
                  </a:rPr>
                  <a:t>CNN</a:t>
                </a:r>
                <a:r>
                  <a:rPr kumimoji="0" lang="ko-KR" altLang="en-US" sz="1700" b="0" i="0" u="none" strike="noStrike" kern="1200" cap="none" spc="0" normalizeH="0" baseline="0" noProof="0" dirty="0">
                    <a:ln>
                      <a:noFill/>
                    </a:ln>
                    <a:solidFill>
                      <a:srgbClr val="5C6574"/>
                    </a:solidFill>
                    <a:effectLst/>
                    <a:uLnTx/>
                    <a:uFillTx/>
                    <a:latin typeface="+mn-ea"/>
                    <a:cs typeface="+mn-cs"/>
                  </a:rPr>
                  <a:t>과 결합</a:t>
                </a:r>
                <a:r>
                  <a:rPr kumimoji="0" lang="en-US" altLang="ko-KR" sz="1700" b="0" i="0" u="none" strike="noStrike" kern="1200" cap="none" spc="0" normalizeH="0" baseline="0" noProof="0" dirty="0">
                    <a:ln>
                      <a:noFill/>
                    </a:ln>
                    <a:solidFill>
                      <a:srgbClr val="5C6574"/>
                    </a:solidFill>
                    <a:effectLst/>
                    <a:uLnTx/>
                    <a:uFillTx/>
                    <a:latin typeface="+mn-ea"/>
                    <a:cs typeface="+mn-cs"/>
                  </a:rPr>
                  <a:t>.</a:t>
                </a:r>
                <a:endParaRPr kumimoji="0" sz="1700" b="0" i="0" u="none" strike="noStrike" kern="1200" cap="none" spc="0" normalizeH="0" baseline="0" noProof="0" dirty="0">
                  <a:ln>
                    <a:noFill/>
                  </a:ln>
                  <a:solidFill>
                    <a:srgbClr val="5C6574"/>
                  </a:solidFill>
                  <a:effectLst/>
                  <a:uLnTx/>
                  <a:uFillTx/>
                  <a:latin typeface="+mn-ea"/>
                  <a:cs typeface="+mn-cs"/>
                </a:endParaRPr>
              </a:p>
            </p:txBody>
          </p:sp>
        </mc:Choice>
        <mc:Fallback xmlns="">
          <p:sp>
            <p:nvSpPr>
              <p:cNvPr id="14" name="TextBox 13">
                <a:extLst>
                  <a:ext uri="{FF2B5EF4-FFF2-40B4-BE49-F238E27FC236}">
                    <a16:creationId xmlns:a16="http://schemas.microsoft.com/office/drawing/2014/main" id="{0336013E-8729-D273-4762-DF62D39F8A6D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4636008" y="4932398"/>
                <a:ext cx="3145534" cy="718145"/>
              </a:xfrm>
              <a:prstGeom prst="rect">
                <a:avLst/>
              </a:prstGeom>
              <a:blipFill>
                <a:blip r:embed="rId3"/>
                <a:stretch>
                  <a:fillRect l="-1359" t="-2542" b="-11017"/>
                </a:stretch>
              </a:blipFill>
            </p:spPr>
            <p:txBody>
              <a:bodyPr/>
              <a:lstStyle/>
              <a:p>
                <a:r>
                  <a:rPr lang="ko-KR" alt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18" name="화살표: 오른쪽 17">
            <a:extLst>
              <a:ext uri="{FF2B5EF4-FFF2-40B4-BE49-F238E27FC236}">
                <a16:creationId xmlns:a16="http://schemas.microsoft.com/office/drawing/2014/main" id="{ACA157C7-FFD5-5D1B-E36C-BD9D36C91B60}"/>
              </a:ext>
            </a:extLst>
          </p:cNvPr>
          <p:cNvSpPr/>
          <p:nvPr/>
        </p:nvSpPr>
        <p:spPr>
          <a:xfrm rot="2895005">
            <a:off x="3729774" y="3241717"/>
            <a:ext cx="1044372" cy="1041400"/>
          </a:xfrm>
          <a:prstGeom prst="rightArrow">
            <a:avLst>
              <a:gd name="adj1" fmla="val 32556"/>
              <a:gd name="adj2" fmla="val 40804"/>
            </a:avLst>
          </a:prstGeom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 dirty="0"/>
          </a:p>
        </p:txBody>
      </p:sp>
    </p:spTree>
    <p:extLst>
      <p:ext uri="{BB962C8B-B14F-4D97-AF65-F5344CB8AC3E}">
        <p14:creationId xmlns:p14="http://schemas.microsoft.com/office/powerpoint/2010/main" val="1578165871"/>
      </p:ext>
    </p:extLst>
  </p:cSld>
  <p:clrMapOvr>
    <a:masterClrMapping/>
  </p:clrMapOvr>
  <mc:AlternateContent xmlns:mc="http://schemas.openxmlformats.org/markup-compatibility/2006">
    <mc:Choice xmlns:p14="http://schemas.microsoft.com/office/powerpoint/2010/main" Requires="p14">
      <p:transition spd="med" p14:dur="700">
        <p:fade/>
      </p:transition>
    </mc:Choice>
    <mc:Fallback>
      <p:transition spd="med">
        <p:fade/>
      </p:transition>
    </mc:Fallback>
  </mc:AlternateContent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500"/>
                                        <p:tgtEl>
                                          <p:spTgt spid="1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" dur="500"/>
                                        <p:tgtEl>
                                          <p:spTgt spid="1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1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3" dur="500"/>
                                        <p:tgtEl>
                                          <p:spTgt spid="1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4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6" dur="50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7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9" dur="5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1" grpId="0" animBg="1"/>
      <p:bldP spid="12" grpId="0" animBg="1"/>
      <p:bldP spid="13" grpId="0"/>
      <p:bldP spid="14" grpId="0"/>
      <p:bldP spid="18" grpId="0" animBg="1"/>
    </p:bldLst>
  </p:timing>
</p:sld>
</file>

<file path=ppt/slides/slide3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tx1">
            <a:lumMod val="85000"/>
            <a:lumOff val="15000"/>
          </a:schemeClr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BABA0270-19C0-CD80-550F-38BCB2AEBF4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mc:AlternateContent xmlns:mc="http://schemas.openxmlformats.org/markup-compatibility/2006" xmlns:a14="http://schemas.microsoft.com/office/drawing/2010/main">
        <mc:Choice Requires="a14">
          <p:sp>
            <p:nvSpPr>
              <p:cNvPr id="3" name="TextBox 2">
                <a:extLst>
                  <a:ext uri="{FF2B5EF4-FFF2-40B4-BE49-F238E27FC236}">
                    <a16:creationId xmlns:a16="http://schemas.microsoft.com/office/drawing/2014/main" id="{B8F48755-2A7E-442C-9E63-4A6B41F35972}"/>
                  </a:ext>
                </a:extLst>
              </p:cNvPr>
              <p:cNvSpPr txBox="1"/>
              <p:nvPr/>
            </p:nvSpPr>
            <p:spPr>
              <a:xfrm>
                <a:off x="658368" y="384048"/>
                <a:ext cx="3508140" cy="523220"/>
              </a:xfrm>
              <a:prstGeom prst="rect">
                <a:avLst/>
              </a:prstGeom>
              <a:noFill/>
            </p:spPr>
            <p:txBody>
              <a:bodyPr wrap="none">
                <a:spAutoFit/>
              </a:bodyPr>
              <a:lstStyle/>
              <a:p>
                <a:pPr lvl="0" defTabSz="457200" latinLnBrk="0">
                  <a:defRPr sz="2800" b="1">
                    <a:solidFill>
                      <a:srgbClr val="18233A"/>
                    </a:solidFill>
                  </a:defRPr>
                </a:pPr>
                <a:r>
                  <a:rPr kumimoji="0" lang="en-US" altLang="ko-KR" sz="2800" b="1" i="0" u="none" strike="noStrike" kern="1200" cap="none" spc="0" normalizeH="0" baseline="0" noProof="0" dirty="0">
                    <a:ln>
                      <a:noFill/>
                    </a:ln>
                    <a:solidFill>
                      <a:srgbClr val="F8F9FC"/>
                    </a:solidFill>
                    <a:effectLst/>
                    <a:uLnTx/>
                    <a:uFillTx/>
                    <a:latin typeface="+mj-ea"/>
                    <a:ea typeface="+mj-ea"/>
                  </a:rPr>
                  <a:t>AI</a:t>
                </a:r>
                <a:r>
                  <a:rPr lang="en-US" altLang="ko-KR" sz="2800" b="1" dirty="0">
                    <a:solidFill>
                      <a:srgbClr val="F8F9FC"/>
                    </a:solidFill>
                    <a:latin typeface="+mj-ea"/>
                    <a:ea typeface="+mj-ea"/>
                  </a:rPr>
                  <a:t> 2</a:t>
                </a:r>
                <a:r>
                  <a:rPr kumimoji="0" lang="en-US" altLang="ko-KR" sz="2800" b="1" i="0" u="none" strike="noStrike" kern="1200" cap="none" spc="0" normalizeH="0" baseline="0" noProof="0" dirty="0">
                    <a:ln>
                      <a:noFill/>
                    </a:ln>
                    <a:solidFill>
                      <a:srgbClr val="F8F9FC"/>
                    </a:solidFill>
                    <a:effectLst/>
                    <a:uLnTx/>
                    <a:uFillTx/>
                    <a:latin typeface="+mj-ea"/>
                    <a:ea typeface="+mj-ea"/>
                  </a:rPr>
                  <a:t>)</a:t>
                </a:r>
                <a:r>
                  <a:rPr lang="en-US" altLang="ko-KR" sz="2800" dirty="0">
                    <a:solidFill>
                      <a:srgbClr val="F8F9FC"/>
                    </a:solidFill>
                    <a:latin typeface="+mj-ea"/>
                    <a:ea typeface="+mj-ea"/>
                  </a:rPr>
                  <a:t>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ko-KR" altLang="ar-AE" sz="2800" b="1" i="1" smtClean="0">
                            <a:solidFill>
                              <a:srgbClr val="F8F9FC"/>
                            </a:solidFill>
                            <a:latin typeface="Cambria Math" panose="02040503050406030204" pitchFamily="18" charset="0"/>
                            <a:ea typeface="+mj-ea"/>
                          </a:rPr>
                        </m:ctrlPr>
                      </m:sSubPr>
                      <m:e>
                        <m:r>
                          <a:rPr lang="ko-KR" altLang="ar-AE" sz="2800" b="1" i="1" smtClean="0">
                            <a:solidFill>
                              <a:srgbClr val="F8F9FC"/>
                            </a:solidFill>
                            <a:latin typeface="Cambria Math" panose="02040503050406030204" pitchFamily="18" charset="0"/>
                            <a:ea typeface="+mj-ea"/>
                          </a:rPr>
                          <m:t>𝒈</m:t>
                        </m:r>
                      </m:e>
                      <m:sub>
                        <m:r>
                          <a:rPr lang="ko-KR" altLang="ar-AE" sz="2800" b="1" i="1" smtClean="0">
                            <a:solidFill>
                              <a:srgbClr val="F8F9FC"/>
                            </a:solidFill>
                            <a:latin typeface="Cambria Math" panose="02040503050406030204" pitchFamily="18" charset="0"/>
                            <a:ea typeface="+mj-ea"/>
                          </a:rPr>
                          <m:t>𝟎𝟓</m:t>
                        </m:r>
                      </m:sub>
                    </m:sSub>
                  </m:oMath>
                </a14:m>
                <a:r>
                  <a:rPr kumimoji="0" lang="ar-AE" altLang="ko-KR" sz="2800" b="1" i="0" u="none" strike="noStrike" kern="1200" cap="none" spc="0" normalizeH="0" baseline="0" noProof="0" dirty="0">
                    <a:ln>
                      <a:noFill/>
                    </a:ln>
                    <a:solidFill>
                      <a:srgbClr val="F8F9FC"/>
                    </a:solidFill>
                    <a:effectLst/>
                    <a:uLnTx/>
                    <a:uFillTx/>
                    <a:latin typeface="+mj-ea"/>
                    <a:ea typeface="+mj-ea"/>
                  </a:rPr>
                  <a:t>-</a:t>
                </a:r>
                <a:r>
                  <a:rPr kumimoji="0" lang="en-US" altLang="ko-KR" sz="2800" b="1" i="0" u="none" strike="noStrike" kern="1200" cap="none" spc="0" normalizeH="0" baseline="0" noProof="0" dirty="0">
                    <a:ln>
                      <a:noFill/>
                    </a:ln>
                    <a:solidFill>
                      <a:srgbClr val="F8F9FC"/>
                    </a:solidFill>
                    <a:effectLst/>
                    <a:uLnTx/>
                    <a:uFillTx/>
                    <a:latin typeface="+mj-ea"/>
                    <a:ea typeface="+mj-ea"/>
                  </a:rPr>
                  <a:t>CNN </a:t>
                </a:r>
                <a:r>
                  <a:rPr lang="ko-KR" altLang="en-US" sz="2800" b="1" dirty="0">
                    <a:solidFill>
                      <a:srgbClr val="F8F9FC"/>
                    </a:solidFill>
                    <a:latin typeface="+mj-ea"/>
                    <a:ea typeface="+mj-ea"/>
                  </a:rPr>
                  <a:t>결합</a:t>
                </a:r>
                <a:endParaRPr kumimoji="0" lang="ko-KR" altLang="en-US" sz="2800" b="1" i="0" u="none" strike="noStrike" kern="1200" cap="none" spc="0" normalizeH="0" baseline="0" noProof="0" dirty="0">
                  <a:ln>
                    <a:noFill/>
                  </a:ln>
                  <a:solidFill>
                    <a:srgbClr val="F8F9FC"/>
                  </a:solidFill>
                  <a:effectLst/>
                  <a:uLnTx/>
                  <a:uFillTx/>
                  <a:latin typeface="+mj-ea"/>
                  <a:ea typeface="+mj-ea"/>
                </a:endParaRPr>
              </a:p>
            </p:txBody>
          </p:sp>
        </mc:Choice>
        <mc:Fallback xmlns="">
          <p:sp>
            <p:nvSpPr>
              <p:cNvPr id="3" name="TextBox 2">
                <a:extLst>
                  <a:ext uri="{FF2B5EF4-FFF2-40B4-BE49-F238E27FC236}">
                    <a16:creationId xmlns:a16="http://schemas.microsoft.com/office/drawing/2014/main" id="{B8F48755-2A7E-442C-9E63-4A6B41F35972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658368" y="384048"/>
                <a:ext cx="3508140" cy="523220"/>
              </a:xfrm>
              <a:prstGeom prst="rect">
                <a:avLst/>
              </a:prstGeom>
              <a:blipFill>
                <a:blip r:embed="rId3"/>
                <a:stretch>
                  <a:fillRect l="-3478" t="-11628" r="-1739" b="-31395"/>
                </a:stretch>
              </a:blipFill>
            </p:spPr>
            <p:txBody>
              <a:bodyPr/>
              <a:lstStyle/>
              <a:p>
                <a:r>
                  <a:rPr lang="ko-KR" alt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6" name="Rectangle 5">
            <a:extLst>
              <a:ext uri="{FF2B5EF4-FFF2-40B4-BE49-F238E27FC236}">
                <a16:creationId xmlns:a16="http://schemas.microsoft.com/office/drawing/2014/main" id="{18D7F709-B673-C29E-B5F4-93652D5DF94D}"/>
              </a:ext>
            </a:extLst>
          </p:cNvPr>
          <p:cNvSpPr/>
          <p:nvPr/>
        </p:nvSpPr>
        <p:spPr>
          <a:xfrm>
            <a:off x="676656" y="1353312"/>
            <a:ext cx="566928" cy="41148"/>
          </a:xfrm>
          <a:prstGeom prst="rect">
            <a:avLst/>
          </a:prstGeom>
          <a:solidFill>
            <a:srgbClr val="315EB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Calibri"/>
              <a:ea typeface="+mn-ea"/>
              <a:cs typeface="+mn-cs"/>
            </a:endParaRPr>
          </a:p>
        </p:txBody>
      </p:sp>
      <p:pic>
        <p:nvPicPr>
          <p:cNvPr id="96" name="그림 95">
            <a:extLst>
              <a:ext uri="{FF2B5EF4-FFF2-40B4-BE49-F238E27FC236}">
                <a16:creationId xmlns:a16="http://schemas.microsoft.com/office/drawing/2014/main" id="{11BCABE3-8EC9-C450-3739-65CE5C7AD0F2}"/>
              </a:ext>
            </a:extLst>
          </p:cNvPr>
          <p:cNvPicPr>
            <a:picLocks noChangeAspect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3389039" y="1012769"/>
            <a:ext cx="5413921" cy="5502331"/>
          </a:xfrm>
          <a:prstGeom prst="rect">
            <a:avLst/>
          </a:prstGeom>
          <a:scene3d>
            <a:camera prst="orthographicFront">
              <a:rot lat="16199998" lon="0" rev="0"/>
            </a:camera>
            <a:lightRig rig="threePt" dir="t"/>
          </a:scene3d>
        </p:spPr>
      </p:pic>
      <mc:AlternateContent xmlns:mc="http://schemas.openxmlformats.org/markup-compatibility/2006">
        <mc:Choice xmlns:am3d="http://schemas.microsoft.com/office/drawing/2017/model3d" Requires="am3d">
          <p:graphicFrame>
            <p:nvGraphicFramePr>
              <p:cNvPr id="4" name="3D 모델 3">
                <a:extLst>
                  <a:ext uri="{FF2B5EF4-FFF2-40B4-BE49-F238E27FC236}">
                    <a16:creationId xmlns:a16="http://schemas.microsoft.com/office/drawing/2014/main" id="{861A8C1E-819C-2881-F317-E87016F8E43F}"/>
                  </a:ext>
                </a:extLst>
              </p:cNvPr>
              <p:cNvGraphicFramePr>
                <a:graphicFrameLocks noChangeAspect="1"/>
              </p:cNvGraphicFramePr>
              <p:nvPr>
                <p:extLst>
                  <p:ext uri="{D42A27DB-BD31-4B8C-83A1-F6EECF244321}">
                    <p14:modId xmlns:p14="http://schemas.microsoft.com/office/powerpoint/2010/main" val="1329422111"/>
                  </p:ext>
                </p:extLst>
              </p:nvPr>
            </p:nvGraphicFramePr>
            <p:xfrm>
              <a:off x="3110442" y="1543909"/>
              <a:ext cx="5971101" cy="4440049"/>
            </p:xfrm>
            <a:graphic>
              <a:graphicData uri="http://schemas.microsoft.com/office/drawing/2017/model3d">
                <am3d:model3d r:embed="rId5">
                  <am3d:spPr>
                    <a:xfrm>
                      <a:off x="0" y="0"/>
                      <a:ext cx="5971101" cy="4440049"/>
                    </a:xfrm>
                    <a:prstGeom prst="rect">
                      <a:avLst/>
                    </a:prstGeom>
                  </am3d:spPr>
                  <am3d:camera>
                    <am3d:pos x="0" y="0" z="81298810"/>
                    <am3d:up dx="0" dy="36000000" dz="0"/>
                    <am3d:lookAt x="0" y="0" z="0"/>
                    <am3d:perspective fov="2700000"/>
                  </am3d:camera>
                  <am3d:trans>
                    <am3d:meterPerModelUnit n="153134" d="1000000"/>
                    <am3d:preTrans dx="-1171956" dy="-1196886" dz="1117802"/>
                    <am3d:scale>
                      <am3d:sx n="1000000" d="1000000"/>
                      <am3d:sy n="1000000" d="1000000"/>
                      <am3d:sz n="1000000" d="1000000"/>
                    </am3d:scale>
                    <am3d:rot ax="1453115" ay="1797091" az="759428"/>
                    <am3d:postTrans dx="0" dy="0" dz="0"/>
                  </am3d:trans>
                  <am3d:raster rName="Office3DRenderer" rVer="16.0.8326">
                    <am3d:blip r:embed="rId6"/>
                  </am3d:raster>
                  <am3d:objViewport viewportSz="8304165"/>
                  <am3d:ambientLight>
                    <am3d:clr>
                      <a:scrgbClr r="50000" g="50000" b="50000"/>
                    </am3d:clr>
                    <am3d:illuminance n="500000" d="1000000"/>
                  </am3d:ambientLight>
                  <am3d:ptLight rad="0">
                    <am3d:clr>
                      <a:scrgbClr r="100000" g="75000" b="50000"/>
                    </am3d:clr>
                    <am3d:intensity n="9765625" d="1000000"/>
                    <am3d:pos x="21959998" y="70920001" z="16344003"/>
                  </am3d:ptLight>
                  <am3d:ptLight rad="0">
                    <am3d:clr>
                      <a:scrgbClr r="40000" g="60000" b="95000"/>
                    </am3d:clr>
                    <am3d:intensity n="12250000" d="1000000"/>
                    <am3d:pos x="-37964106" y="51130435" z="57631972"/>
                  </am3d:ptLight>
                  <am3d:ptLight rad="0">
                    <am3d:clr>
                      <a:scrgbClr r="86837" g="72700" b="100000"/>
                    </am3d:clr>
                    <am3d:intensity n="3125000" d="1000000"/>
                    <am3d:pos x="-37739122" y="58056624" z="-34769649"/>
                  </am3d:ptLight>
                </am3d:model3d>
              </a:graphicData>
            </a:graphic>
          </p:graphicFrame>
        </mc:Choice>
        <mc:Fallback>
          <p:pic>
            <p:nvPicPr>
              <p:cNvPr id="4" name="3D 모델 3">
                <a:extLst>
                  <a:ext uri="{FF2B5EF4-FFF2-40B4-BE49-F238E27FC236}">
                    <a16:creationId xmlns:a16="http://schemas.microsoft.com/office/drawing/2014/main" id="{861A8C1E-819C-2881-F317-E87016F8E43F}"/>
                  </a:ext>
                </a:extLst>
              </p:cNvPr>
              <p:cNvPicPr>
                <a:picLocks noGrp="1" noRot="1" noChangeAspect="1" noMove="1" noResize="1" noEditPoints="1" noAdjustHandles="1" noChangeArrowheads="1" noChangeShapeType="1" noCrop="1"/>
              </p:cNvPicPr>
              <p:nvPr/>
            </p:nvPicPr>
            <p:blipFill>
              <a:blip r:embed="rId6"/>
              <a:stretch>
                <a:fillRect/>
              </a:stretch>
            </p:blipFill>
            <p:spPr>
              <a:xfrm>
                <a:off x="3110442" y="1543909"/>
                <a:ext cx="5971101" cy="4440049"/>
              </a:xfrm>
              <a:prstGeom prst="rect">
                <a:avLst/>
              </a:prstGeom>
            </p:spPr>
          </p:pic>
        </mc:Fallback>
      </mc:AlternateContent>
      <p:pic>
        <p:nvPicPr>
          <p:cNvPr id="9" name="그림 8">
            <a:extLst>
              <a:ext uri="{FF2B5EF4-FFF2-40B4-BE49-F238E27FC236}">
                <a16:creationId xmlns:a16="http://schemas.microsoft.com/office/drawing/2014/main" id="{059B419D-FE42-2A3A-A41A-8DED63DE067F}"/>
              </a:ext>
            </a:extLst>
          </p:cNvPr>
          <p:cNvPicPr>
            <a:picLocks noChangeAspect="1"/>
          </p:cNvPicPr>
          <p:nvPr/>
        </p:nvPicPr>
        <p:blipFill>
          <a:blip r:embed="rId7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3110308" y="1542148"/>
            <a:ext cx="5971367" cy="4441810"/>
          </a:xfrm>
          <a:prstGeom prst="rect">
            <a:avLst/>
          </a:prstGeom>
        </p:spPr>
      </p:pic>
      <p:pic>
        <p:nvPicPr>
          <p:cNvPr id="10" name="그림 9">
            <a:extLst>
              <a:ext uri="{FF2B5EF4-FFF2-40B4-BE49-F238E27FC236}">
                <a16:creationId xmlns:a16="http://schemas.microsoft.com/office/drawing/2014/main" id="{1F19044F-D879-5869-989B-EF5F7129C650}"/>
              </a:ext>
            </a:extLst>
          </p:cNvPr>
          <p:cNvPicPr>
            <a:picLocks noChangeAspect="1"/>
          </p:cNvPicPr>
          <p:nvPr/>
        </p:nvPicPr>
        <p:blipFill>
          <a:blip r:embed="rId7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3110176" y="1542148"/>
            <a:ext cx="5971367" cy="4441810"/>
          </a:xfrm>
          <a:prstGeom prst="rect">
            <a:avLst/>
          </a:prstGeom>
        </p:spPr>
      </p:pic>
      <p:pic>
        <p:nvPicPr>
          <p:cNvPr id="11" name="그림 10">
            <a:extLst>
              <a:ext uri="{FF2B5EF4-FFF2-40B4-BE49-F238E27FC236}">
                <a16:creationId xmlns:a16="http://schemas.microsoft.com/office/drawing/2014/main" id="{B91E7EBA-A3DF-ACBB-1553-DC1A42632017}"/>
              </a:ext>
            </a:extLst>
          </p:cNvPr>
          <p:cNvPicPr>
            <a:picLocks noChangeAspect="1"/>
          </p:cNvPicPr>
          <p:nvPr/>
        </p:nvPicPr>
        <p:blipFill>
          <a:blip r:embed="rId7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3110044" y="1542148"/>
            <a:ext cx="5971367" cy="4441810"/>
          </a:xfrm>
          <a:prstGeom prst="rect">
            <a:avLst/>
          </a:prstGeom>
        </p:spPr>
      </p:pic>
    </p:spTree>
    <p:custDataLst>
      <p:tags r:id="rId1"/>
    </p:custDataLst>
    <p:extLst>
      <p:ext uri="{BB962C8B-B14F-4D97-AF65-F5344CB8AC3E}">
        <p14:creationId xmlns:p14="http://schemas.microsoft.com/office/powerpoint/2010/main" val="802341473"/>
      </p:ext>
    </p:extLst>
  </p:cSld>
  <p:clrMapOvr>
    <a:masterClrMapping/>
  </p:clrMapOvr>
  <mc:AlternateContent xmlns:mc="http://schemas.openxmlformats.org/markup-compatibility/2006">
    <mc:Choice xmlns:p159="http://schemas.microsoft.com/office/powerpoint/2015/09/main" Requires="p159">
      <p:transition xmlns:p14="http://schemas.microsoft.com/office/powerpoint/2010/main" spd="med" p14:dur="700">
        <p159:morph option="byObject"/>
      </p:transition>
    </mc:Choice>
    <mc:Fallback>
      <p:transition spd="med">
        <p:fade/>
      </p:transition>
    </mc:Fallback>
  </mc:AlternateContent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8" fill="hold">
                            <p:stCondLst>
                              <p:cond delay="350"/>
                            </p:stCondLst>
                            <p:childTnLst>
                              <p:par>
                                <p:cTn id="9" presetID="10" presetClass="exit" presetSubtype="0" fill="hold" nodeType="afterEffect">
                                  <p:stCondLst>
                                    <p:cond delay="0"/>
                                  </p:stCondLst>
                                  <p:childTnLst>
                                    <p:animEffect transition="out" filter="fade">
                                      <p:cBhvr>
                                        <p:cTn id="10" dur="350"/>
                                        <p:tgtEl>
                                          <p:spTgt spid="9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349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2" fill="hold">
                            <p:stCondLst>
                              <p:cond delay="700"/>
                            </p:stCondLst>
                            <p:childTnLst>
                              <p:par>
                                <p:cTn id="13" presetID="10" presetClass="entr" presetSubtype="0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5" dur="350"/>
                                        <p:tgtEl>
                                          <p:spTgt spid="1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6" fill="hold">
                            <p:stCondLst>
                              <p:cond delay="1050"/>
                            </p:stCondLst>
                            <p:childTnLst>
                              <p:par>
                                <p:cTn id="17" presetID="10" presetClass="exit" presetSubtype="0" fill="hold" nodeType="afterEffect">
                                  <p:stCondLst>
                                    <p:cond delay="0"/>
                                  </p:stCondLst>
                                  <p:childTnLst>
                                    <p:animEffect transition="out" filter="fade">
                                      <p:cBhvr>
                                        <p:cTn id="18" dur="350"/>
                                        <p:tgtEl>
                                          <p:spTgt spid="10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19" dur="1" fill="hold">
                                          <p:stCondLst>
                                            <p:cond delay="349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20" fill="hold">
                            <p:stCondLst>
                              <p:cond delay="1400"/>
                            </p:stCondLst>
                            <p:childTnLst>
                              <p:par>
                                <p:cTn id="21" presetID="10" presetClass="entr" presetSubtype="0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3" dur="350"/>
                                        <p:tgtEl>
                                          <p:spTgt spid="1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24" fill="hold">
                            <p:stCondLst>
                              <p:cond delay="1750"/>
                            </p:stCondLst>
                            <p:childTnLst>
                              <p:par>
                                <p:cTn id="25" presetID="10" presetClass="exit" presetSubtype="0" fill="hold" nodeType="afterEffect">
                                  <p:stCondLst>
                                    <p:cond delay="0"/>
                                  </p:stCondLst>
                                  <p:childTnLst>
                                    <p:animEffect transition="out" filter="fade">
                                      <p:cBhvr>
                                        <p:cTn id="26" dur="350"/>
                                        <p:tgtEl>
                                          <p:spTgt spid="11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27" dur="1" fill="hold">
                                          <p:stCondLst>
                                            <p:cond delay="349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3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tx1">
            <a:lumMod val="85000"/>
            <a:lumOff val="15000"/>
          </a:schemeClr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A68BF778-43CE-0215-C5B5-F1C38142A18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" name="타원 17">
            <a:extLst>
              <a:ext uri="{FF2B5EF4-FFF2-40B4-BE49-F238E27FC236}">
                <a16:creationId xmlns:a16="http://schemas.microsoft.com/office/drawing/2014/main" id="{5C27EEA4-AFA5-49F3-B73E-B6606BEF765B}"/>
              </a:ext>
            </a:extLst>
          </p:cNvPr>
          <p:cNvSpPr/>
          <p:nvPr/>
        </p:nvSpPr>
        <p:spPr>
          <a:xfrm>
            <a:off x="5469732" y="3592116"/>
            <a:ext cx="303609" cy="303609"/>
          </a:xfrm>
          <a:prstGeom prst="ellipse">
            <a:avLst/>
          </a:prstGeom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19" name="타원 18">
            <a:extLst>
              <a:ext uri="{FF2B5EF4-FFF2-40B4-BE49-F238E27FC236}">
                <a16:creationId xmlns:a16="http://schemas.microsoft.com/office/drawing/2014/main" id="{445A1822-E2B4-0E50-BB9A-BA38AEC35DDC}"/>
              </a:ext>
            </a:extLst>
          </p:cNvPr>
          <p:cNvSpPr/>
          <p:nvPr/>
        </p:nvSpPr>
        <p:spPr>
          <a:xfrm>
            <a:off x="6329362" y="3182780"/>
            <a:ext cx="262890" cy="262890"/>
          </a:xfrm>
          <a:prstGeom prst="ellipse">
            <a:avLst/>
          </a:prstGeom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20" name="타원 19">
            <a:extLst>
              <a:ext uri="{FF2B5EF4-FFF2-40B4-BE49-F238E27FC236}">
                <a16:creationId xmlns:a16="http://schemas.microsoft.com/office/drawing/2014/main" id="{4B373D38-DF5F-8CC2-DCF6-7054356FD04E}"/>
              </a:ext>
            </a:extLst>
          </p:cNvPr>
          <p:cNvSpPr/>
          <p:nvPr/>
        </p:nvSpPr>
        <p:spPr>
          <a:xfrm>
            <a:off x="6839886" y="3044192"/>
            <a:ext cx="291466" cy="291466"/>
          </a:xfrm>
          <a:prstGeom prst="ellipse">
            <a:avLst/>
          </a:prstGeom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21" name="타원 20">
            <a:extLst>
              <a:ext uri="{FF2B5EF4-FFF2-40B4-BE49-F238E27FC236}">
                <a16:creationId xmlns:a16="http://schemas.microsoft.com/office/drawing/2014/main" id="{896B1782-92E2-77A6-E9AD-CE8864A59475}"/>
              </a:ext>
            </a:extLst>
          </p:cNvPr>
          <p:cNvSpPr/>
          <p:nvPr/>
        </p:nvSpPr>
        <p:spPr>
          <a:xfrm>
            <a:off x="5998369" y="2534780"/>
            <a:ext cx="262890" cy="262890"/>
          </a:xfrm>
          <a:prstGeom prst="ellipse">
            <a:avLst/>
          </a:prstGeom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22" name="타원 21">
            <a:extLst>
              <a:ext uri="{FF2B5EF4-FFF2-40B4-BE49-F238E27FC236}">
                <a16:creationId xmlns:a16="http://schemas.microsoft.com/office/drawing/2014/main" id="{FC4B41E1-A159-CBD9-B621-8C286DFB70CA}"/>
              </a:ext>
            </a:extLst>
          </p:cNvPr>
          <p:cNvSpPr/>
          <p:nvPr/>
        </p:nvSpPr>
        <p:spPr>
          <a:xfrm>
            <a:off x="5277763" y="2639988"/>
            <a:ext cx="262890" cy="262890"/>
          </a:xfrm>
          <a:prstGeom prst="ellipse">
            <a:avLst/>
          </a:prstGeom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3" name="TextBox 2">
                <a:extLst>
                  <a:ext uri="{FF2B5EF4-FFF2-40B4-BE49-F238E27FC236}">
                    <a16:creationId xmlns:a16="http://schemas.microsoft.com/office/drawing/2014/main" id="{2242A124-E17B-F28A-F9C6-6F5E8F4546E2}"/>
                  </a:ext>
                </a:extLst>
              </p:cNvPr>
              <p:cNvSpPr txBox="1"/>
              <p:nvPr/>
            </p:nvSpPr>
            <p:spPr>
              <a:xfrm>
                <a:off x="658368" y="384048"/>
                <a:ext cx="3508140" cy="523220"/>
              </a:xfrm>
              <a:prstGeom prst="rect">
                <a:avLst/>
              </a:prstGeom>
              <a:noFill/>
            </p:spPr>
            <p:txBody>
              <a:bodyPr wrap="none">
                <a:spAutoFit/>
              </a:bodyPr>
              <a:lstStyle/>
              <a:p>
                <a:pPr lvl="0" defTabSz="457200" latinLnBrk="0">
                  <a:defRPr sz="2800" b="1">
                    <a:solidFill>
                      <a:srgbClr val="18233A"/>
                    </a:solidFill>
                  </a:defRPr>
                </a:pPr>
                <a:r>
                  <a:rPr kumimoji="0" lang="en-US" altLang="ko-KR" sz="2800" b="1" i="0" u="none" strike="noStrike" kern="1200" cap="none" spc="0" normalizeH="0" baseline="0" noProof="0" dirty="0">
                    <a:ln>
                      <a:noFill/>
                    </a:ln>
                    <a:solidFill>
                      <a:srgbClr val="F8F9FC"/>
                    </a:solidFill>
                    <a:effectLst/>
                    <a:uLnTx/>
                    <a:uFillTx/>
                    <a:latin typeface="+mj-ea"/>
                    <a:ea typeface="+mj-ea"/>
                  </a:rPr>
                  <a:t>AI</a:t>
                </a:r>
                <a:r>
                  <a:rPr lang="en-US" altLang="ko-KR" sz="2800" b="1" dirty="0">
                    <a:solidFill>
                      <a:srgbClr val="F8F9FC"/>
                    </a:solidFill>
                    <a:latin typeface="+mj-ea"/>
                    <a:ea typeface="+mj-ea"/>
                  </a:rPr>
                  <a:t> 2</a:t>
                </a:r>
                <a:r>
                  <a:rPr kumimoji="0" lang="en-US" altLang="ko-KR" sz="2800" b="1" i="0" u="none" strike="noStrike" kern="1200" cap="none" spc="0" normalizeH="0" baseline="0" noProof="0" dirty="0">
                    <a:ln>
                      <a:noFill/>
                    </a:ln>
                    <a:solidFill>
                      <a:srgbClr val="F8F9FC"/>
                    </a:solidFill>
                    <a:effectLst/>
                    <a:uLnTx/>
                    <a:uFillTx/>
                    <a:latin typeface="+mj-ea"/>
                    <a:ea typeface="+mj-ea"/>
                  </a:rPr>
                  <a:t>)</a:t>
                </a:r>
                <a:r>
                  <a:rPr lang="en-US" altLang="ko-KR" sz="2800" dirty="0">
                    <a:solidFill>
                      <a:srgbClr val="F8F9FC"/>
                    </a:solidFill>
                    <a:latin typeface="+mj-ea"/>
                    <a:ea typeface="+mj-ea"/>
                  </a:rPr>
                  <a:t>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ko-KR" altLang="ar-AE" sz="2800" b="1" i="1" smtClean="0">
                            <a:solidFill>
                              <a:srgbClr val="F8F9FC"/>
                            </a:solidFill>
                            <a:latin typeface="Cambria Math" panose="02040503050406030204" pitchFamily="18" charset="0"/>
                            <a:ea typeface="+mj-ea"/>
                          </a:rPr>
                        </m:ctrlPr>
                      </m:sSubPr>
                      <m:e>
                        <m:r>
                          <a:rPr lang="ko-KR" altLang="ar-AE" sz="2800" b="1" i="1" smtClean="0">
                            <a:solidFill>
                              <a:srgbClr val="F8F9FC"/>
                            </a:solidFill>
                            <a:latin typeface="Cambria Math" panose="02040503050406030204" pitchFamily="18" charset="0"/>
                            <a:ea typeface="+mj-ea"/>
                          </a:rPr>
                          <m:t>𝒈</m:t>
                        </m:r>
                      </m:e>
                      <m:sub>
                        <m:r>
                          <a:rPr lang="ko-KR" altLang="ar-AE" sz="2800" b="1" i="1" smtClean="0">
                            <a:solidFill>
                              <a:srgbClr val="F8F9FC"/>
                            </a:solidFill>
                            <a:latin typeface="Cambria Math" panose="02040503050406030204" pitchFamily="18" charset="0"/>
                            <a:ea typeface="+mj-ea"/>
                          </a:rPr>
                          <m:t>𝟎𝟓</m:t>
                        </m:r>
                      </m:sub>
                    </m:sSub>
                  </m:oMath>
                </a14:m>
                <a:r>
                  <a:rPr kumimoji="0" lang="ar-AE" altLang="ko-KR" sz="2800" b="1" i="0" u="none" strike="noStrike" kern="1200" cap="none" spc="0" normalizeH="0" baseline="0" noProof="0" dirty="0">
                    <a:ln>
                      <a:noFill/>
                    </a:ln>
                    <a:solidFill>
                      <a:srgbClr val="F8F9FC"/>
                    </a:solidFill>
                    <a:effectLst/>
                    <a:uLnTx/>
                    <a:uFillTx/>
                    <a:latin typeface="+mj-ea"/>
                    <a:ea typeface="+mj-ea"/>
                  </a:rPr>
                  <a:t>-</a:t>
                </a:r>
                <a:r>
                  <a:rPr kumimoji="0" lang="en-US" altLang="ko-KR" sz="2800" b="1" i="0" u="none" strike="noStrike" kern="1200" cap="none" spc="0" normalizeH="0" baseline="0" noProof="0" dirty="0">
                    <a:ln>
                      <a:noFill/>
                    </a:ln>
                    <a:solidFill>
                      <a:srgbClr val="F8F9FC"/>
                    </a:solidFill>
                    <a:effectLst/>
                    <a:uLnTx/>
                    <a:uFillTx/>
                    <a:latin typeface="+mj-ea"/>
                    <a:ea typeface="+mj-ea"/>
                  </a:rPr>
                  <a:t>CNN </a:t>
                </a:r>
                <a:r>
                  <a:rPr lang="ko-KR" altLang="en-US" sz="2800" b="1" dirty="0">
                    <a:solidFill>
                      <a:srgbClr val="F8F9FC"/>
                    </a:solidFill>
                    <a:latin typeface="+mj-ea"/>
                    <a:ea typeface="+mj-ea"/>
                  </a:rPr>
                  <a:t>결합</a:t>
                </a:r>
                <a:endParaRPr kumimoji="0" lang="ko-KR" altLang="en-US" sz="2800" b="1" i="0" u="none" strike="noStrike" kern="1200" cap="none" spc="0" normalizeH="0" baseline="0" noProof="0" dirty="0">
                  <a:ln>
                    <a:noFill/>
                  </a:ln>
                  <a:solidFill>
                    <a:srgbClr val="F8F9FC"/>
                  </a:solidFill>
                  <a:effectLst/>
                  <a:uLnTx/>
                  <a:uFillTx/>
                  <a:latin typeface="+mj-ea"/>
                  <a:ea typeface="+mj-ea"/>
                </a:endParaRPr>
              </a:p>
            </p:txBody>
          </p:sp>
        </mc:Choice>
        <mc:Fallback xmlns="">
          <p:sp>
            <p:nvSpPr>
              <p:cNvPr id="3" name="TextBox 2">
                <a:extLst>
                  <a:ext uri="{FF2B5EF4-FFF2-40B4-BE49-F238E27FC236}">
                    <a16:creationId xmlns:a16="http://schemas.microsoft.com/office/drawing/2014/main" id="{2242A124-E17B-F28A-F9C6-6F5E8F4546E2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658368" y="384048"/>
                <a:ext cx="3508140" cy="523220"/>
              </a:xfrm>
              <a:prstGeom prst="rect">
                <a:avLst/>
              </a:prstGeom>
              <a:blipFill>
                <a:blip r:embed="rId2"/>
                <a:stretch>
                  <a:fillRect l="-3478" t="-11628" r="-1739" b="-31395"/>
                </a:stretch>
              </a:blipFill>
            </p:spPr>
            <p:txBody>
              <a:bodyPr/>
              <a:lstStyle/>
              <a:p>
                <a:r>
                  <a:rPr lang="ko-KR" alt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6" name="Rectangle 5">
            <a:extLst>
              <a:ext uri="{FF2B5EF4-FFF2-40B4-BE49-F238E27FC236}">
                <a16:creationId xmlns:a16="http://schemas.microsoft.com/office/drawing/2014/main" id="{9FF190E7-DFF9-2639-D9F9-D79CB9600BF6}"/>
              </a:ext>
            </a:extLst>
          </p:cNvPr>
          <p:cNvSpPr/>
          <p:nvPr/>
        </p:nvSpPr>
        <p:spPr>
          <a:xfrm>
            <a:off x="676656" y="1353312"/>
            <a:ext cx="566928" cy="41148"/>
          </a:xfrm>
          <a:prstGeom prst="rect">
            <a:avLst/>
          </a:prstGeom>
          <a:solidFill>
            <a:srgbClr val="315EB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Calibri"/>
              <a:ea typeface="+mn-ea"/>
              <a:cs typeface="+mn-cs"/>
            </a:endParaRPr>
          </a:p>
        </p:txBody>
      </p:sp>
      <p:pic>
        <p:nvPicPr>
          <p:cNvPr id="96" name="그림 95">
            <a:extLst>
              <a:ext uri="{FF2B5EF4-FFF2-40B4-BE49-F238E27FC236}">
                <a16:creationId xmlns:a16="http://schemas.microsoft.com/office/drawing/2014/main" id="{EF14B7F1-AE64-4DAE-A036-B5107D394E33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3389039" y="1012769"/>
            <a:ext cx="5413921" cy="5502331"/>
          </a:xfrm>
          <a:prstGeom prst="rect">
            <a:avLst/>
          </a:prstGeom>
          <a:scene3d>
            <a:camera prst="orthographicFront">
              <a:rot lat="16199998" lon="0" rev="0"/>
            </a:camera>
            <a:lightRig rig="threePt" dir="t"/>
          </a:scene3d>
        </p:spPr>
      </p:pic>
      <mc:AlternateContent xmlns:mc="http://schemas.openxmlformats.org/markup-compatibility/2006">
        <mc:Choice xmlns:am3d="http://schemas.microsoft.com/office/drawing/2017/model3d" Requires="am3d">
          <p:graphicFrame>
            <p:nvGraphicFramePr>
              <p:cNvPr id="4" name="3D 모델 3">
                <a:extLst>
                  <a:ext uri="{FF2B5EF4-FFF2-40B4-BE49-F238E27FC236}">
                    <a16:creationId xmlns:a16="http://schemas.microsoft.com/office/drawing/2014/main" id="{89AB4316-3CAE-0925-15D7-F6B098C51D20}"/>
                  </a:ext>
                </a:extLst>
              </p:cNvPr>
              <p:cNvGraphicFramePr>
                <a:graphicFrameLocks noChangeAspect="1"/>
              </p:cNvGraphicFramePr>
              <p:nvPr/>
            </p:nvGraphicFramePr>
            <p:xfrm>
              <a:off x="3110442" y="1543909"/>
              <a:ext cx="5971101" cy="4440049"/>
            </p:xfrm>
            <a:graphic>
              <a:graphicData uri="http://schemas.microsoft.com/office/drawing/2017/model3d">
                <am3d:model3d r:embed="rId4">
                  <am3d:spPr>
                    <a:xfrm>
                      <a:off x="0" y="0"/>
                      <a:ext cx="5971101" cy="4440049"/>
                    </a:xfrm>
                    <a:prstGeom prst="rect">
                      <a:avLst/>
                    </a:prstGeom>
                  </am3d:spPr>
                  <am3d:camera>
                    <am3d:pos x="0" y="0" z="81298810"/>
                    <am3d:up dx="0" dy="36000000" dz="0"/>
                    <am3d:lookAt x="0" y="0" z="0"/>
                    <am3d:perspective fov="2700000"/>
                  </am3d:camera>
                  <am3d:trans>
                    <am3d:meterPerModelUnit n="153134" d="1000000"/>
                    <am3d:preTrans dx="-1171956" dy="-1196886" dz="1117802"/>
                    <am3d:scale>
                      <am3d:sx n="1000000" d="1000000"/>
                      <am3d:sy n="1000000" d="1000000"/>
                      <am3d:sz n="1000000" d="1000000"/>
                    </am3d:scale>
                    <am3d:rot ax="1453115" ay="1797091" az="759428"/>
                    <am3d:postTrans dx="0" dy="0" dz="0"/>
                  </am3d:trans>
                  <am3d:raster rName="Office3DRenderer" rVer="16.0.8326">
                    <am3d:blip r:embed="rId5"/>
                  </am3d:raster>
                  <am3d:objViewport viewportSz="8304165"/>
                  <am3d:ambientLight>
                    <am3d:clr>
                      <a:scrgbClr r="50000" g="50000" b="50000"/>
                    </am3d:clr>
                    <am3d:illuminance n="500000" d="1000000"/>
                  </am3d:ambientLight>
                  <am3d:ptLight rad="0">
                    <am3d:clr>
                      <a:scrgbClr r="100000" g="75000" b="50000"/>
                    </am3d:clr>
                    <am3d:intensity n="9765625" d="1000000"/>
                    <am3d:pos x="21959998" y="70920001" z="16344003"/>
                  </am3d:ptLight>
                  <am3d:ptLight rad="0">
                    <am3d:clr>
                      <a:scrgbClr r="40000" g="60000" b="95000"/>
                    </am3d:clr>
                    <am3d:intensity n="12250000" d="1000000"/>
                    <am3d:pos x="-37964106" y="51130435" z="57631972"/>
                  </am3d:ptLight>
                  <am3d:ptLight rad="0">
                    <am3d:clr>
                      <a:scrgbClr r="86837" g="72700" b="100000"/>
                    </am3d:clr>
                    <am3d:intensity n="3125000" d="1000000"/>
                    <am3d:pos x="-37739122" y="58056624" z="-34769649"/>
                  </am3d:ptLight>
                </am3d:model3d>
              </a:graphicData>
            </a:graphic>
          </p:graphicFrame>
        </mc:Choice>
        <mc:Fallback>
          <p:pic>
            <p:nvPicPr>
              <p:cNvPr id="4" name="3D 모델 3">
                <a:extLst>
                  <a:ext uri="{FF2B5EF4-FFF2-40B4-BE49-F238E27FC236}">
                    <a16:creationId xmlns:a16="http://schemas.microsoft.com/office/drawing/2014/main" id="{89AB4316-3CAE-0925-15D7-F6B098C51D20}"/>
                  </a:ext>
                </a:extLst>
              </p:cNvPr>
              <p:cNvPicPr>
                <a:picLocks noGrp="1" noRot="1" noChangeAspect="1" noMove="1" noResize="1" noEditPoints="1" noAdjustHandles="1" noChangeArrowheads="1" noChangeShapeType="1" noCrop="1"/>
              </p:cNvPicPr>
              <p:nvPr/>
            </p:nvPicPr>
            <p:blipFill>
              <a:blip r:embed="rId5"/>
              <a:stretch>
                <a:fillRect/>
              </a:stretch>
            </p:blipFill>
            <p:spPr>
              <a:xfrm>
                <a:off x="3110442" y="1543909"/>
                <a:ext cx="5971101" cy="4440049"/>
              </a:xfrm>
              <a:prstGeom prst="rect">
                <a:avLst/>
              </a:prstGeom>
            </p:spPr>
          </p:pic>
        </mc:Fallback>
      </mc:AlternateContent>
      <p:sp>
        <p:nvSpPr>
          <p:cNvPr id="2" name="타원 1">
            <a:extLst>
              <a:ext uri="{FF2B5EF4-FFF2-40B4-BE49-F238E27FC236}">
                <a16:creationId xmlns:a16="http://schemas.microsoft.com/office/drawing/2014/main" id="{4047694C-C966-9114-ABC1-5A1E3CE6BE64}"/>
              </a:ext>
            </a:extLst>
          </p:cNvPr>
          <p:cNvSpPr/>
          <p:nvPr/>
        </p:nvSpPr>
        <p:spPr>
          <a:xfrm>
            <a:off x="4964906" y="4692116"/>
            <a:ext cx="481875" cy="481875"/>
          </a:xfrm>
          <a:prstGeom prst="ellipse">
            <a:avLst/>
          </a:prstGeom>
          <a:solidFill>
            <a:srgbClr val="FF0000"/>
          </a:solidFill>
          <a:ln>
            <a:solidFill>
              <a:schemeClr val="tx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ko-KR" sz="5000" b="1" dirty="0">
                <a:latin typeface="+mj-ea"/>
                <a:ea typeface="+mj-ea"/>
              </a:rPr>
              <a:t>+</a:t>
            </a:r>
            <a:endParaRPr lang="ko-KR" altLang="en-US" sz="5000" b="1" dirty="0">
              <a:latin typeface="+mj-ea"/>
              <a:ea typeface="+mj-ea"/>
            </a:endParaRPr>
          </a:p>
        </p:txBody>
      </p:sp>
      <p:sp>
        <p:nvSpPr>
          <p:cNvPr id="5" name="타원 4">
            <a:extLst>
              <a:ext uri="{FF2B5EF4-FFF2-40B4-BE49-F238E27FC236}">
                <a16:creationId xmlns:a16="http://schemas.microsoft.com/office/drawing/2014/main" id="{1E85F08C-45DE-C7DD-6DD8-E8BDAA4BE13A}"/>
              </a:ext>
            </a:extLst>
          </p:cNvPr>
          <p:cNvSpPr/>
          <p:nvPr/>
        </p:nvSpPr>
        <p:spPr>
          <a:xfrm>
            <a:off x="5722143" y="4692116"/>
            <a:ext cx="481875" cy="481875"/>
          </a:xfrm>
          <a:prstGeom prst="ellipse">
            <a:avLst/>
          </a:prstGeom>
          <a:solidFill>
            <a:srgbClr val="00B0F0"/>
          </a:solidFill>
          <a:ln>
            <a:solidFill>
              <a:schemeClr val="tx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ko-KR" sz="5000" b="1" dirty="0">
                <a:latin typeface="+mj-ea"/>
                <a:ea typeface="+mj-ea"/>
              </a:rPr>
              <a:t>-</a:t>
            </a:r>
            <a:endParaRPr lang="ko-KR" altLang="en-US" sz="5000" b="1" dirty="0">
              <a:latin typeface="+mj-ea"/>
              <a:ea typeface="+mj-ea"/>
            </a:endParaRPr>
          </a:p>
        </p:txBody>
      </p:sp>
      <p:cxnSp>
        <p:nvCxnSpPr>
          <p:cNvPr id="8" name="직선 연결선 7">
            <a:extLst>
              <a:ext uri="{FF2B5EF4-FFF2-40B4-BE49-F238E27FC236}">
                <a16:creationId xmlns:a16="http://schemas.microsoft.com/office/drawing/2014/main" id="{8ACD2846-01E4-5528-266A-05F2F5877745}"/>
              </a:ext>
            </a:extLst>
          </p:cNvPr>
          <p:cNvCxnSpPr>
            <a:cxnSpLocks/>
            <a:stCxn id="2" idx="0"/>
            <a:endCxn id="18" idx="3"/>
          </p:cNvCxnSpPr>
          <p:nvPr/>
        </p:nvCxnSpPr>
        <p:spPr>
          <a:xfrm flipV="1">
            <a:off x="5205844" y="3851262"/>
            <a:ext cx="308351" cy="840854"/>
          </a:xfrm>
          <a:prstGeom prst="line">
            <a:avLst/>
          </a:prstGeom>
          <a:ln>
            <a:solidFill>
              <a:schemeClr val="tx1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3" name="직선 연결선 12">
            <a:extLst>
              <a:ext uri="{FF2B5EF4-FFF2-40B4-BE49-F238E27FC236}">
                <a16:creationId xmlns:a16="http://schemas.microsoft.com/office/drawing/2014/main" id="{F995CC70-0CE3-2677-8CE8-F8BAA068F005}"/>
              </a:ext>
            </a:extLst>
          </p:cNvPr>
          <p:cNvCxnSpPr>
            <a:cxnSpLocks/>
            <a:stCxn id="5" idx="0"/>
            <a:endCxn id="18" idx="5"/>
          </p:cNvCxnSpPr>
          <p:nvPr/>
        </p:nvCxnSpPr>
        <p:spPr>
          <a:xfrm flipH="1" flipV="1">
            <a:off x="5728878" y="3851262"/>
            <a:ext cx="234203" cy="840854"/>
          </a:xfrm>
          <a:prstGeom prst="line">
            <a:avLst/>
          </a:prstGeom>
          <a:ln>
            <a:solidFill>
              <a:schemeClr val="tx1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7" name="타원 26">
            <a:extLst>
              <a:ext uri="{FF2B5EF4-FFF2-40B4-BE49-F238E27FC236}">
                <a16:creationId xmlns:a16="http://schemas.microsoft.com/office/drawing/2014/main" id="{A99612EF-419C-EB02-9B33-98EC9B1823F8}"/>
              </a:ext>
            </a:extLst>
          </p:cNvPr>
          <p:cNvSpPr/>
          <p:nvPr/>
        </p:nvSpPr>
        <p:spPr>
          <a:xfrm>
            <a:off x="7063824" y="4432970"/>
            <a:ext cx="481875" cy="481875"/>
          </a:xfrm>
          <a:prstGeom prst="ellipse">
            <a:avLst/>
          </a:prstGeom>
          <a:solidFill>
            <a:srgbClr val="FF0000"/>
          </a:solidFill>
          <a:ln>
            <a:solidFill>
              <a:schemeClr val="tx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ko-KR" sz="5000" b="1" dirty="0">
                <a:latin typeface="+mj-ea"/>
                <a:ea typeface="+mj-ea"/>
              </a:rPr>
              <a:t>+</a:t>
            </a:r>
            <a:endParaRPr lang="ko-KR" altLang="en-US" sz="5000" b="1" dirty="0">
              <a:latin typeface="+mj-ea"/>
              <a:ea typeface="+mj-ea"/>
            </a:endParaRPr>
          </a:p>
        </p:txBody>
      </p:sp>
      <p:sp>
        <p:nvSpPr>
          <p:cNvPr id="28" name="타원 27">
            <a:extLst>
              <a:ext uri="{FF2B5EF4-FFF2-40B4-BE49-F238E27FC236}">
                <a16:creationId xmlns:a16="http://schemas.microsoft.com/office/drawing/2014/main" id="{CA8CE9CB-5C00-C4F5-928F-64E1D205645E}"/>
              </a:ext>
            </a:extLst>
          </p:cNvPr>
          <p:cNvSpPr/>
          <p:nvPr/>
        </p:nvSpPr>
        <p:spPr>
          <a:xfrm>
            <a:off x="7821061" y="4432970"/>
            <a:ext cx="481875" cy="481875"/>
          </a:xfrm>
          <a:prstGeom prst="ellipse">
            <a:avLst/>
          </a:prstGeom>
          <a:solidFill>
            <a:srgbClr val="00B0F0"/>
          </a:solidFill>
          <a:ln>
            <a:solidFill>
              <a:schemeClr val="tx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ko-KR" sz="5000" b="1" dirty="0">
                <a:latin typeface="+mj-ea"/>
                <a:ea typeface="+mj-ea"/>
              </a:rPr>
              <a:t>-</a:t>
            </a:r>
            <a:endParaRPr lang="ko-KR" altLang="en-US" sz="5000" b="1" dirty="0">
              <a:latin typeface="+mj-ea"/>
              <a:ea typeface="+mj-ea"/>
            </a:endParaRPr>
          </a:p>
        </p:txBody>
      </p:sp>
      <p:cxnSp>
        <p:nvCxnSpPr>
          <p:cNvPr id="29" name="직선 연결선 28">
            <a:extLst>
              <a:ext uri="{FF2B5EF4-FFF2-40B4-BE49-F238E27FC236}">
                <a16:creationId xmlns:a16="http://schemas.microsoft.com/office/drawing/2014/main" id="{D6573EA2-E81C-8E93-6B16-F1B3AFCCE665}"/>
              </a:ext>
            </a:extLst>
          </p:cNvPr>
          <p:cNvCxnSpPr>
            <a:cxnSpLocks/>
            <a:stCxn id="27" idx="0"/>
            <a:endCxn id="19" idx="4"/>
          </p:cNvCxnSpPr>
          <p:nvPr/>
        </p:nvCxnSpPr>
        <p:spPr>
          <a:xfrm flipH="1" flipV="1">
            <a:off x="6460807" y="3445670"/>
            <a:ext cx="843955" cy="987300"/>
          </a:xfrm>
          <a:prstGeom prst="line">
            <a:avLst/>
          </a:prstGeom>
          <a:ln>
            <a:solidFill>
              <a:schemeClr val="tx1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0" name="직선 연결선 29">
            <a:extLst>
              <a:ext uri="{FF2B5EF4-FFF2-40B4-BE49-F238E27FC236}">
                <a16:creationId xmlns:a16="http://schemas.microsoft.com/office/drawing/2014/main" id="{10954231-D94B-C58C-D040-E8D2E8EF4D30}"/>
              </a:ext>
            </a:extLst>
          </p:cNvPr>
          <p:cNvCxnSpPr>
            <a:cxnSpLocks/>
            <a:stCxn id="28" idx="0"/>
            <a:endCxn id="19" idx="4"/>
          </p:cNvCxnSpPr>
          <p:nvPr/>
        </p:nvCxnSpPr>
        <p:spPr>
          <a:xfrm flipH="1" flipV="1">
            <a:off x="6460807" y="3445670"/>
            <a:ext cx="1601192" cy="987300"/>
          </a:xfrm>
          <a:prstGeom prst="line">
            <a:avLst/>
          </a:prstGeom>
          <a:ln>
            <a:solidFill>
              <a:schemeClr val="tx1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3" name="타원 32">
            <a:extLst>
              <a:ext uri="{FF2B5EF4-FFF2-40B4-BE49-F238E27FC236}">
                <a16:creationId xmlns:a16="http://schemas.microsoft.com/office/drawing/2014/main" id="{17DA8AE8-1D76-6838-7BB0-1D5DCB14C306}"/>
              </a:ext>
            </a:extLst>
          </p:cNvPr>
          <p:cNvSpPr/>
          <p:nvPr/>
        </p:nvSpPr>
        <p:spPr>
          <a:xfrm>
            <a:off x="7106375" y="1626354"/>
            <a:ext cx="481875" cy="481875"/>
          </a:xfrm>
          <a:prstGeom prst="ellipse">
            <a:avLst/>
          </a:prstGeom>
          <a:solidFill>
            <a:srgbClr val="FF0000"/>
          </a:solidFill>
          <a:ln>
            <a:solidFill>
              <a:schemeClr val="tx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ko-KR" sz="5000" b="1" dirty="0">
                <a:latin typeface="+mj-ea"/>
                <a:ea typeface="+mj-ea"/>
              </a:rPr>
              <a:t>+</a:t>
            </a:r>
            <a:endParaRPr lang="ko-KR" altLang="en-US" sz="5000" b="1" dirty="0">
              <a:latin typeface="+mj-ea"/>
              <a:ea typeface="+mj-ea"/>
            </a:endParaRPr>
          </a:p>
        </p:txBody>
      </p:sp>
      <p:sp>
        <p:nvSpPr>
          <p:cNvPr id="34" name="타원 33">
            <a:extLst>
              <a:ext uri="{FF2B5EF4-FFF2-40B4-BE49-F238E27FC236}">
                <a16:creationId xmlns:a16="http://schemas.microsoft.com/office/drawing/2014/main" id="{81DA38E9-1D6D-D550-CAF7-F309CB701D3E}"/>
              </a:ext>
            </a:extLst>
          </p:cNvPr>
          <p:cNvSpPr/>
          <p:nvPr/>
        </p:nvSpPr>
        <p:spPr>
          <a:xfrm>
            <a:off x="7799495" y="2287719"/>
            <a:ext cx="481875" cy="481875"/>
          </a:xfrm>
          <a:prstGeom prst="ellipse">
            <a:avLst/>
          </a:prstGeom>
          <a:solidFill>
            <a:srgbClr val="00B0F0"/>
          </a:solidFill>
          <a:ln>
            <a:solidFill>
              <a:schemeClr val="tx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ko-KR" sz="5000" b="1" dirty="0">
                <a:latin typeface="+mj-ea"/>
                <a:ea typeface="+mj-ea"/>
              </a:rPr>
              <a:t>-</a:t>
            </a:r>
            <a:endParaRPr lang="ko-KR" altLang="en-US" sz="5000" b="1" dirty="0">
              <a:latin typeface="+mj-ea"/>
              <a:ea typeface="+mj-ea"/>
            </a:endParaRPr>
          </a:p>
        </p:txBody>
      </p:sp>
      <p:cxnSp>
        <p:nvCxnSpPr>
          <p:cNvPr id="35" name="직선 연결선 34">
            <a:extLst>
              <a:ext uri="{FF2B5EF4-FFF2-40B4-BE49-F238E27FC236}">
                <a16:creationId xmlns:a16="http://schemas.microsoft.com/office/drawing/2014/main" id="{37ACEAA0-764C-1472-02B5-145148C2AE58}"/>
              </a:ext>
            </a:extLst>
          </p:cNvPr>
          <p:cNvCxnSpPr>
            <a:cxnSpLocks/>
            <a:stCxn id="33" idx="4"/>
            <a:endCxn id="20" idx="7"/>
          </p:cNvCxnSpPr>
          <p:nvPr/>
        </p:nvCxnSpPr>
        <p:spPr>
          <a:xfrm flipH="1">
            <a:off x="7088668" y="2108229"/>
            <a:ext cx="258645" cy="978647"/>
          </a:xfrm>
          <a:prstGeom prst="line">
            <a:avLst/>
          </a:prstGeom>
          <a:ln>
            <a:solidFill>
              <a:schemeClr val="tx1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6" name="직선 연결선 35">
            <a:extLst>
              <a:ext uri="{FF2B5EF4-FFF2-40B4-BE49-F238E27FC236}">
                <a16:creationId xmlns:a16="http://schemas.microsoft.com/office/drawing/2014/main" id="{4BA41DF6-BAE0-61DB-27CA-27824603916A}"/>
              </a:ext>
            </a:extLst>
          </p:cNvPr>
          <p:cNvCxnSpPr>
            <a:cxnSpLocks/>
            <a:stCxn id="34" idx="3"/>
            <a:endCxn id="20" idx="6"/>
          </p:cNvCxnSpPr>
          <p:nvPr/>
        </p:nvCxnSpPr>
        <p:spPr>
          <a:xfrm flipH="1">
            <a:off x="7131352" y="2699025"/>
            <a:ext cx="738712" cy="490900"/>
          </a:xfrm>
          <a:prstGeom prst="line">
            <a:avLst/>
          </a:prstGeom>
          <a:ln>
            <a:solidFill>
              <a:schemeClr val="tx1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7" name="직선 연결선 56">
            <a:extLst>
              <a:ext uri="{FF2B5EF4-FFF2-40B4-BE49-F238E27FC236}">
                <a16:creationId xmlns:a16="http://schemas.microsoft.com/office/drawing/2014/main" id="{355419E1-223B-CC4B-1022-83767FEB5554}"/>
              </a:ext>
            </a:extLst>
          </p:cNvPr>
          <p:cNvCxnSpPr>
            <a:cxnSpLocks/>
            <a:stCxn id="88" idx="4"/>
            <a:endCxn id="22" idx="2"/>
          </p:cNvCxnSpPr>
          <p:nvPr/>
        </p:nvCxnSpPr>
        <p:spPr>
          <a:xfrm>
            <a:off x="4774371" y="1927026"/>
            <a:ext cx="503392" cy="844407"/>
          </a:xfrm>
          <a:prstGeom prst="line">
            <a:avLst/>
          </a:prstGeom>
          <a:ln>
            <a:solidFill>
              <a:schemeClr val="tx1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8" name="직선 연결선 57">
            <a:extLst>
              <a:ext uri="{FF2B5EF4-FFF2-40B4-BE49-F238E27FC236}">
                <a16:creationId xmlns:a16="http://schemas.microsoft.com/office/drawing/2014/main" id="{531016BA-DFD4-BDB2-CD05-B25BC76684F0}"/>
              </a:ext>
            </a:extLst>
          </p:cNvPr>
          <p:cNvCxnSpPr>
            <a:cxnSpLocks/>
            <a:stCxn id="85" idx="4"/>
            <a:endCxn id="22" idx="3"/>
          </p:cNvCxnSpPr>
          <p:nvPr/>
        </p:nvCxnSpPr>
        <p:spPr>
          <a:xfrm flipH="1">
            <a:off x="5316262" y="1784846"/>
            <a:ext cx="64337" cy="1079533"/>
          </a:xfrm>
          <a:prstGeom prst="line">
            <a:avLst/>
          </a:prstGeom>
          <a:ln>
            <a:solidFill>
              <a:schemeClr val="tx1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66" name="직선 연결선 65">
            <a:extLst>
              <a:ext uri="{FF2B5EF4-FFF2-40B4-BE49-F238E27FC236}">
                <a16:creationId xmlns:a16="http://schemas.microsoft.com/office/drawing/2014/main" id="{A432A355-D64A-2632-1264-61CA0E59D5FB}"/>
              </a:ext>
            </a:extLst>
          </p:cNvPr>
          <p:cNvCxnSpPr>
            <a:cxnSpLocks/>
            <a:stCxn id="97" idx="4"/>
            <a:endCxn id="21" idx="1"/>
          </p:cNvCxnSpPr>
          <p:nvPr/>
        </p:nvCxnSpPr>
        <p:spPr>
          <a:xfrm flipH="1">
            <a:off x="6036868" y="1280774"/>
            <a:ext cx="265075" cy="1292505"/>
          </a:xfrm>
          <a:prstGeom prst="line">
            <a:avLst/>
          </a:prstGeom>
          <a:ln>
            <a:solidFill>
              <a:schemeClr val="tx1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67" name="직선 연결선 66">
            <a:extLst>
              <a:ext uri="{FF2B5EF4-FFF2-40B4-BE49-F238E27FC236}">
                <a16:creationId xmlns:a16="http://schemas.microsoft.com/office/drawing/2014/main" id="{1F9EB98D-BC2B-89AA-58CC-247D79DE539F}"/>
              </a:ext>
            </a:extLst>
          </p:cNvPr>
          <p:cNvCxnSpPr>
            <a:cxnSpLocks/>
            <a:stCxn id="95" idx="4"/>
            <a:endCxn id="21" idx="7"/>
          </p:cNvCxnSpPr>
          <p:nvPr/>
        </p:nvCxnSpPr>
        <p:spPr>
          <a:xfrm flipH="1">
            <a:off x="6222760" y="1412464"/>
            <a:ext cx="700357" cy="1160815"/>
          </a:xfrm>
          <a:prstGeom prst="line">
            <a:avLst/>
          </a:prstGeom>
          <a:ln>
            <a:solidFill>
              <a:schemeClr val="tx1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85" name="타원 84">
            <a:extLst>
              <a:ext uri="{FF2B5EF4-FFF2-40B4-BE49-F238E27FC236}">
                <a16:creationId xmlns:a16="http://schemas.microsoft.com/office/drawing/2014/main" id="{4B8EE5BF-2050-BC21-1F79-A33CDA2A7191}"/>
              </a:ext>
            </a:extLst>
          </p:cNvPr>
          <p:cNvSpPr/>
          <p:nvPr/>
        </p:nvSpPr>
        <p:spPr>
          <a:xfrm>
            <a:off x="5139661" y="1302971"/>
            <a:ext cx="481875" cy="481875"/>
          </a:xfrm>
          <a:prstGeom prst="ellipse">
            <a:avLst/>
          </a:prstGeom>
          <a:solidFill>
            <a:srgbClr val="00B0F0"/>
          </a:solidFill>
          <a:ln>
            <a:solidFill>
              <a:schemeClr val="tx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ko-KR" sz="5000" b="1" dirty="0">
                <a:latin typeface="+mj-ea"/>
                <a:ea typeface="+mj-ea"/>
              </a:rPr>
              <a:t>-</a:t>
            </a:r>
            <a:endParaRPr lang="ko-KR" altLang="en-US" sz="5000" b="1" dirty="0">
              <a:latin typeface="+mj-ea"/>
              <a:ea typeface="+mj-ea"/>
            </a:endParaRPr>
          </a:p>
        </p:txBody>
      </p:sp>
      <p:sp>
        <p:nvSpPr>
          <p:cNvPr id="88" name="타원 87">
            <a:extLst>
              <a:ext uri="{FF2B5EF4-FFF2-40B4-BE49-F238E27FC236}">
                <a16:creationId xmlns:a16="http://schemas.microsoft.com/office/drawing/2014/main" id="{E1683630-5393-E849-8916-3B15A214354B}"/>
              </a:ext>
            </a:extLst>
          </p:cNvPr>
          <p:cNvSpPr/>
          <p:nvPr/>
        </p:nvSpPr>
        <p:spPr>
          <a:xfrm>
            <a:off x="4533433" y="1445151"/>
            <a:ext cx="481875" cy="481875"/>
          </a:xfrm>
          <a:prstGeom prst="ellipse">
            <a:avLst/>
          </a:prstGeom>
          <a:solidFill>
            <a:srgbClr val="FF0000"/>
          </a:solidFill>
          <a:ln>
            <a:solidFill>
              <a:schemeClr val="tx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ko-KR" sz="5000" b="1" dirty="0">
                <a:latin typeface="+mj-ea"/>
                <a:ea typeface="+mj-ea"/>
              </a:rPr>
              <a:t>+</a:t>
            </a:r>
            <a:endParaRPr lang="ko-KR" altLang="en-US" sz="5000" b="1" dirty="0">
              <a:latin typeface="+mj-ea"/>
              <a:ea typeface="+mj-ea"/>
            </a:endParaRPr>
          </a:p>
        </p:txBody>
      </p:sp>
      <p:sp>
        <p:nvSpPr>
          <p:cNvPr id="95" name="타원 94">
            <a:extLst>
              <a:ext uri="{FF2B5EF4-FFF2-40B4-BE49-F238E27FC236}">
                <a16:creationId xmlns:a16="http://schemas.microsoft.com/office/drawing/2014/main" id="{72C4C0E6-AED5-C777-119F-15D64480638F}"/>
              </a:ext>
            </a:extLst>
          </p:cNvPr>
          <p:cNvSpPr/>
          <p:nvPr/>
        </p:nvSpPr>
        <p:spPr>
          <a:xfrm>
            <a:off x="6682179" y="930589"/>
            <a:ext cx="481875" cy="481875"/>
          </a:xfrm>
          <a:prstGeom prst="ellipse">
            <a:avLst/>
          </a:prstGeom>
          <a:solidFill>
            <a:srgbClr val="00B0F0"/>
          </a:solidFill>
          <a:ln>
            <a:solidFill>
              <a:schemeClr val="tx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ko-KR" sz="5000" b="1" dirty="0">
                <a:latin typeface="+mj-ea"/>
                <a:ea typeface="+mj-ea"/>
              </a:rPr>
              <a:t>-</a:t>
            </a:r>
            <a:endParaRPr lang="ko-KR" altLang="en-US" sz="5000" b="1" dirty="0">
              <a:latin typeface="+mj-ea"/>
              <a:ea typeface="+mj-ea"/>
            </a:endParaRPr>
          </a:p>
        </p:txBody>
      </p:sp>
      <p:sp>
        <p:nvSpPr>
          <p:cNvPr id="97" name="타원 96">
            <a:extLst>
              <a:ext uri="{FF2B5EF4-FFF2-40B4-BE49-F238E27FC236}">
                <a16:creationId xmlns:a16="http://schemas.microsoft.com/office/drawing/2014/main" id="{4C5B46F2-AB68-AC7D-04EE-65021AB5473C}"/>
              </a:ext>
            </a:extLst>
          </p:cNvPr>
          <p:cNvSpPr/>
          <p:nvPr/>
        </p:nvSpPr>
        <p:spPr>
          <a:xfrm>
            <a:off x="6061005" y="798899"/>
            <a:ext cx="481875" cy="481875"/>
          </a:xfrm>
          <a:prstGeom prst="ellipse">
            <a:avLst/>
          </a:prstGeom>
          <a:solidFill>
            <a:srgbClr val="FF0000"/>
          </a:solidFill>
          <a:ln>
            <a:solidFill>
              <a:schemeClr val="tx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ko-KR" sz="5000" b="1" dirty="0">
                <a:latin typeface="+mj-ea"/>
                <a:ea typeface="+mj-ea"/>
              </a:rPr>
              <a:t>+</a:t>
            </a:r>
            <a:endParaRPr lang="ko-KR" altLang="en-US" sz="5000" b="1" dirty="0">
              <a:latin typeface="+mj-ea"/>
              <a:ea typeface="+mj-ea"/>
            </a:endParaRPr>
          </a:p>
        </p:txBody>
      </p:sp>
    </p:spTree>
    <p:extLst>
      <p:ext uri="{BB962C8B-B14F-4D97-AF65-F5344CB8AC3E}">
        <p14:creationId xmlns:p14="http://schemas.microsoft.com/office/powerpoint/2010/main" val="3511348220"/>
      </p:ext>
    </p:extLst>
  </p:cSld>
  <p:clrMapOvr>
    <a:masterClrMapping/>
  </p:clrMapOvr>
  <mc:AlternateContent xmlns:mc="http://schemas.openxmlformats.org/markup-compatibility/2006">
    <mc:Choice xmlns:p159="http://schemas.microsoft.com/office/powerpoint/2015/09/main" Requires="p159">
      <p:transition xmlns:p14="http://schemas.microsoft.com/office/powerpoint/2010/main" spd="med" p14:dur="700">
        <p159:morph option="byObject"/>
      </p:transition>
    </mc:Choice>
    <mc:Fallback>
      <p:transition spd="med">
        <p:fade/>
      </p:transition>
    </mc:Fallback>
  </mc:AlternateContent>
</p:sld>
</file>

<file path=ppt/slides/slide3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tx1">
            <a:lumMod val="85000"/>
            <a:lumOff val="15000"/>
          </a:schemeClr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그림 2">
            <a:extLst>
              <a:ext uri="{FF2B5EF4-FFF2-40B4-BE49-F238E27FC236}">
                <a16:creationId xmlns:a16="http://schemas.microsoft.com/office/drawing/2014/main" id="{687F9823-68D9-3A12-3DA5-B1032F1CA2AB}"/>
              </a:ext>
            </a:extLst>
          </p:cNvPr>
          <p:cNvPicPr>
            <a:picLocks noChangeAspect="1"/>
          </p:cNvPicPr>
          <p:nvPr/>
        </p:nvPicPr>
        <p:blipFill>
          <a:blip r:embed="rId3">
            <a:alphaModFix amt="70000"/>
            <a:extLst>
              <a:ext uri="{BEBA8EAE-BF5A-486C-A8C5-ECC9F3942E4B}">
                <a14:imgProps xmlns:a14="http://schemas.microsoft.com/office/drawing/2010/main">
                  <a14:imgLayer r:embed="rId4">
                    <a14:imgEffect>
                      <a14:artisticBlur/>
                    </a14:imgEffect>
                  </a14:imgLayer>
                </a14:imgProps>
              </a:ext>
            </a:extLst>
          </a:blip>
          <a:stretch>
            <a:fillRect/>
          </a:stretch>
        </p:blipFill>
        <p:spPr>
          <a:xfrm>
            <a:off x="0" y="61537"/>
            <a:ext cx="12192528" cy="6858297"/>
          </a:xfrm>
          <a:prstGeom prst="rect">
            <a:avLst/>
          </a:prstGeom>
        </p:spPr>
      </p:pic>
      <mc:AlternateContent xmlns:mc="http://schemas.openxmlformats.org/markup-compatibility/2006">
        <mc:Choice xmlns:am3d="http://schemas.microsoft.com/office/drawing/2017/model3d" Requires="am3d">
          <p:graphicFrame>
            <p:nvGraphicFramePr>
              <p:cNvPr id="5" name="3D 모델 4">
                <a:extLst>
                  <a:ext uri="{FF2B5EF4-FFF2-40B4-BE49-F238E27FC236}">
                    <a16:creationId xmlns:a16="http://schemas.microsoft.com/office/drawing/2014/main" id="{99CDD6EB-5D2A-733B-97FB-3B7C79F5FF51}"/>
                  </a:ext>
                </a:extLst>
              </p:cNvPr>
              <p:cNvGraphicFramePr>
                <a:graphicFrameLocks noChangeAspect="1"/>
              </p:cNvGraphicFramePr>
              <p:nvPr>
                <p:extLst>
                  <p:ext uri="{D42A27DB-BD31-4B8C-83A1-F6EECF244321}">
                    <p14:modId xmlns:p14="http://schemas.microsoft.com/office/powerpoint/2010/main" val="4126762880"/>
                  </p:ext>
                </p:extLst>
              </p:nvPr>
            </p:nvGraphicFramePr>
            <p:xfrm>
              <a:off x="2798665" y="1583516"/>
              <a:ext cx="6781128" cy="4247728"/>
            </p:xfrm>
            <a:graphic>
              <a:graphicData uri="http://schemas.microsoft.com/office/drawing/2017/model3d">
                <am3d:model3d r:embed="rId5">
                  <am3d:spPr>
                    <a:xfrm>
                      <a:off x="0" y="0"/>
                      <a:ext cx="6781128" cy="4247728"/>
                    </a:xfrm>
                    <a:prstGeom prst="rect">
                      <a:avLst/>
                    </a:prstGeom>
                  </am3d:spPr>
                  <am3d:camera>
                    <am3d:pos x="0" y="0" z="77053359"/>
                    <am3d:up dx="0" dy="36000000" dz="0"/>
                    <am3d:lookAt x="0" y="0" z="0"/>
                    <am3d:perspective fov="2700000"/>
                  </am3d:camera>
                  <am3d:trans>
                    <am3d:meterPerModelUnit n="153134" d="1000000"/>
                    <am3d:preTrans dx="-1171956" dy="-1293572" dz="1117802"/>
                    <am3d:scale>
                      <am3d:sx n="1000000" d="1000000"/>
                      <am3d:sy n="1000000" d="1000000"/>
                      <am3d:sz n="1000000" d="1000000"/>
                    </am3d:scale>
                    <am3d:rot ax="1849034" ay="-1591316" az="-892695"/>
                    <am3d:postTrans dx="0" dy="0" dz="0"/>
                  </am3d:trans>
                  <am3d:raster rName="Office3DRenderer" rVer="16.0.8326">
                    <am3d:blip r:embed="rId6"/>
                  </am3d:raster>
                  <am3d:objViewport viewportSz="8152590"/>
                  <am3d:ambientLight>
                    <am3d:clr>
                      <a:scrgbClr r="50000" g="50000" b="50000"/>
                    </am3d:clr>
                    <am3d:illuminance n="500000" d="1000000"/>
                  </am3d:ambientLight>
                  <am3d:ptLight rad="0">
                    <am3d:clr>
                      <a:scrgbClr r="100000" g="75000" b="50000"/>
                    </am3d:clr>
                    <am3d:intensity n="9765625" d="1000000"/>
                    <am3d:pos x="21959998" y="70920001" z="16344003"/>
                  </am3d:ptLight>
                  <am3d:ptLight rad="0">
                    <am3d:clr>
                      <a:scrgbClr r="40000" g="60000" b="95000"/>
                    </am3d:clr>
                    <am3d:intensity n="12250000" d="1000000"/>
                    <am3d:pos x="-37964106" y="51130435" z="57631972"/>
                  </am3d:ptLight>
                  <am3d:ptLight rad="0">
                    <am3d:clr>
                      <a:scrgbClr r="86837" g="72700" b="100000"/>
                    </am3d:clr>
                    <am3d:intensity n="3125000" d="1000000"/>
                    <am3d:pos x="-37739122" y="58056624" z="-34769649"/>
                  </am3d:ptLight>
                </am3d:model3d>
              </a:graphicData>
            </a:graphic>
          </p:graphicFrame>
        </mc:Choice>
        <mc:Fallback>
          <p:pic>
            <p:nvPicPr>
              <p:cNvPr id="5" name="3D 모델 4">
                <a:extLst>
                  <a:ext uri="{FF2B5EF4-FFF2-40B4-BE49-F238E27FC236}">
                    <a16:creationId xmlns:a16="http://schemas.microsoft.com/office/drawing/2014/main" id="{99CDD6EB-5D2A-733B-97FB-3B7C79F5FF51}"/>
                  </a:ext>
                </a:extLst>
              </p:cNvPr>
              <p:cNvPicPr>
                <a:picLocks noGrp="1" noRot="1" noChangeAspect="1" noMove="1" noResize="1" noEditPoints="1" noAdjustHandles="1" noChangeArrowheads="1" noChangeShapeType="1" noCrop="1"/>
              </p:cNvPicPr>
              <p:nvPr/>
            </p:nvPicPr>
            <p:blipFill>
              <a:blip r:embed="rId6"/>
              <a:stretch>
                <a:fillRect/>
              </a:stretch>
            </p:blipFill>
            <p:spPr>
              <a:xfrm>
                <a:off x="2798665" y="1583516"/>
                <a:ext cx="6781128" cy="4247728"/>
              </a:xfrm>
              <a:prstGeom prst="rect">
                <a:avLst/>
              </a:prstGeom>
            </p:spPr>
          </p:pic>
        </mc:Fallback>
      </mc:AlternateContent>
      <p:sp>
        <p:nvSpPr>
          <p:cNvPr id="6" name="순서도: 병합 5">
            <a:extLst>
              <a:ext uri="{FF2B5EF4-FFF2-40B4-BE49-F238E27FC236}">
                <a16:creationId xmlns:a16="http://schemas.microsoft.com/office/drawing/2014/main" id="{FEB42B6F-1533-BFDB-97B6-31A717AAF651}"/>
              </a:ext>
            </a:extLst>
          </p:cNvPr>
          <p:cNvSpPr/>
          <p:nvPr/>
        </p:nvSpPr>
        <p:spPr>
          <a:xfrm>
            <a:off x="5947228" y="4347029"/>
            <a:ext cx="297543" cy="558800"/>
          </a:xfrm>
          <a:prstGeom prst="flowChartMerge">
            <a:avLst/>
          </a:prstGeom>
          <a:solidFill>
            <a:schemeClr val="accent6"/>
          </a:solidFill>
          <a:ln>
            <a:solidFill>
              <a:schemeClr val="tx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7" name="순서도: 병합 6">
            <a:extLst>
              <a:ext uri="{FF2B5EF4-FFF2-40B4-BE49-F238E27FC236}">
                <a16:creationId xmlns:a16="http://schemas.microsoft.com/office/drawing/2014/main" id="{AE34BC8E-E343-6EF7-B42F-483134518E54}"/>
              </a:ext>
            </a:extLst>
          </p:cNvPr>
          <p:cNvSpPr/>
          <p:nvPr/>
        </p:nvSpPr>
        <p:spPr>
          <a:xfrm>
            <a:off x="7086600" y="3345544"/>
            <a:ext cx="297543" cy="558800"/>
          </a:xfrm>
          <a:prstGeom prst="flowChartMerge">
            <a:avLst/>
          </a:prstGeom>
          <a:solidFill>
            <a:schemeClr val="accent6"/>
          </a:solidFill>
          <a:ln>
            <a:solidFill>
              <a:schemeClr val="tx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8" name="순서도: 병합 7">
            <a:extLst>
              <a:ext uri="{FF2B5EF4-FFF2-40B4-BE49-F238E27FC236}">
                <a16:creationId xmlns:a16="http://schemas.microsoft.com/office/drawing/2014/main" id="{32EB4EE0-9D4F-9544-FC95-AA915E5C3E17}"/>
              </a:ext>
            </a:extLst>
          </p:cNvPr>
          <p:cNvSpPr/>
          <p:nvPr/>
        </p:nvSpPr>
        <p:spPr>
          <a:xfrm>
            <a:off x="4793343" y="1966686"/>
            <a:ext cx="297543" cy="558800"/>
          </a:xfrm>
          <a:prstGeom prst="flowChartMerge">
            <a:avLst/>
          </a:prstGeom>
          <a:solidFill>
            <a:schemeClr val="accent6"/>
          </a:solidFill>
          <a:ln>
            <a:solidFill>
              <a:schemeClr val="tx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9" name="순서도: 병합 8">
            <a:extLst>
              <a:ext uri="{FF2B5EF4-FFF2-40B4-BE49-F238E27FC236}">
                <a16:creationId xmlns:a16="http://schemas.microsoft.com/office/drawing/2014/main" id="{BA034942-A68B-85BB-6F1A-3AE9F594B99E}"/>
              </a:ext>
            </a:extLst>
          </p:cNvPr>
          <p:cNvSpPr/>
          <p:nvPr/>
        </p:nvSpPr>
        <p:spPr>
          <a:xfrm>
            <a:off x="4176322" y="3490686"/>
            <a:ext cx="297543" cy="558800"/>
          </a:xfrm>
          <a:prstGeom prst="flowChartMerge">
            <a:avLst/>
          </a:prstGeom>
          <a:solidFill>
            <a:schemeClr val="accent6"/>
          </a:solidFill>
          <a:ln>
            <a:solidFill>
              <a:schemeClr val="tx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10" name="순서도: 병합 9">
            <a:extLst>
              <a:ext uri="{FF2B5EF4-FFF2-40B4-BE49-F238E27FC236}">
                <a16:creationId xmlns:a16="http://schemas.microsoft.com/office/drawing/2014/main" id="{E910B981-85F4-EDD2-AB58-F434B43863CF}"/>
              </a:ext>
            </a:extLst>
          </p:cNvPr>
          <p:cNvSpPr/>
          <p:nvPr/>
        </p:nvSpPr>
        <p:spPr>
          <a:xfrm>
            <a:off x="6110349" y="2485573"/>
            <a:ext cx="297543" cy="558800"/>
          </a:xfrm>
          <a:prstGeom prst="flowChartMerge">
            <a:avLst/>
          </a:prstGeom>
          <a:solidFill>
            <a:schemeClr val="accent6"/>
          </a:solidFill>
          <a:ln>
            <a:solidFill>
              <a:schemeClr val="tx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</p:spTree>
    <p:custDataLst>
      <p:tags r:id="rId1"/>
    </p:custDataLst>
    <p:extLst>
      <p:ext uri="{BB962C8B-B14F-4D97-AF65-F5344CB8AC3E}">
        <p14:creationId xmlns:p14="http://schemas.microsoft.com/office/powerpoint/2010/main" val="662075434"/>
      </p:ext>
    </p:extLst>
  </p:cSld>
  <p:clrMapOvr>
    <a:masterClrMapping/>
  </p:clrMapOvr>
  <mc:AlternateContent xmlns:mc="http://schemas.openxmlformats.org/markup-compatibility/2006">
    <mc:Choice xmlns:p14="http://schemas.microsoft.com/office/powerpoint/2010/main" Requires="p14">
      <p:transition spd="med" p14:dur="700">
        <p:fade/>
      </p:transition>
    </mc:Choice>
    <mc:Fallback>
      <p:transition spd="med">
        <p:fade/>
      </p:transition>
    </mc:Fallback>
  </mc:AlternateContent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500"/>
                                        <p:tgtEl>
                                          <p:spTgt spid="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2" presetClass="entr" presetSubtype="1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12" dur="100" fill="hold"/>
                                        <p:tgtEl>
                                          <p:spTgt spid="9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13" dur="100" fill="hold"/>
                                        <p:tgtEl>
                                          <p:spTgt spid="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0-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4" fill="hold">
                            <p:stCondLst>
                              <p:cond delay="100"/>
                            </p:stCondLst>
                            <p:childTnLst>
                              <p:par>
                                <p:cTn id="15" presetID="2" presetClass="entr" presetSubtype="1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17" dur="100" fill="hold"/>
                                        <p:tgtEl>
                                          <p:spTgt spid="8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18" dur="100" fill="hold"/>
                                        <p:tgtEl>
                                          <p:spTgt spid="8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0-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9" fill="hold">
                            <p:stCondLst>
                              <p:cond delay="200"/>
                            </p:stCondLst>
                            <p:childTnLst>
                              <p:par>
                                <p:cTn id="20" presetID="2" presetClass="entr" presetSubtype="1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22" dur="100" fill="hold"/>
                                        <p:tgtEl>
                                          <p:spTgt spid="10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23" dur="100" fill="hold"/>
                                        <p:tgtEl>
                                          <p:spTgt spid="10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0-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24" fill="hold">
                            <p:stCondLst>
                              <p:cond delay="300"/>
                            </p:stCondLst>
                            <p:childTnLst>
                              <p:par>
                                <p:cTn id="25" presetID="2" presetClass="entr" presetSubtype="1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27" dur="100" fill="hold"/>
                                        <p:tgtEl>
                                          <p:spTgt spid="7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28" dur="100" fill="hold"/>
                                        <p:tgtEl>
                                          <p:spTgt spid="7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0-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29" fill="hold">
                            <p:stCondLst>
                              <p:cond delay="400"/>
                            </p:stCondLst>
                            <p:childTnLst>
                              <p:par>
                                <p:cTn id="30" presetID="2" presetClass="entr" presetSubtype="1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32" dur="100" fill="hold"/>
                                        <p:tgtEl>
                                          <p:spTgt spid="6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33" dur="100" fill="hold"/>
                                        <p:tgtEl>
                                          <p:spTgt spid="6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0-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6" grpId="0" animBg="1"/>
      <p:bldP spid="7" grpId="0" animBg="1"/>
      <p:bldP spid="8" grpId="0" animBg="1"/>
      <p:bldP spid="9" grpId="0" animBg="1"/>
      <p:bldP spid="10" grpId="0" animBg="1"/>
    </p:bldLst>
  </p:timing>
</p:sld>
</file>

<file path=ppt/slides/slide3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tx1">
            <a:lumMod val="85000"/>
            <a:lumOff val="15000"/>
          </a:schemeClr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93304288-DCC1-7D8A-2977-D763226E480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" name="타원 17">
            <a:extLst>
              <a:ext uri="{FF2B5EF4-FFF2-40B4-BE49-F238E27FC236}">
                <a16:creationId xmlns:a16="http://schemas.microsoft.com/office/drawing/2014/main" id="{D895719A-DFE9-1057-7EF6-AEADBD436AB2}"/>
              </a:ext>
            </a:extLst>
          </p:cNvPr>
          <p:cNvSpPr/>
          <p:nvPr/>
        </p:nvSpPr>
        <p:spPr>
          <a:xfrm>
            <a:off x="5469732" y="3592116"/>
            <a:ext cx="303609" cy="303609"/>
          </a:xfrm>
          <a:prstGeom prst="ellipse">
            <a:avLst/>
          </a:prstGeom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19" name="타원 18">
            <a:extLst>
              <a:ext uri="{FF2B5EF4-FFF2-40B4-BE49-F238E27FC236}">
                <a16:creationId xmlns:a16="http://schemas.microsoft.com/office/drawing/2014/main" id="{02D9BD73-EE8D-A482-9451-3965AFBA2531}"/>
              </a:ext>
            </a:extLst>
          </p:cNvPr>
          <p:cNvSpPr/>
          <p:nvPr/>
        </p:nvSpPr>
        <p:spPr>
          <a:xfrm>
            <a:off x="6329362" y="3182780"/>
            <a:ext cx="262890" cy="262890"/>
          </a:xfrm>
          <a:prstGeom prst="ellipse">
            <a:avLst/>
          </a:prstGeom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20" name="타원 19">
            <a:extLst>
              <a:ext uri="{FF2B5EF4-FFF2-40B4-BE49-F238E27FC236}">
                <a16:creationId xmlns:a16="http://schemas.microsoft.com/office/drawing/2014/main" id="{7355DC92-489C-62E4-3ED0-8BDE660691C6}"/>
              </a:ext>
            </a:extLst>
          </p:cNvPr>
          <p:cNvSpPr/>
          <p:nvPr/>
        </p:nvSpPr>
        <p:spPr>
          <a:xfrm>
            <a:off x="6839886" y="3044192"/>
            <a:ext cx="291466" cy="291466"/>
          </a:xfrm>
          <a:prstGeom prst="ellipse">
            <a:avLst/>
          </a:prstGeom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21" name="타원 20">
            <a:extLst>
              <a:ext uri="{FF2B5EF4-FFF2-40B4-BE49-F238E27FC236}">
                <a16:creationId xmlns:a16="http://schemas.microsoft.com/office/drawing/2014/main" id="{1457FDFE-35C1-D8D6-D8F8-07FC195B60EF}"/>
              </a:ext>
            </a:extLst>
          </p:cNvPr>
          <p:cNvSpPr/>
          <p:nvPr/>
        </p:nvSpPr>
        <p:spPr>
          <a:xfrm>
            <a:off x="5998369" y="2534780"/>
            <a:ext cx="262890" cy="262890"/>
          </a:xfrm>
          <a:prstGeom prst="ellipse">
            <a:avLst/>
          </a:prstGeom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22" name="타원 21">
            <a:extLst>
              <a:ext uri="{FF2B5EF4-FFF2-40B4-BE49-F238E27FC236}">
                <a16:creationId xmlns:a16="http://schemas.microsoft.com/office/drawing/2014/main" id="{9329D469-6B7E-C4BB-8C22-A035FB661D4B}"/>
              </a:ext>
            </a:extLst>
          </p:cNvPr>
          <p:cNvSpPr/>
          <p:nvPr/>
        </p:nvSpPr>
        <p:spPr>
          <a:xfrm>
            <a:off x="5277763" y="2639988"/>
            <a:ext cx="262890" cy="262890"/>
          </a:xfrm>
          <a:prstGeom prst="ellipse">
            <a:avLst/>
          </a:prstGeom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3" name="TextBox 2">
                <a:extLst>
                  <a:ext uri="{FF2B5EF4-FFF2-40B4-BE49-F238E27FC236}">
                    <a16:creationId xmlns:a16="http://schemas.microsoft.com/office/drawing/2014/main" id="{89A89F22-28FF-C90D-C097-8E96F34800E2}"/>
                  </a:ext>
                </a:extLst>
              </p:cNvPr>
              <p:cNvSpPr txBox="1"/>
              <p:nvPr/>
            </p:nvSpPr>
            <p:spPr>
              <a:xfrm>
                <a:off x="658368" y="384048"/>
                <a:ext cx="3508140" cy="523220"/>
              </a:xfrm>
              <a:prstGeom prst="rect">
                <a:avLst/>
              </a:prstGeom>
              <a:noFill/>
            </p:spPr>
            <p:txBody>
              <a:bodyPr wrap="none">
                <a:spAutoFit/>
              </a:bodyPr>
              <a:lstStyle/>
              <a:p>
                <a:pPr lvl="0" defTabSz="457200" latinLnBrk="0">
                  <a:defRPr sz="2800" b="1">
                    <a:solidFill>
                      <a:srgbClr val="18233A"/>
                    </a:solidFill>
                  </a:defRPr>
                </a:pPr>
                <a:r>
                  <a:rPr kumimoji="0" lang="en-US" altLang="ko-KR" sz="2800" b="1" i="0" u="none" strike="noStrike" kern="1200" cap="none" spc="0" normalizeH="0" baseline="0" noProof="0" dirty="0">
                    <a:ln>
                      <a:noFill/>
                    </a:ln>
                    <a:solidFill>
                      <a:srgbClr val="F8F9FC"/>
                    </a:solidFill>
                    <a:effectLst/>
                    <a:uLnTx/>
                    <a:uFillTx/>
                    <a:latin typeface="+mj-ea"/>
                    <a:ea typeface="+mj-ea"/>
                  </a:rPr>
                  <a:t>AI</a:t>
                </a:r>
                <a:r>
                  <a:rPr lang="en-US" altLang="ko-KR" sz="2800" b="1" dirty="0">
                    <a:solidFill>
                      <a:srgbClr val="F8F9FC"/>
                    </a:solidFill>
                    <a:latin typeface="+mj-ea"/>
                    <a:ea typeface="+mj-ea"/>
                  </a:rPr>
                  <a:t> 2</a:t>
                </a:r>
                <a:r>
                  <a:rPr kumimoji="0" lang="en-US" altLang="ko-KR" sz="2800" b="1" i="0" u="none" strike="noStrike" kern="1200" cap="none" spc="0" normalizeH="0" baseline="0" noProof="0" dirty="0">
                    <a:ln>
                      <a:noFill/>
                    </a:ln>
                    <a:solidFill>
                      <a:srgbClr val="F8F9FC"/>
                    </a:solidFill>
                    <a:effectLst/>
                    <a:uLnTx/>
                    <a:uFillTx/>
                    <a:latin typeface="+mj-ea"/>
                    <a:ea typeface="+mj-ea"/>
                  </a:rPr>
                  <a:t>)</a:t>
                </a:r>
                <a:r>
                  <a:rPr lang="en-US" altLang="ko-KR" sz="2800" dirty="0">
                    <a:solidFill>
                      <a:srgbClr val="F8F9FC"/>
                    </a:solidFill>
                    <a:latin typeface="+mj-ea"/>
                    <a:ea typeface="+mj-ea"/>
                  </a:rPr>
                  <a:t>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ko-KR" altLang="ar-AE" sz="2800" b="1" i="1" smtClean="0">
                            <a:solidFill>
                              <a:srgbClr val="F8F9FC"/>
                            </a:solidFill>
                            <a:latin typeface="Cambria Math" panose="02040503050406030204" pitchFamily="18" charset="0"/>
                            <a:ea typeface="+mj-ea"/>
                          </a:rPr>
                        </m:ctrlPr>
                      </m:sSubPr>
                      <m:e>
                        <m:r>
                          <a:rPr lang="ko-KR" altLang="ar-AE" sz="2800" b="1" i="1" smtClean="0">
                            <a:solidFill>
                              <a:srgbClr val="F8F9FC"/>
                            </a:solidFill>
                            <a:latin typeface="Cambria Math" panose="02040503050406030204" pitchFamily="18" charset="0"/>
                            <a:ea typeface="+mj-ea"/>
                          </a:rPr>
                          <m:t>𝒈</m:t>
                        </m:r>
                      </m:e>
                      <m:sub>
                        <m:r>
                          <a:rPr lang="ko-KR" altLang="ar-AE" sz="2800" b="1" i="1" smtClean="0">
                            <a:solidFill>
                              <a:srgbClr val="F8F9FC"/>
                            </a:solidFill>
                            <a:latin typeface="Cambria Math" panose="02040503050406030204" pitchFamily="18" charset="0"/>
                            <a:ea typeface="+mj-ea"/>
                          </a:rPr>
                          <m:t>𝟎𝟓</m:t>
                        </m:r>
                      </m:sub>
                    </m:sSub>
                  </m:oMath>
                </a14:m>
                <a:r>
                  <a:rPr kumimoji="0" lang="ar-AE" altLang="ko-KR" sz="2800" b="1" i="0" u="none" strike="noStrike" kern="1200" cap="none" spc="0" normalizeH="0" baseline="0" noProof="0" dirty="0">
                    <a:ln>
                      <a:noFill/>
                    </a:ln>
                    <a:solidFill>
                      <a:srgbClr val="F8F9FC"/>
                    </a:solidFill>
                    <a:effectLst/>
                    <a:uLnTx/>
                    <a:uFillTx/>
                    <a:latin typeface="+mj-ea"/>
                    <a:ea typeface="+mj-ea"/>
                  </a:rPr>
                  <a:t>-</a:t>
                </a:r>
                <a:r>
                  <a:rPr kumimoji="0" lang="en-US" altLang="ko-KR" sz="2800" b="1" i="0" u="none" strike="noStrike" kern="1200" cap="none" spc="0" normalizeH="0" baseline="0" noProof="0" dirty="0">
                    <a:ln>
                      <a:noFill/>
                    </a:ln>
                    <a:solidFill>
                      <a:srgbClr val="F8F9FC"/>
                    </a:solidFill>
                    <a:effectLst/>
                    <a:uLnTx/>
                    <a:uFillTx/>
                    <a:latin typeface="+mj-ea"/>
                    <a:ea typeface="+mj-ea"/>
                  </a:rPr>
                  <a:t>CNN </a:t>
                </a:r>
                <a:r>
                  <a:rPr lang="ko-KR" altLang="en-US" sz="2800" b="1" dirty="0">
                    <a:solidFill>
                      <a:srgbClr val="F8F9FC"/>
                    </a:solidFill>
                    <a:latin typeface="+mj-ea"/>
                    <a:ea typeface="+mj-ea"/>
                  </a:rPr>
                  <a:t>결합</a:t>
                </a:r>
                <a:endParaRPr kumimoji="0" lang="ko-KR" altLang="en-US" sz="2800" b="1" i="0" u="none" strike="noStrike" kern="1200" cap="none" spc="0" normalizeH="0" baseline="0" noProof="0" dirty="0">
                  <a:ln>
                    <a:noFill/>
                  </a:ln>
                  <a:solidFill>
                    <a:srgbClr val="F8F9FC"/>
                  </a:solidFill>
                  <a:effectLst/>
                  <a:uLnTx/>
                  <a:uFillTx/>
                  <a:latin typeface="+mj-ea"/>
                  <a:ea typeface="+mj-ea"/>
                </a:endParaRPr>
              </a:p>
            </p:txBody>
          </p:sp>
        </mc:Choice>
        <mc:Fallback xmlns="">
          <p:sp>
            <p:nvSpPr>
              <p:cNvPr id="3" name="TextBox 2">
                <a:extLst>
                  <a:ext uri="{FF2B5EF4-FFF2-40B4-BE49-F238E27FC236}">
                    <a16:creationId xmlns:a16="http://schemas.microsoft.com/office/drawing/2014/main" id="{89A89F22-28FF-C90D-C097-8E96F34800E2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658368" y="384048"/>
                <a:ext cx="3508140" cy="523220"/>
              </a:xfrm>
              <a:prstGeom prst="rect">
                <a:avLst/>
              </a:prstGeom>
              <a:blipFill>
                <a:blip r:embed="rId2"/>
                <a:stretch>
                  <a:fillRect l="-3478" t="-11628" r="-1739" b="-31395"/>
                </a:stretch>
              </a:blipFill>
            </p:spPr>
            <p:txBody>
              <a:bodyPr/>
              <a:lstStyle/>
              <a:p>
                <a:r>
                  <a:rPr lang="ko-KR" alt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6" name="Rectangle 5">
            <a:extLst>
              <a:ext uri="{FF2B5EF4-FFF2-40B4-BE49-F238E27FC236}">
                <a16:creationId xmlns:a16="http://schemas.microsoft.com/office/drawing/2014/main" id="{779F1068-8B46-5D81-DA0E-F6DA0F18124B}"/>
              </a:ext>
            </a:extLst>
          </p:cNvPr>
          <p:cNvSpPr/>
          <p:nvPr/>
        </p:nvSpPr>
        <p:spPr>
          <a:xfrm>
            <a:off x="676656" y="1353312"/>
            <a:ext cx="566928" cy="41148"/>
          </a:xfrm>
          <a:prstGeom prst="rect">
            <a:avLst/>
          </a:prstGeom>
          <a:solidFill>
            <a:srgbClr val="315EB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Calibri"/>
              <a:ea typeface="+mn-ea"/>
              <a:cs typeface="+mn-cs"/>
            </a:endParaRPr>
          </a:p>
        </p:txBody>
      </p:sp>
      <p:pic>
        <p:nvPicPr>
          <p:cNvPr id="96" name="그림 95">
            <a:extLst>
              <a:ext uri="{FF2B5EF4-FFF2-40B4-BE49-F238E27FC236}">
                <a16:creationId xmlns:a16="http://schemas.microsoft.com/office/drawing/2014/main" id="{C7673319-D52A-007E-BCC9-303482134750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3389039" y="1012769"/>
            <a:ext cx="5413921" cy="5502331"/>
          </a:xfrm>
          <a:prstGeom prst="rect">
            <a:avLst/>
          </a:prstGeom>
          <a:scene3d>
            <a:camera prst="orthographicFront">
              <a:rot lat="16199998" lon="0" rev="0"/>
            </a:camera>
            <a:lightRig rig="threePt" dir="t"/>
          </a:scene3d>
        </p:spPr>
      </p:pic>
      <mc:AlternateContent xmlns:mc="http://schemas.openxmlformats.org/markup-compatibility/2006">
        <mc:Choice xmlns:am3d="http://schemas.microsoft.com/office/drawing/2017/model3d" Requires="am3d">
          <p:graphicFrame>
            <p:nvGraphicFramePr>
              <p:cNvPr id="4" name="3D 모델 3">
                <a:extLst>
                  <a:ext uri="{FF2B5EF4-FFF2-40B4-BE49-F238E27FC236}">
                    <a16:creationId xmlns:a16="http://schemas.microsoft.com/office/drawing/2014/main" id="{B68C8306-17D5-40BC-6C91-463FD5B90D91}"/>
                  </a:ext>
                </a:extLst>
              </p:cNvPr>
              <p:cNvGraphicFramePr>
                <a:graphicFrameLocks noChangeAspect="1"/>
              </p:cNvGraphicFramePr>
              <p:nvPr>
                <p:extLst>
                  <p:ext uri="{D42A27DB-BD31-4B8C-83A1-F6EECF244321}">
                    <p14:modId xmlns:p14="http://schemas.microsoft.com/office/powerpoint/2010/main" val="898576832"/>
                  </p:ext>
                </p:extLst>
              </p:nvPr>
            </p:nvGraphicFramePr>
            <p:xfrm>
              <a:off x="3110442" y="1543909"/>
              <a:ext cx="5971101" cy="4440049"/>
            </p:xfrm>
            <a:graphic>
              <a:graphicData uri="http://schemas.microsoft.com/office/drawing/2017/model3d">
                <am3d:model3d r:embed="rId4">
                  <am3d:spPr>
                    <a:xfrm>
                      <a:off x="0" y="0"/>
                      <a:ext cx="5971101" cy="4440049"/>
                    </a:xfrm>
                    <a:prstGeom prst="rect">
                      <a:avLst/>
                    </a:prstGeom>
                  </am3d:spPr>
                  <am3d:camera>
                    <am3d:pos x="0" y="0" z="81298810"/>
                    <am3d:up dx="0" dy="36000000" dz="0"/>
                    <am3d:lookAt x="0" y="0" z="0"/>
                    <am3d:perspective fov="2700000"/>
                  </am3d:camera>
                  <am3d:trans>
                    <am3d:meterPerModelUnit n="153134" d="1000000"/>
                    <am3d:preTrans dx="-1171956" dy="-1196886" dz="1117802"/>
                    <am3d:scale>
                      <am3d:sx n="1000000" d="1000000"/>
                      <am3d:sy n="1000000" d="1000000"/>
                      <am3d:sz n="1000000" d="1000000"/>
                    </am3d:scale>
                    <am3d:rot ax="1453115" ay="1797091" az="759428"/>
                    <am3d:postTrans dx="0" dy="0" dz="0"/>
                  </am3d:trans>
                  <am3d:raster rName="Office3DRenderer" rVer="16.0.8326">
                    <am3d:blip r:embed="rId5"/>
                  </am3d:raster>
                  <am3d:objViewport viewportSz="8304165"/>
                  <am3d:ambientLight>
                    <am3d:clr>
                      <a:scrgbClr r="50000" g="50000" b="50000"/>
                    </am3d:clr>
                    <am3d:illuminance n="500000" d="1000000"/>
                  </am3d:ambientLight>
                  <am3d:ptLight rad="0">
                    <am3d:clr>
                      <a:scrgbClr r="100000" g="75000" b="50000"/>
                    </am3d:clr>
                    <am3d:intensity n="9765625" d="1000000"/>
                    <am3d:pos x="21959998" y="70920001" z="16344003"/>
                  </am3d:ptLight>
                  <am3d:ptLight rad="0">
                    <am3d:clr>
                      <a:scrgbClr r="40000" g="60000" b="95000"/>
                    </am3d:clr>
                    <am3d:intensity n="12250000" d="1000000"/>
                    <am3d:pos x="-37964106" y="51130435" z="57631972"/>
                  </am3d:ptLight>
                  <am3d:ptLight rad="0">
                    <am3d:clr>
                      <a:scrgbClr r="86837" g="72700" b="100000"/>
                    </am3d:clr>
                    <am3d:intensity n="3125000" d="1000000"/>
                    <am3d:pos x="-37739122" y="58056624" z="-34769649"/>
                  </am3d:ptLight>
                </am3d:model3d>
              </a:graphicData>
            </a:graphic>
          </p:graphicFrame>
        </mc:Choice>
        <mc:Fallback>
          <p:pic>
            <p:nvPicPr>
              <p:cNvPr id="4" name="3D 모델 3">
                <a:extLst>
                  <a:ext uri="{FF2B5EF4-FFF2-40B4-BE49-F238E27FC236}">
                    <a16:creationId xmlns:a16="http://schemas.microsoft.com/office/drawing/2014/main" id="{B68C8306-17D5-40BC-6C91-463FD5B90D91}"/>
                  </a:ext>
                </a:extLst>
              </p:cNvPr>
              <p:cNvPicPr>
                <a:picLocks noGrp="1" noRot="1" noChangeAspect="1" noMove="1" noResize="1" noEditPoints="1" noAdjustHandles="1" noChangeArrowheads="1" noChangeShapeType="1" noCrop="1"/>
              </p:cNvPicPr>
              <p:nvPr/>
            </p:nvPicPr>
            <p:blipFill>
              <a:blip r:embed="rId5"/>
              <a:stretch>
                <a:fillRect/>
              </a:stretch>
            </p:blipFill>
            <p:spPr>
              <a:xfrm>
                <a:off x="3110442" y="1543909"/>
                <a:ext cx="5971101" cy="4440049"/>
              </a:xfrm>
              <a:prstGeom prst="rect">
                <a:avLst/>
              </a:prstGeom>
            </p:spPr>
          </p:pic>
        </mc:Fallback>
      </mc:AlternateContent>
      <p:sp>
        <p:nvSpPr>
          <p:cNvPr id="2" name="타원 1">
            <a:extLst>
              <a:ext uri="{FF2B5EF4-FFF2-40B4-BE49-F238E27FC236}">
                <a16:creationId xmlns:a16="http://schemas.microsoft.com/office/drawing/2014/main" id="{B3ACBAE8-6F44-D97E-50FB-BA49AEA06C13}"/>
              </a:ext>
            </a:extLst>
          </p:cNvPr>
          <p:cNvSpPr/>
          <p:nvPr/>
        </p:nvSpPr>
        <p:spPr>
          <a:xfrm>
            <a:off x="4964906" y="4692116"/>
            <a:ext cx="481875" cy="481875"/>
          </a:xfrm>
          <a:prstGeom prst="ellipse">
            <a:avLst/>
          </a:prstGeom>
          <a:solidFill>
            <a:srgbClr val="FF0000"/>
          </a:solidFill>
          <a:ln>
            <a:solidFill>
              <a:schemeClr val="tx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ko-KR" sz="5000" b="1" dirty="0">
                <a:latin typeface="+mj-ea"/>
                <a:ea typeface="+mj-ea"/>
              </a:rPr>
              <a:t>+</a:t>
            </a:r>
            <a:endParaRPr lang="ko-KR" altLang="en-US" sz="5000" b="1" dirty="0">
              <a:latin typeface="+mj-ea"/>
              <a:ea typeface="+mj-ea"/>
            </a:endParaRPr>
          </a:p>
        </p:txBody>
      </p:sp>
      <p:sp>
        <p:nvSpPr>
          <p:cNvPr id="5" name="타원 4">
            <a:extLst>
              <a:ext uri="{FF2B5EF4-FFF2-40B4-BE49-F238E27FC236}">
                <a16:creationId xmlns:a16="http://schemas.microsoft.com/office/drawing/2014/main" id="{05FFCB80-8D78-F765-56BF-EC0DC63FEFB0}"/>
              </a:ext>
            </a:extLst>
          </p:cNvPr>
          <p:cNvSpPr/>
          <p:nvPr/>
        </p:nvSpPr>
        <p:spPr>
          <a:xfrm>
            <a:off x="5722143" y="4692116"/>
            <a:ext cx="481875" cy="481875"/>
          </a:xfrm>
          <a:prstGeom prst="ellipse">
            <a:avLst/>
          </a:prstGeom>
          <a:solidFill>
            <a:srgbClr val="00B0F0"/>
          </a:solidFill>
          <a:ln>
            <a:solidFill>
              <a:schemeClr val="tx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ko-KR" sz="5000" b="1" dirty="0">
                <a:latin typeface="+mj-ea"/>
                <a:ea typeface="+mj-ea"/>
              </a:rPr>
              <a:t>-</a:t>
            </a:r>
            <a:endParaRPr lang="ko-KR" altLang="en-US" sz="5000" b="1" dirty="0">
              <a:latin typeface="+mj-ea"/>
              <a:ea typeface="+mj-ea"/>
            </a:endParaRPr>
          </a:p>
        </p:txBody>
      </p:sp>
      <p:cxnSp>
        <p:nvCxnSpPr>
          <p:cNvPr id="8" name="직선 연결선 7">
            <a:extLst>
              <a:ext uri="{FF2B5EF4-FFF2-40B4-BE49-F238E27FC236}">
                <a16:creationId xmlns:a16="http://schemas.microsoft.com/office/drawing/2014/main" id="{1DBAA808-4DD7-C6F2-7689-5078106D5E45}"/>
              </a:ext>
            </a:extLst>
          </p:cNvPr>
          <p:cNvCxnSpPr>
            <a:cxnSpLocks/>
            <a:stCxn id="2" idx="0"/>
            <a:endCxn id="18" idx="3"/>
          </p:cNvCxnSpPr>
          <p:nvPr/>
        </p:nvCxnSpPr>
        <p:spPr>
          <a:xfrm flipV="1">
            <a:off x="5205844" y="3851262"/>
            <a:ext cx="308351" cy="840854"/>
          </a:xfrm>
          <a:prstGeom prst="line">
            <a:avLst/>
          </a:prstGeom>
          <a:ln>
            <a:solidFill>
              <a:schemeClr val="tx1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3" name="직선 연결선 12">
            <a:extLst>
              <a:ext uri="{FF2B5EF4-FFF2-40B4-BE49-F238E27FC236}">
                <a16:creationId xmlns:a16="http://schemas.microsoft.com/office/drawing/2014/main" id="{CFF1B731-810E-22D5-F6B7-FB856852C4EC}"/>
              </a:ext>
            </a:extLst>
          </p:cNvPr>
          <p:cNvCxnSpPr>
            <a:cxnSpLocks/>
            <a:stCxn id="5" idx="0"/>
            <a:endCxn id="18" idx="5"/>
          </p:cNvCxnSpPr>
          <p:nvPr/>
        </p:nvCxnSpPr>
        <p:spPr>
          <a:xfrm flipH="1" flipV="1">
            <a:off x="5728878" y="3851262"/>
            <a:ext cx="234203" cy="840854"/>
          </a:xfrm>
          <a:prstGeom prst="line">
            <a:avLst/>
          </a:prstGeom>
          <a:ln>
            <a:solidFill>
              <a:schemeClr val="tx1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7" name="타원 26">
            <a:extLst>
              <a:ext uri="{FF2B5EF4-FFF2-40B4-BE49-F238E27FC236}">
                <a16:creationId xmlns:a16="http://schemas.microsoft.com/office/drawing/2014/main" id="{1B1B01DF-B339-A0A7-C24E-A99AE43A826B}"/>
              </a:ext>
            </a:extLst>
          </p:cNvPr>
          <p:cNvSpPr/>
          <p:nvPr/>
        </p:nvSpPr>
        <p:spPr>
          <a:xfrm>
            <a:off x="7063824" y="4432970"/>
            <a:ext cx="481875" cy="481875"/>
          </a:xfrm>
          <a:prstGeom prst="ellipse">
            <a:avLst/>
          </a:prstGeom>
          <a:solidFill>
            <a:srgbClr val="FF0000"/>
          </a:solidFill>
          <a:ln>
            <a:solidFill>
              <a:schemeClr val="tx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ko-KR" sz="5000" b="1" dirty="0">
                <a:latin typeface="+mj-ea"/>
                <a:ea typeface="+mj-ea"/>
              </a:rPr>
              <a:t>+</a:t>
            </a:r>
            <a:endParaRPr lang="ko-KR" altLang="en-US" sz="5000" b="1" dirty="0">
              <a:latin typeface="+mj-ea"/>
              <a:ea typeface="+mj-ea"/>
            </a:endParaRPr>
          </a:p>
        </p:txBody>
      </p:sp>
      <p:sp>
        <p:nvSpPr>
          <p:cNvPr id="28" name="타원 27">
            <a:extLst>
              <a:ext uri="{FF2B5EF4-FFF2-40B4-BE49-F238E27FC236}">
                <a16:creationId xmlns:a16="http://schemas.microsoft.com/office/drawing/2014/main" id="{919E1D66-F39D-83F7-33C7-83B0AECD48D5}"/>
              </a:ext>
            </a:extLst>
          </p:cNvPr>
          <p:cNvSpPr/>
          <p:nvPr/>
        </p:nvSpPr>
        <p:spPr>
          <a:xfrm>
            <a:off x="7821061" y="4432970"/>
            <a:ext cx="481875" cy="481875"/>
          </a:xfrm>
          <a:prstGeom prst="ellipse">
            <a:avLst/>
          </a:prstGeom>
          <a:solidFill>
            <a:srgbClr val="00B0F0"/>
          </a:solidFill>
          <a:ln>
            <a:solidFill>
              <a:schemeClr val="tx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ko-KR" sz="5000" b="1" dirty="0">
                <a:latin typeface="+mj-ea"/>
                <a:ea typeface="+mj-ea"/>
              </a:rPr>
              <a:t>-</a:t>
            </a:r>
            <a:endParaRPr lang="ko-KR" altLang="en-US" sz="5000" b="1" dirty="0">
              <a:latin typeface="+mj-ea"/>
              <a:ea typeface="+mj-ea"/>
            </a:endParaRPr>
          </a:p>
        </p:txBody>
      </p:sp>
      <p:cxnSp>
        <p:nvCxnSpPr>
          <p:cNvPr id="29" name="직선 연결선 28">
            <a:extLst>
              <a:ext uri="{FF2B5EF4-FFF2-40B4-BE49-F238E27FC236}">
                <a16:creationId xmlns:a16="http://schemas.microsoft.com/office/drawing/2014/main" id="{A584CE3C-37D6-A004-13A3-B146A16429EA}"/>
              </a:ext>
            </a:extLst>
          </p:cNvPr>
          <p:cNvCxnSpPr>
            <a:cxnSpLocks/>
            <a:stCxn id="27" idx="0"/>
            <a:endCxn id="19" idx="4"/>
          </p:cNvCxnSpPr>
          <p:nvPr/>
        </p:nvCxnSpPr>
        <p:spPr>
          <a:xfrm flipH="1" flipV="1">
            <a:off x="6460807" y="3445670"/>
            <a:ext cx="843955" cy="987300"/>
          </a:xfrm>
          <a:prstGeom prst="line">
            <a:avLst/>
          </a:prstGeom>
          <a:ln>
            <a:solidFill>
              <a:schemeClr val="tx1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0" name="직선 연결선 29">
            <a:extLst>
              <a:ext uri="{FF2B5EF4-FFF2-40B4-BE49-F238E27FC236}">
                <a16:creationId xmlns:a16="http://schemas.microsoft.com/office/drawing/2014/main" id="{73FE7504-7F52-DCA0-C4D2-0C4FC4A30DC7}"/>
              </a:ext>
            </a:extLst>
          </p:cNvPr>
          <p:cNvCxnSpPr>
            <a:cxnSpLocks/>
            <a:stCxn id="28" idx="0"/>
            <a:endCxn id="19" idx="4"/>
          </p:cNvCxnSpPr>
          <p:nvPr/>
        </p:nvCxnSpPr>
        <p:spPr>
          <a:xfrm flipH="1" flipV="1">
            <a:off x="6460807" y="3445670"/>
            <a:ext cx="1601192" cy="987300"/>
          </a:xfrm>
          <a:prstGeom prst="line">
            <a:avLst/>
          </a:prstGeom>
          <a:ln>
            <a:solidFill>
              <a:schemeClr val="tx1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3" name="타원 32">
            <a:extLst>
              <a:ext uri="{FF2B5EF4-FFF2-40B4-BE49-F238E27FC236}">
                <a16:creationId xmlns:a16="http://schemas.microsoft.com/office/drawing/2014/main" id="{3AC10629-F868-678B-8EEB-FE446F1DB67E}"/>
              </a:ext>
            </a:extLst>
          </p:cNvPr>
          <p:cNvSpPr/>
          <p:nvPr/>
        </p:nvSpPr>
        <p:spPr>
          <a:xfrm>
            <a:off x="7106375" y="1626354"/>
            <a:ext cx="481875" cy="481875"/>
          </a:xfrm>
          <a:prstGeom prst="ellipse">
            <a:avLst/>
          </a:prstGeom>
          <a:solidFill>
            <a:srgbClr val="FF0000"/>
          </a:solidFill>
          <a:ln>
            <a:solidFill>
              <a:schemeClr val="tx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ko-KR" sz="5000" b="1" dirty="0">
                <a:latin typeface="+mj-ea"/>
                <a:ea typeface="+mj-ea"/>
              </a:rPr>
              <a:t>+</a:t>
            </a:r>
            <a:endParaRPr lang="ko-KR" altLang="en-US" sz="5000" b="1" dirty="0">
              <a:latin typeface="+mj-ea"/>
              <a:ea typeface="+mj-ea"/>
            </a:endParaRPr>
          </a:p>
        </p:txBody>
      </p:sp>
      <p:sp>
        <p:nvSpPr>
          <p:cNvPr id="34" name="타원 33">
            <a:extLst>
              <a:ext uri="{FF2B5EF4-FFF2-40B4-BE49-F238E27FC236}">
                <a16:creationId xmlns:a16="http://schemas.microsoft.com/office/drawing/2014/main" id="{BC5D2337-8624-E646-F5EE-B854D8925044}"/>
              </a:ext>
            </a:extLst>
          </p:cNvPr>
          <p:cNvSpPr/>
          <p:nvPr/>
        </p:nvSpPr>
        <p:spPr>
          <a:xfrm>
            <a:off x="7799495" y="2287719"/>
            <a:ext cx="481875" cy="481875"/>
          </a:xfrm>
          <a:prstGeom prst="ellipse">
            <a:avLst/>
          </a:prstGeom>
          <a:solidFill>
            <a:srgbClr val="00B0F0"/>
          </a:solidFill>
          <a:ln>
            <a:solidFill>
              <a:schemeClr val="tx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ko-KR" sz="5000" b="1" dirty="0">
                <a:latin typeface="+mj-ea"/>
                <a:ea typeface="+mj-ea"/>
              </a:rPr>
              <a:t>-</a:t>
            </a:r>
            <a:endParaRPr lang="ko-KR" altLang="en-US" sz="5000" b="1" dirty="0">
              <a:latin typeface="+mj-ea"/>
              <a:ea typeface="+mj-ea"/>
            </a:endParaRPr>
          </a:p>
        </p:txBody>
      </p:sp>
      <p:cxnSp>
        <p:nvCxnSpPr>
          <p:cNvPr id="35" name="직선 연결선 34">
            <a:extLst>
              <a:ext uri="{FF2B5EF4-FFF2-40B4-BE49-F238E27FC236}">
                <a16:creationId xmlns:a16="http://schemas.microsoft.com/office/drawing/2014/main" id="{539CF922-5639-1170-7CB5-245847C9FBE8}"/>
              </a:ext>
            </a:extLst>
          </p:cNvPr>
          <p:cNvCxnSpPr>
            <a:cxnSpLocks/>
            <a:stCxn id="33" idx="4"/>
            <a:endCxn id="20" idx="7"/>
          </p:cNvCxnSpPr>
          <p:nvPr/>
        </p:nvCxnSpPr>
        <p:spPr>
          <a:xfrm flipH="1">
            <a:off x="7088668" y="2108229"/>
            <a:ext cx="258645" cy="978647"/>
          </a:xfrm>
          <a:prstGeom prst="line">
            <a:avLst/>
          </a:prstGeom>
          <a:ln>
            <a:solidFill>
              <a:schemeClr val="tx1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6" name="직선 연결선 35">
            <a:extLst>
              <a:ext uri="{FF2B5EF4-FFF2-40B4-BE49-F238E27FC236}">
                <a16:creationId xmlns:a16="http://schemas.microsoft.com/office/drawing/2014/main" id="{5F50DABC-5A72-D223-2D2D-B2655CD937DC}"/>
              </a:ext>
            </a:extLst>
          </p:cNvPr>
          <p:cNvCxnSpPr>
            <a:cxnSpLocks/>
            <a:stCxn id="34" idx="3"/>
            <a:endCxn id="20" idx="6"/>
          </p:cNvCxnSpPr>
          <p:nvPr/>
        </p:nvCxnSpPr>
        <p:spPr>
          <a:xfrm flipH="1">
            <a:off x="7131352" y="2699025"/>
            <a:ext cx="738712" cy="490900"/>
          </a:xfrm>
          <a:prstGeom prst="line">
            <a:avLst/>
          </a:prstGeom>
          <a:ln>
            <a:solidFill>
              <a:schemeClr val="tx1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7" name="직선 연결선 56">
            <a:extLst>
              <a:ext uri="{FF2B5EF4-FFF2-40B4-BE49-F238E27FC236}">
                <a16:creationId xmlns:a16="http://schemas.microsoft.com/office/drawing/2014/main" id="{0B490EF8-9538-D7B6-5BC3-CDCCCDBF5193}"/>
              </a:ext>
            </a:extLst>
          </p:cNvPr>
          <p:cNvCxnSpPr>
            <a:cxnSpLocks/>
            <a:stCxn id="88" idx="4"/>
            <a:endCxn id="22" idx="2"/>
          </p:cNvCxnSpPr>
          <p:nvPr/>
        </p:nvCxnSpPr>
        <p:spPr>
          <a:xfrm>
            <a:off x="4774371" y="1927026"/>
            <a:ext cx="503392" cy="844407"/>
          </a:xfrm>
          <a:prstGeom prst="line">
            <a:avLst/>
          </a:prstGeom>
          <a:ln>
            <a:solidFill>
              <a:schemeClr val="tx1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8" name="직선 연결선 57">
            <a:extLst>
              <a:ext uri="{FF2B5EF4-FFF2-40B4-BE49-F238E27FC236}">
                <a16:creationId xmlns:a16="http://schemas.microsoft.com/office/drawing/2014/main" id="{B2BF0588-404E-2850-258A-8CBB0499EC68}"/>
              </a:ext>
            </a:extLst>
          </p:cNvPr>
          <p:cNvCxnSpPr>
            <a:cxnSpLocks/>
            <a:stCxn id="85" idx="4"/>
            <a:endCxn id="22" idx="3"/>
          </p:cNvCxnSpPr>
          <p:nvPr/>
        </p:nvCxnSpPr>
        <p:spPr>
          <a:xfrm flipH="1">
            <a:off x="5316262" y="1784846"/>
            <a:ext cx="64337" cy="1079533"/>
          </a:xfrm>
          <a:prstGeom prst="line">
            <a:avLst/>
          </a:prstGeom>
          <a:ln>
            <a:solidFill>
              <a:schemeClr val="tx1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66" name="직선 연결선 65">
            <a:extLst>
              <a:ext uri="{FF2B5EF4-FFF2-40B4-BE49-F238E27FC236}">
                <a16:creationId xmlns:a16="http://schemas.microsoft.com/office/drawing/2014/main" id="{EAA49B9F-D148-FB8F-E483-029AEA8A384E}"/>
              </a:ext>
            </a:extLst>
          </p:cNvPr>
          <p:cNvCxnSpPr>
            <a:cxnSpLocks/>
            <a:stCxn id="97" idx="4"/>
            <a:endCxn id="21" idx="1"/>
          </p:cNvCxnSpPr>
          <p:nvPr/>
        </p:nvCxnSpPr>
        <p:spPr>
          <a:xfrm flipH="1">
            <a:off x="6036868" y="1280774"/>
            <a:ext cx="265075" cy="1292505"/>
          </a:xfrm>
          <a:prstGeom prst="line">
            <a:avLst/>
          </a:prstGeom>
          <a:ln>
            <a:solidFill>
              <a:schemeClr val="tx1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67" name="직선 연결선 66">
            <a:extLst>
              <a:ext uri="{FF2B5EF4-FFF2-40B4-BE49-F238E27FC236}">
                <a16:creationId xmlns:a16="http://schemas.microsoft.com/office/drawing/2014/main" id="{34A13F68-EDDE-4AF2-0F3E-2D42D5EF6735}"/>
              </a:ext>
            </a:extLst>
          </p:cNvPr>
          <p:cNvCxnSpPr>
            <a:cxnSpLocks/>
            <a:stCxn id="95" idx="4"/>
            <a:endCxn id="21" idx="7"/>
          </p:cNvCxnSpPr>
          <p:nvPr/>
        </p:nvCxnSpPr>
        <p:spPr>
          <a:xfrm flipH="1">
            <a:off x="6222760" y="1412464"/>
            <a:ext cx="700357" cy="1160815"/>
          </a:xfrm>
          <a:prstGeom prst="line">
            <a:avLst/>
          </a:prstGeom>
          <a:ln>
            <a:solidFill>
              <a:schemeClr val="tx1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85" name="타원 84">
            <a:extLst>
              <a:ext uri="{FF2B5EF4-FFF2-40B4-BE49-F238E27FC236}">
                <a16:creationId xmlns:a16="http://schemas.microsoft.com/office/drawing/2014/main" id="{C195CA8E-7527-C394-57AF-5852531BC2CD}"/>
              </a:ext>
            </a:extLst>
          </p:cNvPr>
          <p:cNvSpPr/>
          <p:nvPr/>
        </p:nvSpPr>
        <p:spPr>
          <a:xfrm>
            <a:off x="5139661" y="1302971"/>
            <a:ext cx="481875" cy="481875"/>
          </a:xfrm>
          <a:prstGeom prst="ellipse">
            <a:avLst/>
          </a:prstGeom>
          <a:solidFill>
            <a:srgbClr val="00B0F0"/>
          </a:solidFill>
          <a:ln>
            <a:solidFill>
              <a:schemeClr val="tx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ko-KR" sz="5000" b="1" dirty="0">
                <a:latin typeface="+mj-ea"/>
                <a:ea typeface="+mj-ea"/>
              </a:rPr>
              <a:t>-</a:t>
            </a:r>
            <a:endParaRPr lang="ko-KR" altLang="en-US" sz="5000" b="1" dirty="0">
              <a:latin typeface="+mj-ea"/>
              <a:ea typeface="+mj-ea"/>
            </a:endParaRPr>
          </a:p>
        </p:txBody>
      </p:sp>
      <p:sp>
        <p:nvSpPr>
          <p:cNvPr id="88" name="타원 87">
            <a:extLst>
              <a:ext uri="{FF2B5EF4-FFF2-40B4-BE49-F238E27FC236}">
                <a16:creationId xmlns:a16="http://schemas.microsoft.com/office/drawing/2014/main" id="{0049DEE4-9C0B-41E2-3FF0-E06CD5F19E5F}"/>
              </a:ext>
            </a:extLst>
          </p:cNvPr>
          <p:cNvSpPr/>
          <p:nvPr/>
        </p:nvSpPr>
        <p:spPr>
          <a:xfrm>
            <a:off x="4533433" y="1445151"/>
            <a:ext cx="481875" cy="481875"/>
          </a:xfrm>
          <a:prstGeom prst="ellipse">
            <a:avLst/>
          </a:prstGeom>
          <a:solidFill>
            <a:srgbClr val="FF0000"/>
          </a:solidFill>
          <a:ln>
            <a:solidFill>
              <a:schemeClr val="tx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ko-KR" sz="5000" b="1" dirty="0">
                <a:latin typeface="+mj-ea"/>
                <a:ea typeface="+mj-ea"/>
              </a:rPr>
              <a:t>+</a:t>
            </a:r>
            <a:endParaRPr lang="ko-KR" altLang="en-US" sz="5000" b="1" dirty="0">
              <a:latin typeface="+mj-ea"/>
              <a:ea typeface="+mj-ea"/>
            </a:endParaRPr>
          </a:p>
        </p:txBody>
      </p:sp>
      <p:sp>
        <p:nvSpPr>
          <p:cNvPr id="95" name="타원 94">
            <a:extLst>
              <a:ext uri="{FF2B5EF4-FFF2-40B4-BE49-F238E27FC236}">
                <a16:creationId xmlns:a16="http://schemas.microsoft.com/office/drawing/2014/main" id="{C8E72143-7985-C725-B64A-CB6BC9978224}"/>
              </a:ext>
            </a:extLst>
          </p:cNvPr>
          <p:cNvSpPr/>
          <p:nvPr/>
        </p:nvSpPr>
        <p:spPr>
          <a:xfrm>
            <a:off x="6682179" y="930589"/>
            <a:ext cx="481875" cy="481875"/>
          </a:xfrm>
          <a:prstGeom prst="ellipse">
            <a:avLst/>
          </a:prstGeom>
          <a:solidFill>
            <a:srgbClr val="00B0F0"/>
          </a:solidFill>
          <a:ln>
            <a:solidFill>
              <a:schemeClr val="tx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ko-KR" sz="5000" b="1" dirty="0">
                <a:latin typeface="+mj-ea"/>
                <a:ea typeface="+mj-ea"/>
              </a:rPr>
              <a:t>-</a:t>
            </a:r>
            <a:endParaRPr lang="ko-KR" altLang="en-US" sz="5000" b="1" dirty="0">
              <a:latin typeface="+mj-ea"/>
              <a:ea typeface="+mj-ea"/>
            </a:endParaRPr>
          </a:p>
        </p:txBody>
      </p:sp>
      <p:sp>
        <p:nvSpPr>
          <p:cNvPr id="97" name="타원 96">
            <a:extLst>
              <a:ext uri="{FF2B5EF4-FFF2-40B4-BE49-F238E27FC236}">
                <a16:creationId xmlns:a16="http://schemas.microsoft.com/office/drawing/2014/main" id="{3D4FFFD5-E818-1FFD-C492-0B8C2AAFD7BE}"/>
              </a:ext>
            </a:extLst>
          </p:cNvPr>
          <p:cNvSpPr/>
          <p:nvPr/>
        </p:nvSpPr>
        <p:spPr>
          <a:xfrm>
            <a:off x="6061005" y="798899"/>
            <a:ext cx="481875" cy="481875"/>
          </a:xfrm>
          <a:prstGeom prst="ellipse">
            <a:avLst/>
          </a:prstGeom>
          <a:solidFill>
            <a:srgbClr val="FF0000"/>
          </a:solidFill>
          <a:ln>
            <a:solidFill>
              <a:schemeClr val="tx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ko-KR" sz="5000" b="1" dirty="0">
                <a:latin typeface="+mj-ea"/>
                <a:ea typeface="+mj-ea"/>
              </a:rPr>
              <a:t>+</a:t>
            </a:r>
            <a:endParaRPr lang="ko-KR" altLang="en-US" sz="5000" b="1" dirty="0">
              <a:latin typeface="+mj-ea"/>
              <a:ea typeface="+mj-ea"/>
            </a:endParaRPr>
          </a:p>
        </p:txBody>
      </p:sp>
      <p:sp>
        <p:nvSpPr>
          <p:cNvPr id="124" name="순서도: 병합 123">
            <a:extLst>
              <a:ext uri="{FF2B5EF4-FFF2-40B4-BE49-F238E27FC236}">
                <a16:creationId xmlns:a16="http://schemas.microsoft.com/office/drawing/2014/main" id="{1FF5724B-0F94-4A93-F922-AB68B4FC80AD}"/>
              </a:ext>
            </a:extLst>
          </p:cNvPr>
          <p:cNvSpPr/>
          <p:nvPr/>
        </p:nvSpPr>
        <p:spPr>
          <a:xfrm>
            <a:off x="4122040" y="2456883"/>
            <a:ext cx="297543" cy="558800"/>
          </a:xfrm>
          <a:prstGeom prst="flowChartMerge">
            <a:avLst/>
          </a:prstGeom>
          <a:solidFill>
            <a:schemeClr val="accent6"/>
          </a:solidFill>
          <a:ln>
            <a:solidFill>
              <a:schemeClr val="tx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125" name="순서도: 병합 124">
            <a:extLst>
              <a:ext uri="{FF2B5EF4-FFF2-40B4-BE49-F238E27FC236}">
                <a16:creationId xmlns:a16="http://schemas.microsoft.com/office/drawing/2014/main" id="{4AF38A82-5829-519F-04FC-4E6E7E99E261}"/>
              </a:ext>
            </a:extLst>
          </p:cNvPr>
          <p:cNvSpPr/>
          <p:nvPr/>
        </p:nvSpPr>
        <p:spPr>
          <a:xfrm>
            <a:off x="3583559" y="2456883"/>
            <a:ext cx="297543" cy="558800"/>
          </a:xfrm>
          <a:prstGeom prst="flowChartMerge">
            <a:avLst/>
          </a:prstGeom>
          <a:solidFill>
            <a:schemeClr val="accent6"/>
          </a:solidFill>
          <a:ln>
            <a:solidFill>
              <a:schemeClr val="tx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126" name="순서도: 병합 125">
            <a:extLst>
              <a:ext uri="{FF2B5EF4-FFF2-40B4-BE49-F238E27FC236}">
                <a16:creationId xmlns:a16="http://schemas.microsoft.com/office/drawing/2014/main" id="{08C85E39-823B-EC2D-7FDD-62CB1E84F622}"/>
              </a:ext>
            </a:extLst>
          </p:cNvPr>
          <p:cNvSpPr/>
          <p:nvPr/>
        </p:nvSpPr>
        <p:spPr>
          <a:xfrm>
            <a:off x="2491490" y="2456883"/>
            <a:ext cx="297543" cy="558800"/>
          </a:xfrm>
          <a:prstGeom prst="flowChartMerge">
            <a:avLst/>
          </a:prstGeom>
          <a:solidFill>
            <a:schemeClr val="accent6"/>
          </a:solidFill>
          <a:ln>
            <a:solidFill>
              <a:schemeClr val="tx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 dirty="0"/>
          </a:p>
        </p:txBody>
      </p:sp>
      <p:sp>
        <p:nvSpPr>
          <p:cNvPr id="127" name="순서도: 병합 126">
            <a:extLst>
              <a:ext uri="{FF2B5EF4-FFF2-40B4-BE49-F238E27FC236}">
                <a16:creationId xmlns:a16="http://schemas.microsoft.com/office/drawing/2014/main" id="{9D3AEF4F-F523-A643-D964-204BBA95628C}"/>
              </a:ext>
            </a:extLst>
          </p:cNvPr>
          <p:cNvSpPr/>
          <p:nvPr/>
        </p:nvSpPr>
        <p:spPr>
          <a:xfrm>
            <a:off x="1942917" y="2456883"/>
            <a:ext cx="297543" cy="558800"/>
          </a:xfrm>
          <a:prstGeom prst="flowChartMerge">
            <a:avLst/>
          </a:prstGeom>
          <a:solidFill>
            <a:schemeClr val="accent6"/>
          </a:solidFill>
          <a:ln>
            <a:solidFill>
              <a:schemeClr val="tx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128" name="순서도: 병합 127">
            <a:extLst>
              <a:ext uri="{FF2B5EF4-FFF2-40B4-BE49-F238E27FC236}">
                <a16:creationId xmlns:a16="http://schemas.microsoft.com/office/drawing/2014/main" id="{1E68B2CE-D68A-9638-44E4-1FCBDD0C30FD}"/>
              </a:ext>
            </a:extLst>
          </p:cNvPr>
          <p:cNvSpPr/>
          <p:nvPr/>
        </p:nvSpPr>
        <p:spPr>
          <a:xfrm>
            <a:off x="3040063" y="2456883"/>
            <a:ext cx="297543" cy="558800"/>
          </a:xfrm>
          <a:prstGeom prst="flowChartMerge">
            <a:avLst/>
          </a:prstGeom>
          <a:solidFill>
            <a:schemeClr val="accent6"/>
          </a:solidFill>
          <a:ln>
            <a:solidFill>
              <a:schemeClr val="tx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130" name="다이아몬드 129">
            <a:extLst>
              <a:ext uri="{FF2B5EF4-FFF2-40B4-BE49-F238E27FC236}">
                <a16:creationId xmlns:a16="http://schemas.microsoft.com/office/drawing/2014/main" id="{D4FAC8B9-4BE4-7D03-2E35-DD3ED32FBD0B}"/>
              </a:ext>
            </a:extLst>
          </p:cNvPr>
          <p:cNvSpPr/>
          <p:nvPr/>
        </p:nvSpPr>
        <p:spPr>
          <a:xfrm>
            <a:off x="83740" y="1891554"/>
            <a:ext cx="1756079" cy="1756079"/>
          </a:xfrm>
          <a:prstGeom prst="diamond">
            <a:avLst/>
          </a:prstGeom>
          <a:solidFill>
            <a:srgbClr val="0070C0"/>
          </a:solidFill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ko-KR" sz="5000" dirty="0"/>
              <a:t>AI</a:t>
            </a:r>
            <a:endParaRPr lang="ko-KR" altLang="en-US" sz="5000" dirty="0"/>
          </a:p>
        </p:txBody>
      </p:sp>
    </p:spTree>
    <p:extLst>
      <p:ext uri="{BB962C8B-B14F-4D97-AF65-F5344CB8AC3E}">
        <p14:creationId xmlns:p14="http://schemas.microsoft.com/office/powerpoint/2010/main" val="1658601016"/>
      </p:ext>
    </p:extLst>
  </p:cSld>
  <p:clrMapOvr>
    <a:masterClrMapping/>
  </p:clrMapOvr>
  <mc:AlternateContent xmlns:mc="http://schemas.openxmlformats.org/markup-compatibility/2006">
    <mc:Choice xmlns:p159="http://schemas.microsoft.com/office/powerpoint/2015/09/main" Requires="p159">
      <p:transition xmlns:p14="http://schemas.microsoft.com/office/powerpoint/2010/main" spd="med" p14:dur="700">
        <p159:morph option="byObject"/>
      </p:transition>
    </mc:Choice>
    <mc:Fallback>
      <p:transition spd="med">
        <p:fade/>
      </p:transition>
    </mc:Fallback>
  </mc:AlternateContent>
</p:sld>
</file>

<file path=ppt/slides/slide3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tx1">
            <a:lumMod val="85000"/>
            <a:lumOff val="15000"/>
          </a:schemeClr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885140E0-D0F2-ABB3-3BE1-F30405E117E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" name="타원 17">
            <a:extLst>
              <a:ext uri="{FF2B5EF4-FFF2-40B4-BE49-F238E27FC236}">
                <a16:creationId xmlns:a16="http://schemas.microsoft.com/office/drawing/2014/main" id="{2B8D1673-64C7-FCD3-CEBE-3D62EA3CEE16}"/>
              </a:ext>
            </a:extLst>
          </p:cNvPr>
          <p:cNvSpPr/>
          <p:nvPr/>
        </p:nvSpPr>
        <p:spPr>
          <a:xfrm>
            <a:off x="5469732" y="3592116"/>
            <a:ext cx="303609" cy="303609"/>
          </a:xfrm>
          <a:prstGeom prst="ellipse">
            <a:avLst/>
          </a:prstGeom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19" name="타원 18">
            <a:extLst>
              <a:ext uri="{FF2B5EF4-FFF2-40B4-BE49-F238E27FC236}">
                <a16:creationId xmlns:a16="http://schemas.microsoft.com/office/drawing/2014/main" id="{0BB71AC5-8938-3911-0447-561E60ED9FA1}"/>
              </a:ext>
            </a:extLst>
          </p:cNvPr>
          <p:cNvSpPr/>
          <p:nvPr/>
        </p:nvSpPr>
        <p:spPr>
          <a:xfrm>
            <a:off x="6329362" y="3182780"/>
            <a:ext cx="262890" cy="262890"/>
          </a:xfrm>
          <a:prstGeom prst="ellipse">
            <a:avLst/>
          </a:prstGeom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20" name="타원 19">
            <a:extLst>
              <a:ext uri="{FF2B5EF4-FFF2-40B4-BE49-F238E27FC236}">
                <a16:creationId xmlns:a16="http://schemas.microsoft.com/office/drawing/2014/main" id="{6FAF131D-819F-99FD-F7F8-F1F7E6FA4E5D}"/>
              </a:ext>
            </a:extLst>
          </p:cNvPr>
          <p:cNvSpPr/>
          <p:nvPr/>
        </p:nvSpPr>
        <p:spPr>
          <a:xfrm>
            <a:off x="6839886" y="3044192"/>
            <a:ext cx="291466" cy="291466"/>
          </a:xfrm>
          <a:prstGeom prst="ellipse">
            <a:avLst/>
          </a:prstGeom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21" name="타원 20">
            <a:extLst>
              <a:ext uri="{FF2B5EF4-FFF2-40B4-BE49-F238E27FC236}">
                <a16:creationId xmlns:a16="http://schemas.microsoft.com/office/drawing/2014/main" id="{6E415F44-1AE8-0E79-D9BA-34015A0496B3}"/>
              </a:ext>
            </a:extLst>
          </p:cNvPr>
          <p:cNvSpPr/>
          <p:nvPr/>
        </p:nvSpPr>
        <p:spPr>
          <a:xfrm>
            <a:off x="5998369" y="2534780"/>
            <a:ext cx="262890" cy="262890"/>
          </a:xfrm>
          <a:prstGeom prst="ellipse">
            <a:avLst/>
          </a:prstGeom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22" name="타원 21">
            <a:extLst>
              <a:ext uri="{FF2B5EF4-FFF2-40B4-BE49-F238E27FC236}">
                <a16:creationId xmlns:a16="http://schemas.microsoft.com/office/drawing/2014/main" id="{25BED8CA-7122-1E8E-66C7-F07A0CA69218}"/>
              </a:ext>
            </a:extLst>
          </p:cNvPr>
          <p:cNvSpPr/>
          <p:nvPr/>
        </p:nvSpPr>
        <p:spPr>
          <a:xfrm>
            <a:off x="5277763" y="2639988"/>
            <a:ext cx="262890" cy="262890"/>
          </a:xfrm>
          <a:prstGeom prst="ellipse">
            <a:avLst/>
          </a:prstGeom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3" name="TextBox 2">
                <a:extLst>
                  <a:ext uri="{FF2B5EF4-FFF2-40B4-BE49-F238E27FC236}">
                    <a16:creationId xmlns:a16="http://schemas.microsoft.com/office/drawing/2014/main" id="{F7DC7ED3-1453-F244-D0BB-B592691A16A2}"/>
                  </a:ext>
                </a:extLst>
              </p:cNvPr>
              <p:cNvSpPr txBox="1"/>
              <p:nvPr/>
            </p:nvSpPr>
            <p:spPr>
              <a:xfrm>
                <a:off x="658368" y="384048"/>
                <a:ext cx="3508140" cy="523220"/>
              </a:xfrm>
              <a:prstGeom prst="rect">
                <a:avLst/>
              </a:prstGeom>
              <a:noFill/>
            </p:spPr>
            <p:txBody>
              <a:bodyPr wrap="none">
                <a:spAutoFit/>
              </a:bodyPr>
              <a:lstStyle/>
              <a:p>
                <a:pPr lvl="0" defTabSz="457200" latinLnBrk="0">
                  <a:defRPr sz="2800" b="1">
                    <a:solidFill>
                      <a:srgbClr val="18233A"/>
                    </a:solidFill>
                  </a:defRPr>
                </a:pPr>
                <a:r>
                  <a:rPr kumimoji="0" lang="en-US" altLang="ko-KR" sz="2800" b="1" i="0" u="none" strike="noStrike" kern="1200" cap="none" spc="0" normalizeH="0" baseline="0" noProof="0" dirty="0">
                    <a:ln>
                      <a:noFill/>
                    </a:ln>
                    <a:solidFill>
                      <a:srgbClr val="F8F9FC"/>
                    </a:solidFill>
                    <a:effectLst/>
                    <a:uLnTx/>
                    <a:uFillTx/>
                    <a:latin typeface="+mj-ea"/>
                    <a:ea typeface="+mj-ea"/>
                  </a:rPr>
                  <a:t>AI</a:t>
                </a:r>
                <a:r>
                  <a:rPr lang="en-US" altLang="ko-KR" sz="2800" b="1" dirty="0">
                    <a:solidFill>
                      <a:srgbClr val="F8F9FC"/>
                    </a:solidFill>
                    <a:latin typeface="+mj-ea"/>
                    <a:ea typeface="+mj-ea"/>
                  </a:rPr>
                  <a:t> 2</a:t>
                </a:r>
                <a:r>
                  <a:rPr kumimoji="0" lang="en-US" altLang="ko-KR" sz="2800" b="1" i="0" u="none" strike="noStrike" kern="1200" cap="none" spc="0" normalizeH="0" baseline="0" noProof="0" dirty="0">
                    <a:ln>
                      <a:noFill/>
                    </a:ln>
                    <a:solidFill>
                      <a:srgbClr val="F8F9FC"/>
                    </a:solidFill>
                    <a:effectLst/>
                    <a:uLnTx/>
                    <a:uFillTx/>
                    <a:latin typeface="+mj-ea"/>
                    <a:ea typeface="+mj-ea"/>
                  </a:rPr>
                  <a:t>)</a:t>
                </a:r>
                <a:r>
                  <a:rPr lang="en-US" altLang="ko-KR" sz="2800" dirty="0">
                    <a:solidFill>
                      <a:srgbClr val="F8F9FC"/>
                    </a:solidFill>
                    <a:latin typeface="+mj-ea"/>
                    <a:ea typeface="+mj-ea"/>
                  </a:rPr>
                  <a:t>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ko-KR" altLang="ar-AE" sz="2800" b="1" i="1" smtClean="0">
                            <a:solidFill>
                              <a:srgbClr val="F8F9FC"/>
                            </a:solidFill>
                            <a:latin typeface="Cambria Math" panose="02040503050406030204" pitchFamily="18" charset="0"/>
                            <a:ea typeface="+mj-ea"/>
                          </a:rPr>
                        </m:ctrlPr>
                      </m:sSubPr>
                      <m:e>
                        <m:r>
                          <a:rPr lang="ko-KR" altLang="ar-AE" sz="2800" b="1" i="1" smtClean="0">
                            <a:solidFill>
                              <a:srgbClr val="F8F9FC"/>
                            </a:solidFill>
                            <a:latin typeface="Cambria Math" panose="02040503050406030204" pitchFamily="18" charset="0"/>
                            <a:ea typeface="+mj-ea"/>
                          </a:rPr>
                          <m:t>𝒈</m:t>
                        </m:r>
                      </m:e>
                      <m:sub>
                        <m:r>
                          <a:rPr lang="ko-KR" altLang="ar-AE" sz="2800" b="1" i="1" smtClean="0">
                            <a:solidFill>
                              <a:srgbClr val="F8F9FC"/>
                            </a:solidFill>
                            <a:latin typeface="Cambria Math" panose="02040503050406030204" pitchFamily="18" charset="0"/>
                            <a:ea typeface="+mj-ea"/>
                          </a:rPr>
                          <m:t>𝟎𝟓</m:t>
                        </m:r>
                      </m:sub>
                    </m:sSub>
                  </m:oMath>
                </a14:m>
                <a:r>
                  <a:rPr kumimoji="0" lang="ar-AE" altLang="ko-KR" sz="2800" b="1" i="0" u="none" strike="noStrike" kern="1200" cap="none" spc="0" normalizeH="0" baseline="0" noProof="0" dirty="0">
                    <a:ln>
                      <a:noFill/>
                    </a:ln>
                    <a:solidFill>
                      <a:srgbClr val="F8F9FC"/>
                    </a:solidFill>
                    <a:effectLst/>
                    <a:uLnTx/>
                    <a:uFillTx/>
                    <a:latin typeface="+mj-ea"/>
                    <a:ea typeface="+mj-ea"/>
                  </a:rPr>
                  <a:t>-</a:t>
                </a:r>
                <a:r>
                  <a:rPr kumimoji="0" lang="en-US" altLang="ko-KR" sz="2800" b="1" i="0" u="none" strike="noStrike" kern="1200" cap="none" spc="0" normalizeH="0" baseline="0" noProof="0" dirty="0">
                    <a:ln>
                      <a:noFill/>
                    </a:ln>
                    <a:solidFill>
                      <a:srgbClr val="F8F9FC"/>
                    </a:solidFill>
                    <a:effectLst/>
                    <a:uLnTx/>
                    <a:uFillTx/>
                    <a:latin typeface="+mj-ea"/>
                    <a:ea typeface="+mj-ea"/>
                  </a:rPr>
                  <a:t>CNN </a:t>
                </a:r>
                <a:r>
                  <a:rPr lang="ko-KR" altLang="en-US" sz="2800" b="1" dirty="0">
                    <a:solidFill>
                      <a:srgbClr val="F8F9FC"/>
                    </a:solidFill>
                    <a:latin typeface="+mj-ea"/>
                    <a:ea typeface="+mj-ea"/>
                  </a:rPr>
                  <a:t>결합</a:t>
                </a:r>
                <a:endParaRPr kumimoji="0" lang="ko-KR" altLang="en-US" sz="2800" b="1" i="0" u="none" strike="noStrike" kern="1200" cap="none" spc="0" normalizeH="0" baseline="0" noProof="0" dirty="0">
                  <a:ln>
                    <a:noFill/>
                  </a:ln>
                  <a:solidFill>
                    <a:srgbClr val="F8F9FC"/>
                  </a:solidFill>
                  <a:effectLst/>
                  <a:uLnTx/>
                  <a:uFillTx/>
                  <a:latin typeface="+mj-ea"/>
                  <a:ea typeface="+mj-ea"/>
                </a:endParaRPr>
              </a:p>
            </p:txBody>
          </p:sp>
        </mc:Choice>
        <mc:Fallback xmlns="">
          <p:sp>
            <p:nvSpPr>
              <p:cNvPr id="3" name="TextBox 2">
                <a:extLst>
                  <a:ext uri="{FF2B5EF4-FFF2-40B4-BE49-F238E27FC236}">
                    <a16:creationId xmlns:a16="http://schemas.microsoft.com/office/drawing/2014/main" id="{F7DC7ED3-1453-F244-D0BB-B592691A16A2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658368" y="384048"/>
                <a:ext cx="3508140" cy="523220"/>
              </a:xfrm>
              <a:prstGeom prst="rect">
                <a:avLst/>
              </a:prstGeom>
              <a:blipFill>
                <a:blip r:embed="rId3"/>
                <a:stretch>
                  <a:fillRect l="-3478" t="-11628" r="-1739" b="-31395"/>
                </a:stretch>
              </a:blipFill>
            </p:spPr>
            <p:txBody>
              <a:bodyPr/>
              <a:lstStyle/>
              <a:p>
                <a:r>
                  <a:rPr lang="ko-KR" alt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6" name="Rectangle 5">
            <a:extLst>
              <a:ext uri="{FF2B5EF4-FFF2-40B4-BE49-F238E27FC236}">
                <a16:creationId xmlns:a16="http://schemas.microsoft.com/office/drawing/2014/main" id="{35BEAD56-A97B-7F88-D31D-6A1855AD36B9}"/>
              </a:ext>
            </a:extLst>
          </p:cNvPr>
          <p:cNvSpPr/>
          <p:nvPr/>
        </p:nvSpPr>
        <p:spPr>
          <a:xfrm>
            <a:off x="676656" y="1353312"/>
            <a:ext cx="566928" cy="41148"/>
          </a:xfrm>
          <a:prstGeom prst="rect">
            <a:avLst/>
          </a:prstGeom>
          <a:solidFill>
            <a:srgbClr val="315EB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Calibri"/>
              <a:ea typeface="+mn-ea"/>
              <a:cs typeface="+mn-cs"/>
            </a:endParaRPr>
          </a:p>
        </p:txBody>
      </p:sp>
      <p:pic>
        <p:nvPicPr>
          <p:cNvPr id="96" name="그림 95">
            <a:extLst>
              <a:ext uri="{FF2B5EF4-FFF2-40B4-BE49-F238E27FC236}">
                <a16:creationId xmlns:a16="http://schemas.microsoft.com/office/drawing/2014/main" id="{3C7C3D81-F114-B722-B80A-E38F1DB63FF6}"/>
              </a:ext>
            </a:extLst>
          </p:cNvPr>
          <p:cNvPicPr>
            <a:picLocks noChangeAspect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3389039" y="1012769"/>
            <a:ext cx="5413921" cy="5502331"/>
          </a:xfrm>
          <a:prstGeom prst="rect">
            <a:avLst/>
          </a:prstGeom>
          <a:scene3d>
            <a:camera prst="orthographicFront">
              <a:rot lat="16199998" lon="0" rev="0"/>
            </a:camera>
            <a:lightRig rig="threePt" dir="t"/>
          </a:scene3d>
        </p:spPr>
      </p:pic>
      <mc:AlternateContent xmlns:mc="http://schemas.openxmlformats.org/markup-compatibility/2006">
        <mc:Choice xmlns:am3d="http://schemas.microsoft.com/office/drawing/2017/model3d" Requires="am3d">
          <p:graphicFrame>
            <p:nvGraphicFramePr>
              <p:cNvPr id="4" name="3D 모델 3">
                <a:extLst>
                  <a:ext uri="{FF2B5EF4-FFF2-40B4-BE49-F238E27FC236}">
                    <a16:creationId xmlns:a16="http://schemas.microsoft.com/office/drawing/2014/main" id="{A7EA5119-695F-F785-EF79-916EC7ED5256}"/>
                  </a:ext>
                </a:extLst>
              </p:cNvPr>
              <p:cNvGraphicFramePr>
                <a:graphicFrameLocks noChangeAspect="1"/>
              </p:cNvGraphicFramePr>
              <p:nvPr/>
            </p:nvGraphicFramePr>
            <p:xfrm>
              <a:off x="3110442" y="1543909"/>
              <a:ext cx="5971101" cy="4440049"/>
            </p:xfrm>
            <a:graphic>
              <a:graphicData uri="http://schemas.microsoft.com/office/drawing/2017/model3d">
                <am3d:model3d r:embed="rId5">
                  <am3d:spPr>
                    <a:xfrm>
                      <a:off x="0" y="0"/>
                      <a:ext cx="5971101" cy="4440049"/>
                    </a:xfrm>
                    <a:prstGeom prst="rect">
                      <a:avLst/>
                    </a:prstGeom>
                  </am3d:spPr>
                  <am3d:camera>
                    <am3d:pos x="0" y="0" z="81298810"/>
                    <am3d:up dx="0" dy="36000000" dz="0"/>
                    <am3d:lookAt x="0" y="0" z="0"/>
                    <am3d:perspective fov="2700000"/>
                  </am3d:camera>
                  <am3d:trans>
                    <am3d:meterPerModelUnit n="153134" d="1000000"/>
                    <am3d:preTrans dx="-1171956" dy="-1196886" dz="1117802"/>
                    <am3d:scale>
                      <am3d:sx n="1000000" d="1000000"/>
                      <am3d:sy n="1000000" d="1000000"/>
                      <am3d:sz n="1000000" d="1000000"/>
                    </am3d:scale>
                    <am3d:rot ax="1453115" ay="1797091" az="759428"/>
                    <am3d:postTrans dx="0" dy="0" dz="0"/>
                  </am3d:trans>
                  <am3d:raster rName="Office3DRenderer" rVer="16.0.8326">
                    <am3d:blip r:embed="rId6"/>
                  </am3d:raster>
                  <am3d:objViewport viewportSz="8304165"/>
                  <am3d:ambientLight>
                    <am3d:clr>
                      <a:scrgbClr r="50000" g="50000" b="50000"/>
                    </am3d:clr>
                    <am3d:illuminance n="500000" d="1000000"/>
                  </am3d:ambientLight>
                  <am3d:ptLight rad="0">
                    <am3d:clr>
                      <a:scrgbClr r="100000" g="75000" b="50000"/>
                    </am3d:clr>
                    <am3d:intensity n="9765625" d="1000000"/>
                    <am3d:pos x="21959998" y="70920001" z="16344003"/>
                  </am3d:ptLight>
                  <am3d:ptLight rad="0">
                    <am3d:clr>
                      <a:scrgbClr r="40000" g="60000" b="95000"/>
                    </am3d:clr>
                    <am3d:intensity n="12250000" d="1000000"/>
                    <am3d:pos x="-37964106" y="51130435" z="57631972"/>
                  </am3d:ptLight>
                  <am3d:ptLight rad="0">
                    <am3d:clr>
                      <a:scrgbClr r="86837" g="72700" b="100000"/>
                    </am3d:clr>
                    <am3d:intensity n="3125000" d="1000000"/>
                    <am3d:pos x="-37739122" y="58056624" z="-34769649"/>
                  </am3d:ptLight>
                </am3d:model3d>
              </a:graphicData>
            </a:graphic>
          </p:graphicFrame>
        </mc:Choice>
        <mc:Fallback>
          <p:pic>
            <p:nvPicPr>
              <p:cNvPr id="4" name="3D 모델 3">
                <a:extLst>
                  <a:ext uri="{FF2B5EF4-FFF2-40B4-BE49-F238E27FC236}">
                    <a16:creationId xmlns:a16="http://schemas.microsoft.com/office/drawing/2014/main" id="{A7EA5119-695F-F785-EF79-916EC7ED5256}"/>
                  </a:ext>
                </a:extLst>
              </p:cNvPr>
              <p:cNvPicPr>
                <a:picLocks noGrp="1" noRot="1" noChangeAspect="1" noMove="1" noResize="1" noEditPoints="1" noAdjustHandles="1" noChangeArrowheads="1" noChangeShapeType="1" noCrop="1"/>
              </p:cNvPicPr>
              <p:nvPr/>
            </p:nvPicPr>
            <p:blipFill>
              <a:blip r:embed="rId6"/>
              <a:stretch>
                <a:fillRect/>
              </a:stretch>
            </p:blipFill>
            <p:spPr>
              <a:xfrm>
                <a:off x="3110442" y="1543909"/>
                <a:ext cx="5971101" cy="4440049"/>
              </a:xfrm>
              <a:prstGeom prst="rect">
                <a:avLst/>
              </a:prstGeom>
            </p:spPr>
          </p:pic>
        </mc:Fallback>
      </mc:AlternateContent>
      <p:sp>
        <p:nvSpPr>
          <p:cNvPr id="2" name="타원 1">
            <a:extLst>
              <a:ext uri="{FF2B5EF4-FFF2-40B4-BE49-F238E27FC236}">
                <a16:creationId xmlns:a16="http://schemas.microsoft.com/office/drawing/2014/main" id="{7E8C0931-F55C-8B6E-F99C-8CAE6B40DDFF}"/>
              </a:ext>
            </a:extLst>
          </p:cNvPr>
          <p:cNvSpPr/>
          <p:nvPr/>
        </p:nvSpPr>
        <p:spPr>
          <a:xfrm>
            <a:off x="4964906" y="4692116"/>
            <a:ext cx="481875" cy="481875"/>
          </a:xfrm>
          <a:prstGeom prst="ellipse">
            <a:avLst/>
          </a:prstGeom>
          <a:solidFill>
            <a:srgbClr val="FF0000"/>
          </a:solidFill>
          <a:ln>
            <a:solidFill>
              <a:schemeClr val="tx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ko-KR" sz="5000" b="1" dirty="0">
                <a:latin typeface="+mj-ea"/>
                <a:ea typeface="+mj-ea"/>
              </a:rPr>
              <a:t>+</a:t>
            </a:r>
            <a:endParaRPr lang="ko-KR" altLang="en-US" sz="5000" b="1" dirty="0">
              <a:latin typeface="+mj-ea"/>
              <a:ea typeface="+mj-ea"/>
            </a:endParaRPr>
          </a:p>
        </p:txBody>
      </p:sp>
      <p:sp>
        <p:nvSpPr>
          <p:cNvPr id="5" name="타원 4">
            <a:extLst>
              <a:ext uri="{FF2B5EF4-FFF2-40B4-BE49-F238E27FC236}">
                <a16:creationId xmlns:a16="http://schemas.microsoft.com/office/drawing/2014/main" id="{2C3C242D-CE90-34C7-3DB7-725CDFAE915B}"/>
              </a:ext>
            </a:extLst>
          </p:cNvPr>
          <p:cNvSpPr/>
          <p:nvPr/>
        </p:nvSpPr>
        <p:spPr>
          <a:xfrm>
            <a:off x="5722143" y="4692116"/>
            <a:ext cx="481875" cy="481875"/>
          </a:xfrm>
          <a:prstGeom prst="ellipse">
            <a:avLst/>
          </a:prstGeom>
          <a:solidFill>
            <a:srgbClr val="00B0F0"/>
          </a:solidFill>
          <a:ln>
            <a:solidFill>
              <a:schemeClr val="tx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ko-KR" sz="5000" b="1" dirty="0">
                <a:latin typeface="+mj-ea"/>
                <a:ea typeface="+mj-ea"/>
              </a:rPr>
              <a:t>-</a:t>
            </a:r>
            <a:endParaRPr lang="ko-KR" altLang="en-US" sz="5000" b="1" dirty="0">
              <a:latin typeface="+mj-ea"/>
              <a:ea typeface="+mj-ea"/>
            </a:endParaRPr>
          </a:p>
        </p:txBody>
      </p:sp>
      <p:cxnSp>
        <p:nvCxnSpPr>
          <p:cNvPr id="8" name="직선 연결선 7">
            <a:extLst>
              <a:ext uri="{FF2B5EF4-FFF2-40B4-BE49-F238E27FC236}">
                <a16:creationId xmlns:a16="http://schemas.microsoft.com/office/drawing/2014/main" id="{26FF561E-1A75-B30E-B24D-C04EE3F9C5FB}"/>
              </a:ext>
            </a:extLst>
          </p:cNvPr>
          <p:cNvCxnSpPr>
            <a:cxnSpLocks/>
            <a:stCxn id="2" idx="0"/>
            <a:endCxn id="18" idx="3"/>
          </p:cNvCxnSpPr>
          <p:nvPr/>
        </p:nvCxnSpPr>
        <p:spPr>
          <a:xfrm flipV="1">
            <a:off x="5205844" y="3851262"/>
            <a:ext cx="308351" cy="840854"/>
          </a:xfrm>
          <a:prstGeom prst="line">
            <a:avLst/>
          </a:prstGeom>
          <a:ln>
            <a:solidFill>
              <a:schemeClr val="tx1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3" name="직선 연결선 12">
            <a:extLst>
              <a:ext uri="{FF2B5EF4-FFF2-40B4-BE49-F238E27FC236}">
                <a16:creationId xmlns:a16="http://schemas.microsoft.com/office/drawing/2014/main" id="{9182722A-2905-6B42-E3B2-A21DEE25E5A3}"/>
              </a:ext>
            </a:extLst>
          </p:cNvPr>
          <p:cNvCxnSpPr>
            <a:cxnSpLocks/>
            <a:stCxn id="5" idx="0"/>
            <a:endCxn id="18" idx="5"/>
          </p:cNvCxnSpPr>
          <p:nvPr/>
        </p:nvCxnSpPr>
        <p:spPr>
          <a:xfrm flipH="1" flipV="1">
            <a:off x="5728878" y="3851262"/>
            <a:ext cx="234203" cy="840854"/>
          </a:xfrm>
          <a:prstGeom prst="line">
            <a:avLst/>
          </a:prstGeom>
          <a:ln>
            <a:solidFill>
              <a:schemeClr val="tx1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7" name="타원 26">
            <a:extLst>
              <a:ext uri="{FF2B5EF4-FFF2-40B4-BE49-F238E27FC236}">
                <a16:creationId xmlns:a16="http://schemas.microsoft.com/office/drawing/2014/main" id="{1D49AC39-4138-12FB-B567-051BE093F66B}"/>
              </a:ext>
            </a:extLst>
          </p:cNvPr>
          <p:cNvSpPr/>
          <p:nvPr/>
        </p:nvSpPr>
        <p:spPr>
          <a:xfrm>
            <a:off x="7063824" y="4432970"/>
            <a:ext cx="481875" cy="481875"/>
          </a:xfrm>
          <a:prstGeom prst="ellipse">
            <a:avLst/>
          </a:prstGeom>
          <a:solidFill>
            <a:srgbClr val="FF0000"/>
          </a:solidFill>
          <a:ln>
            <a:solidFill>
              <a:schemeClr val="tx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ko-KR" sz="5000" b="1" dirty="0">
                <a:latin typeface="+mj-ea"/>
                <a:ea typeface="+mj-ea"/>
              </a:rPr>
              <a:t>+</a:t>
            </a:r>
            <a:endParaRPr lang="ko-KR" altLang="en-US" sz="5000" b="1" dirty="0">
              <a:latin typeface="+mj-ea"/>
              <a:ea typeface="+mj-ea"/>
            </a:endParaRPr>
          </a:p>
        </p:txBody>
      </p:sp>
      <p:sp>
        <p:nvSpPr>
          <p:cNvPr id="28" name="타원 27">
            <a:extLst>
              <a:ext uri="{FF2B5EF4-FFF2-40B4-BE49-F238E27FC236}">
                <a16:creationId xmlns:a16="http://schemas.microsoft.com/office/drawing/2014/main" id="{A1FA19CB-8D1C-8E7D-47C2-B41D092B4B45}"/>
              </a:ext>
            </a:extLst>
          </p:cNvPr>
          <p:cNvSpPr/>
          <p:nvPr/>
        </p:nvSpPr>
        <p:spPr>
          <a:xfrm>
            <a:off x="7821061" y="4432970"/>
            <a:ext cx="481875" cy="481875"/>
          </a:xfrm>
          <a:prstGeom prst="ellipse">
            <a:avLst/>
          </a:prstGeom>
          <a:solidFill>
            <a:srgbClr val="00B0F0"/>
          </a:solidFill>
          <a:ln>
            <a:solidFill>
              <a:schemeClr val="tx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ko-KR" sz="5000" b="1" dirty="0">
                <a:latin typeface="+mj-ea"/>
                <a:ea typeface="+mj-ea"/>
              </a:rPr>
              <a:t>-</a:t>
            </a:r>
            <a:endParaRPr lang="ko-KR" altLang="en-US" sz="5000" b="1" dirty="0">
              <a:latin typeface="+mj-ea"/>
              <a:ea typeface="+mj-ea"/>
            </a:endParaRPr>
          </a:p>
        </p:txBody>
      </p:sp>
      <p:cxnSp>
        <p:nvCxnSpPr>
          <p:cNvPr id="29" name="직선 연결선 28">
            <a:extLst>
              <a:ext uri="{FF2B5EF4-FFF2-40B4-BE49-F238E27FC236}">
                <a16:creationId xmlns:a16="http://schemas.microsoft.com/office/drawing/2014/main" id="{5E239F5A-DA91-E820-D5A5-6148F7E27328}"/>
              </a:ext>
            </a:extLst>
          </p:cNvPr>
          <p:cNvCxnSpPr>
            <a:cxnSpLocks/>
            <a:stCxn id="27" idx="0"/>
            <a:endCxn id="19" idx="4"/>
          </p:cNvCxnSpPr>
          <p:nvPr/>
        </p:nvCxnSpPr>
        <p:spPr>
          <a:xfrm flipH="1" flipV="1">
            <a:off x="6460807" y="3445670"/>
            <a:ext cx="843955" cy="987300"/>
          </a:xfrm>
          <a:prstGeom prst="line">
            <a:avLst/>
          </a:prstGeom>
          <a:ln>
            <a:solidFill>
              <a:schemeClr val="tx1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0" name="직선 연결선 29">
            <a:extLst>
              <a:ext uri="{FF2B5EF4-FFF2-40B4-BE49-F238E27FC236}">
                <a16:creationId xmlns:a16="http://schemas.microsoft.com/office/drawing/2014/main" id="{76073A55-5D8F-9D0B-ED6E-E52B26035E0D}"/>
              </a:ext>
            </a:extLst>
          </p:cNvPr>
          <p:cNvCxnSpPr>
            <a:cxnSpLocks/>
            <a:stCxn id="28" idx="0"/>
            <a:endCxn id="19" idx="4"/>
          </p:cNvCxnSpPr>
          <p:nvPr/>
        </p:nvCxnSpPr>
        <p:spPr>
          <a:xfrm flipH="1" flipV="1">
            <a:off x="6460807" y="3445670"/>
            <a:ext cx="1601192" cy="987300"/>
          </a:xfrm>
          <a:prstGeom prst="line">
            <a:avLst/>
          </a:prstGeom>
          <a:ln>
            <a:solidFill>
              <a:schemeClr val="tx1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3" name="타원 32">
            <a:extLst>
              <a:ext uri="{FF2B5EF4-FFF2-40B4-BE49-F238E27FC236}">
                <a16:creationId xmlns:a16="http://schemas.microsoft.com/office/drawing/2014/main" id="{48A70A34-3152-26EB-C616-E222B5349904}"/>
              </a:ext>
            </a:extLst>
          </p:cNvPr>
          <p:cNvSpPr/>
          <p:nvPr/>
        </p:nvSpPr>
        <p:spPr>
          <a:xfrm>
            <a:off x="7106375" y="1626354"/>
            <a:ext cx="481875" cy="481875"/>
          </a:xfrm>
          <a:prstGeom prst="ellipse">
            <a:avLst/>
          </a:prstGeom>
          <a:solidFill>
            <a:srgbClr val="FF0000"/>
          </a:solidFill>
          <a:ln>
            <a:solidFill>
              <a:schemeClr val="tx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ko-KR" sz="5000" b="1" dirty="0">
                <a:latin typeface="+mj-ea"/>
                <a:ea typeface="+mj-ea"/>
              </a:rPr>
              <a:t>+</a:t>
            </a:r>
            <a:endParaRPr lang="ko-KR" altLang="en-US" sz="5000" b="1" dirty="0">
              <a:latin typeface="+mj-ea"/>
              <a:ea typeface="+mj-ea"/>
            </a:endParaRPr>
          </a:p>
        </p:txBody>
      </p:sp>
      <p:sp>
        <p:nvSpPr>
          <p:cNvPr id="34" name="타원 33">
            <a:extLst>
              <a:ext uri="{FF2B5EF4-FFF2-40B4-BE49-F238E27FC236}">
                <a16:creationId xmlns:a16="http://schemas.microsoft.com/office/drawing/2014/main" id="{0306E26C-3C8A-DB9F-A4DC-80271A50342D}"/>
              </a:ext>
            </a:extLst>
          </p:cNvPr>
          <p:cNvSpPr/>
          <p:nvPr/>
        </p:nvSpPr>
        <p:spPr>
          <a:xfrm>
            <a:off x="7799495" y="2287719"/>
            <a:ext cx="481875" cy="481875"/>
          </a:xfrm>
          <a:prstGeom prst="ellipse">
            <a:avLst/>
          </a:prstGeom>
          <a:solidFill>
            <a:srgbClr val="00B0F0"/>
          </a:solidFill>
          <a:ln>
            <a:solidFill>
              <a:schemeClr val="tx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ko-KR" sz="5000" b="1" dirty="0">
                <a:latin typeface="+mj-ea"/>
                <a:ea typeface="+mj-ea"/>
              </a:rPr>
              <a:t>-</a:t>
            </a:r>
            <a:endParaRPr lang="ko-KR" altLang="en-US" sz="5000" b="1" dirty="0">
              <a:latin typeface="+mj-ea"/>
              <a:ea typeface="+mj-ea"/>
            </a:endParaRPr>
          </a:p>
        </p:txBody>
      </p:sp>
      <p:cxnSp>
        <p:nvCxnSpPr>
          <p:cNvPr id="35" name="직선 연결선 34">
            <a:extLst>
              <a:ext uri="{FF2B5EF4-FFF2-40B4-BE49-F238E27FC236}">
                <a16:creationId xmlns:a16="http://schemas.microsoft.com/office/drawing/2014/main" id="{22FB1CFA-A55E-E5F8-60FF-7342557493D7}"/>
              </a:ext>
            </a:extLst>
          </p:cNvPr>
          <p:cNvCxnSpPr>
            <a:cxnSpLocks/>
            <a:stCxn id="33" idx="4"/>
            <a:endCxn id="20" idx="7"/>
          </p:cNvCxnSpPr>
          <p:nvPr/>
        </p:nvCxnSpPr>
        <p:spPr>
          <a:xfrm flipH="1">
            <a:off x="7088668" y="2108229"/>
            <a:ext cx="258645" cy="978647"/>
          </a:xfrm>
          <a:prstGeom prst="line">
            <a:avLst/>
          </a:prstGeom>
          <a:ln>
            <a:solidFill>
              <a:schemeClr val="tx1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6" name="직선 연결선 35">
            <a:extLst>
              <a:ext uri="{FF2B5EF4-FFF2-40B4-BE49-F238E27FC236}">
                <a16:creationId xmlns:a16="http://schemas.microsoft.com/office/drawing/2014/main" id="{3067C840-6E26-305B-4232-2AD3DF91E838}"/>
              </a:ext>
            </a:extLst>
          </p:cNvPr>
          <p:cNvCxnSpPr>
            <a:cxnSpLocks/>
            <a:stCxn id="34" idx="3"/>
            <a:endCxn id="20" idx="6"/>
          </p:cNvCxnSpPr>
          <p:nvPr/>
        </p:nvCxnSpPr>
        <p:spPr>
          <a:xfrm flipH="1">
            <a:off x="7131352" y="2699025"/>
            <a:ext cx="738712" cy="490900"/>
          </a:xfrm>
          <a:prstGeom prst="line">
            <a:avLst/>
          </a:prstGeom>
          <a:ln>
            <a:solidFill>
              <a:schemeClr val="tx1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7" name="직선 연결선 56">
            <a:extLst>
              <a:ext uri="{FF2B5EF4-FFF2-40B4-BE49-F238E27FC236}">
                <a16:creationId xmlns:a16="http://schemas.microsoft.com/office/drawing/2014/main" id="{AF184602-DB0F-BAAC-389C-4948783FD440}"/>
              </a:ext>
            </a:extLst>
          </p:cNvPr>
          <p:cNvCxnSpPr>
            <a:cxnSpLocks/>
            <a:stCxn id="88" idx="4"/>
            <a:endCxn id="22" idx="2"/>
          </p:cNvCxnSpPr>
          <p:nvPr/>
        </p:nvCxnSpPr>
        <p:spPr>
          <a:xfrm>
            <a:off x="4774371" y="1927026"/>
            <a:ext cx="503392" cy="844407"/>
          </a:xfrm>
          <a:prstGeom prst="line">
            <a:avLst/>
          </a:prstGeom>
          <a:ln>
            <a:solidFill>
              <a:schemeClr val="tx1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8" name="직선 연결선 57">
            <a:extLst>
              <a:ext uri="{FF2B5EF4-FFF2-40B4-BE49-F238E27FC236}">
                <a16:creationId xmlns:a16="http://schemas.microsoft.com/office/drawing/2014/main" id="{F81FBD1E-3D90-2B1A-CDBD-F49DC4EF1FBB}"/>
              </a:ext>
            </a:extLst>
          </p:cNvPr>
          <p:cNvCxnSpPr>
            <a:cxnSpLocks/>
            <a:stCxn id="85" idx="4"/>
            <a:endCxn id="22" idx="3"/>
          </p:cNvCxnSpPr>
          <p:nvPr/>
        </p:nvCxnSpPr>
        <p:spPr>
          <a:xfrm flipH="1">
            <a:off x="5316262" y="1784846"/>
            <a:ext cx="64337" cy="1079533"/>
          </a:xfrm>
          <a:prstGeom prst="line">
            <a:avLst/>
          </a:prstGeom>
          <a:ln>
            <a:solidFill>
              <a:schemeClr val="tx1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66" name="직선 연결선 65">
            <a:extLst>
              <a:ext uri="{FF2B5EF4-FFF2-40B4-BE49-F238E27FC236}">
                <a16:creationId xmlns:a16="http://schemas.microsoft.com/office/drawing/2014/main" id="{60F7BB59-AD71-0577-88C6-1E2A31AB76C8}"/>
              </a:ext>
            </a:extLst>
          </p:cNvPr>
          <p:cNvCxnSpPr>
            <a:cxnSpLocks/>
            <a:stCxn id="97" idx="4"/>
            <a:endCxn id="21" idx="1"/>
          </p:cNvCxnSpPr>
          <p:nvPr/>
        </p:nvCxnSpPr>
        <p:spPr>
          <a:xfrm flipH="1">
            <a:off x="6036868" y="1280774"/>
            <a:ext cx="265075" cy="1292505"/>
          </a:xfrm>
          <a:prstGeom prst="line">
            <a:avLst/>
          </a:prstGeom>
          <a:ln>
            <a:solidFill>
              <a:schemeClr val="tx1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67" name="직선 연결선 66">
            <a:extLst>
              <a:ext uri="{FF2B5EF4-FFF2-40B4-BE49-F238E27FC236}">
                <a16:creationId xmlns:a16="http://schemas.microsoft.com/office/drawing/2014/main" id="{B79D76E7-D8DB-9F6E-706C-139CC1353049}"/>
              </a:ext>
            </a:extLst>
          </p:cNvPr>
          <p:cNvCxnSpPr>
            <a:cxnSpLocks/>
            <a:stCxn id="95" idx="4"/>
            <a:endCxn id="21" idx="7"/>
          </p:cNvCxnSpPr>
          <p:nvPr/>
        </p:nvCxnSpPr>
        <p:spPr>
          <a:xfrm flipH="1">
            <a:off x="6222760" y="1412464"/>
            <a:ext cx="700357" cy="1160815"/>
          </a:xfrm>
          <a:prstGeom prst="line">
            <a:avLst/>
          </a:prstGeom>
          <a:ln>
            <a:solidFill>
              <a:schemeClr val="tx1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85" name="타원 84">
            <a:extLst>
              <a:ext uri="{FF2B5EF4-FFF2-40B4-BE49-F238E27FC236}">
                <a16:creationId xmlns:a16="http://schemas.microsoft.com/office/drawing/2014/main" id="{0E5FACB2-C29A-0E85-6717-3AF910256B9C}"/>
              </a:ext>
            </a:extLst>
          </p:cNvPr>
          <p:cNvSpPr/>
          <p:nvPr/>
        </p:nvSpPr>
        <p:spPr>
          <a:xfrm>
            <a:off x="5139661" y="1302971"/>
            <a:ext cx="481875" cy="481875"/>
          </a:xfrm>
          <a:prstGeom prst="ellipse">
            <a:avLst/>
          </a:prstGeom>
          <a:solidFill>
            <a:srgbClr val="00B0F0"/>
          </a:solidFill>
          <a:ln>
            <a:solidFill>
              <a:schemeClr val="tx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ko-KR" sz="5000" b="1" dirty="0">
                <a:latin typeface="+mj-ea"/>
                <a:ea typeface="+mj-ea"/>
              </a:rPr>
              <a:t>-</a:t>
            </a:r>
            <a:endParaRPr lang="ko-KR" altLang="en-US" sz="5000" b="1" dirty="0">
              <a:latin typeface="+mj-ea"/>
              <a:ea typeface="+mj-ea"/>
            </a:endParaRPr>
          </a:p>
        </p:txBody>
      </p:sp>
      <p:sp>
        <p:nvSpPr>
          <p:cNvPr id="88" name="타원 87">
            <a:extLst>
              <a:ext uri="{FF2B5EF4-FFF2-40B4-BE49-F238E27FC236}">
                <a16:creationId xmlns:a16="http://schemas.microsoft.com/office/drawing/2014/main" id="{313E0197-73EE-148A-1DF4-0846F9F2C6BE}"/>
              </a:ext>
            </a:extLst>
          </p:cNvPr>
          <p:cNvSpPr/>
          <p:nvPr/>
        </p:nvSpPr>
        <p:spPr>
          <a:xfrm>
            <a:off x="4533433" y="1445151"/>
            <a:ext cx="481875" cy="481875"/>
          </a:xfrm>
          <a:prstGeom prst="ellipse">
            <a:avLst/>
          </a:prstGeom>
          <a:solidFill>
            <a:srgbClr val="FF0000"/>
          </a:solidFill>
          <a:ln>
            <a:solidFill>
              <a:schemeClr val="tx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ko-KR" sz="5000" b="1" dirty="0">
                <a:latin typeface="+mj-ea"/>
                <a:ea typeface="+mj-ea"/>
              </a:rPr>
              <a:t>+</a:t>
            </a:r>
            <a:endParaRPr lang="ko-KR" altLang="en-US" sz="5000" b="1" dirty="0">
              <a:latin typeface="+mj-ea"/>
              <a:ea typeface="+mj-ea"/>
            </a:endParaRPr>
          </a:p>
        </p:txBody>
      </p:sp>
      <p:sp>
        <p:nvSpPr>
          <p:cNvPr id="95" name="타원 94">
            <a:extLst>
              <a:ext uri="{FF2B5EF4-FFF2-40B4-BE49-F238E27FC236}">
                <a16:creationId xmlns:a16="http://schemas.microsoft.com/office/drawing/2014/main" id="{D79DB3BE-AF62-F69D-C05C-2AA9850503C7}"/>
              </a:ext>
            </a:extLst>
          </p:cNvPr>
          <p:cNvSpPr/>
          <p:nvPr/>
        </p:nvSpPr>
        <p:spPr>
          <a:xfrm>
            <a:off x="6682179" y="930589"/>
            <a:ext cx="481875" cy="481875"/>
          </a:xfrm>
          <a:prstGeom prst="ellipse">
            <a:avLst/>
          </a:prstGeom>
          <a:solidFill>
            <a:srgbClr val="00B0F0"/>
          </a:solidFill>
          <a:ln>
            <a:solidFill>
              <a:schemeClr val="tx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ko-KR" sz="5000" b="1" dirty="0">
                <a:latin typeface="+mj-ea"/>
                <a:ea typeface="+mj-ea"/>
              </a:rPr>
              <a:t>-</a:t>
            </a:r>
            <a:endParaRPr lang="ko-KR" altLang="en-US" sz="5000" b="1" dirty="0">
              <a:latin typeface="+mj-ea"/>
              <a:ea typeface="+mj-ea"/>
            </a:endParaRPr>
          </a:p>
        </p:txBody>
      </p:sp>
      <p:sp>
        <p:nvSpPr>
          <p:cNvPr id="97" name="타원 96">
            <a:extLst>
              <a:ext uri="{FF2B5EF4-FFF2-40B4-BE49-F238E27FC236}">
                <a16:creationId xmlns:a16="http://schemas.microsoft.com/office/drawing/2014/main" id="{2773C338-91FC-6852-BC1A-895F0CF1168A}"/>
              </a:ext>
            </a:extLst>
          </p:cNvPr>
          <p:cNvSpPr/>
          <p:nvPr/>
        </p:nvSpPr>
        <p:spPr>
          <a:xfrm>
            <a:off x="6061005" y="798899"/>
            <a:ext cx="481875" cy="481875"/>
          </a:xfrm>
          <a:prstGeom prst="ellipse">
            <a:avLst/>
          </a:prstGeom>
          <a:solidFill>
            <a:srgbClr val="FF0000"/>
          </a:solidFill>
          <a:ln>
            <a:solidFill>
              <a:schemeClr val="tx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ko-KR" sz="5000" b="1" dirty="0">
                <a:latin typeface="+mj-ea"/>
                <a:ea typeface="+mj-ea"/>
              </a:rPr>
              <a:t>+</a:t>
            </a:r>
            <a:endParaRPr lang="ko-KR" altLang="en-US" sz="5000" b="1" dirty="0">
              <a:latin typeface="+mj-ea"/>
              <a:ea typeface="+mj-ea"/>
            </a:endParaRPr>
          </a:p>
        </p:txBody>
      </p:sp>
      <p:pic>
        <p:nvPicPr>
          <p:cNvPr id="115" name="그림 114">
            <a:extLst>
              <a:ext uri="{FF2B5EF4-FFF2-40B4-BE49-F238E27FC236}">
                <a16:creationId xmlns:a16="http://schemas.microsoft.com/office/drawing/2014/main" id="{B146DDB1-97B3-FDC2-4CC4-5E34A6E03C64}"/>
              </a:ext>
            </a:extLst>
          </p:cNvPr>
          <p:cNvPicPr>
            <a:picLocks noChangeAspect="1"/>
          </p:cNvPicPr>
          <p:nvPr/>
        </p:nvPicPr>
        <p:blipFill>
          <a:blip r:embed="rId7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35095" t="40313" r="52439" b="40756"/>
          <a:stretch>
            <a:fillRect/>
          </a:stretch>
        </p:blipFill>
        <p:spPr>
          <a:xfrm>
            <a:off x="5205844" y="3335658"/>
            <a:ext cx="744382" cy="840854"/>
          </a:xfrm>
          <a:custGeom>
            <a:avLst/>
            <a:gdLst>
              <a:gd name="csX0" fmla="*/ 0 w 744382"/>
              <a:gd name="csY0" fmla="*/ 0 h 840854"/>
              <a:gd name="csX1" fmla="*/ 744382 w 744382"/>
              <a:gd name="csY1" fmla="*/ 0 h 840854"/>
              <a:gd name="csX2" fmla="*/ 744382 w 744382"/>
              <a:gd name="csY2" fmla="*/ 840854 h 840854"/>
              <a:gd name="csX3" fmla="*/ 0 w 744382"/>
              <a:gd name="csY3" fmla="*/ 840854 h 840854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</a:cxnLst>
            <a:rect l="l" t="t" r="r" b="b"/>
            <a:pathLst>
              <a:path w="744382" h="840854">
                <a:moveTo>
                  <a:pt x="0" y="0"/>
                </a:moveTo>
                <a:lnTo>
                  <a:pt x="744382" y="0"/>
                </a:lnTo>
                <a:lnTo>
                  <a:pt x="744382" y="840854"/>
                </a:lnTo>
                <a:lnTo>
                  <a:pt x="0" y="840854"/>
                </a:lnTo>
                <a:close/>
              </a:path>
            </a:pathLst>
          </a:custGeom>
        </p:spPr>
      </p:pic>
      <p:pic>
        <p:nvPicPr>
          <p:cNvPr id="117" name="그림 116">
            <a:extLst>
              <a:ext uri="{FF2B5EF4-FFF2-40B4-BE49-F238E27FC236}">
                <a16:creationId xmlns:a16="http://schemas.microsoft.com/office/drawing/2014/main" id="{1C5CE265-D930-9791-93E4-653D70C8A6AA}"/>
              </a:ext>
            </a:extLst>
          </p:cNvPr>
          <p:cNvPicPr>
            <a:picLocks noChangeAspect="1"/>
          </p:cNvPicPr>
          <p:nvPr/>
        </p:nvPicPr>
        <p:blipFill>
          <a:blip r:embed="rId7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49416" t="33992" r="38118" b="47078"/>
          <a:stretch>
            <a:fillRect/>
          </a:stretch>
        </p:blipFill>
        <p:spPr>
          <a:xfrm>
            <a:off x="6061005" y="3054871"/>
            <a:ext cx="744382" cy="840854"/>
          </a:xfrm>
          <a:custGeom>
            <a:avLst/>
            <a:gdLst>
              <a:gd name="csX0" fmla="*/ 0 w 744382"/>
              <a:gd name="csY0" fmla="*/ 0 h 840854"/>
              <a:gd name="csX1" fmla="*/ 744382 w 744382"/>
              <a:gd name="csY1" fmla="*/ 0 h 840854"/>
              <a:gd name="csX2" fmla="*/ 744382 w 744382"/>
              <a:gd name="csY2" fmla="*/ 840854 h 840854"/>
              <a:gd name="csX3" fmla="*/ 0 w 744382"/>
              <a:gd name="csY3" fmla="*/ 840854 h 840854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</a:cxnLst>
            <a:rect l="l" t="t" r="r" b="b"/>
            <a:pathLst>
              <a:path w="744382" h="840854">
                <a:moveTo>
                  <a:pt x="0" y="0"/>
                </a:moveTo>
                <a:lnTo>
                  <a:pt x="744382" y="0"/>
                </a:lnTo>
                <a:lnTo>
                  <a:pt x="744382" y="840854"/>
                </a:lnTo>
                <a:lnTo>
                  <a:pt x="0" y="840854"/>
                </a:lnTo>
                <a:close/>
              </a:path>
            </a:pathLst>
          </a:custGeom>
        </p:spPr>
      </p:pic>
      <p:pic>
        <p:nvPicPr>
          <p:cNvPr id="119" name="그림 118">
            <a:extLst>
              <a:ext uri="{FF2B5EF4-FFF2-40B4-BE49-F238E27FC236}">
                <a16:creationId xmlns:a16="http://schemas.microsoft.com/office/drawing/2014/main" id="{7521CEBA-F185-13CD-E5FD-96DED5320C04}"/>
              </a:ext>
            </a:extLst>
          </p:cNvPr>
          <p:cNvPicPr>
            <a:picLocks noChangeAspect="1"/>
          </p:cNvPicPr>
          <p:nvPr/>
        </p:nvPicPr>
        <p:blipFill>
          <a:blip r:embed="rId7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62255" t="28108" r="25279" b="52961"/>
          <a:stretch>
            <a:fillRect/>
          </a:stretch>
        </p:blipFill>
        <p:spPr>
          <a:xfrm>
            <a:off x="6827680" y="2793536"/>
            <a:ext cx="744382" cy="840854"/>
          </a:xfrm>
          <a:custGeom>
            <a:avLst/>
            <a:gdLst>
              <a:gd name="csX0" fmla="*/ 0 w 744382"/>
              <a:gd name="csY0" fmla="*/ 0 h 840854"/>
              <a:gd name="csX1" fmla="*/ 744382 w 744382"/>
              <a:gd name="csY1" fmla="*/ 0 h 840854"/>
              <a:gd name="csX2" fmla="*/ 744382 w 744382"/>
              <a:gd name="csY2" fmla="*/ 840854 h 840854"/>
              <a:gd name="csX3" fmla="*/ 0 w 744382"/>
              <a:gd name="csY3" fmla="*/ 840854 h 840854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</a:cxnLst>
            <a:rect l="l" t="t" r="r" b="b"/>
            <a:pathLst>
              <a:path w="744382" h="840854">
                <a:moveTo>
                  <a:pt x="0" y="0"/>
                </a:moveTo>
                <a:lnTo>
                  <a:pt x="744382" y="0"/>
                </a:lnTo>
                <a:lnTo>
                  <a:pt x="744382" y="840854"/>
                </a:lnTo>
                <a:lnTo>
                  <a:pt x="0" y="840854"/>
                </a:lnTo>
                <a:close/>
              </a:path>
            </a:pathLst>
          </a:custGeom>
        </p:spPr>
      </p:pic>
      <p:pic>
        <p:nvPicPr>
          <p:cNvPr id="121" name="그림 120">
            <a:extLst>
              <a:ext uri="{FF2B5EF4-FFF2-40B4-BE49-F238E27FC236}">
                <a16:creationId xmlns:a16="http://schemas.microsoft.com/office/drawing/2014/main" id="{BB9ADC9D-6928-E406-8CEA-ED32E7665125}"/>
              </a:ext>
            </a:extLst>
          </p:cNvPr>
          <p:cNvPicPr>
            <a:picLocks noChangeAspect="1"/>
          </p:cNvPicPr>
          <p:nvPr/>
        </p:nvPicPr>
        <p:blipFill>
          <a:blip r:embed="rId7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44999" t="14118" r="42535" b="66952"/>
          <a:stretch>
            <a:fillRect/>
          </a:stretch>
        </p:blipFill>
        <p:spPr>
          <a:xfrm>
            <a:off x="5797214" y="2172100"/>
            <a:ext cx="744382" cy="840854"/>
          </a:xfrm>
          <a:custGeom>
            <a:avLst/>
            <a:gdLst>
              <a:gd name="csX0" fmla="*/ 0 w 744382"/>
              <a:gd name="csY0" fmla="*/ 0 h 840854"/>
              <a:gd name="csX1" fmla="*/ 744382 w 744382"/>
              <a:gd name="csY1" fmla="*/ 0 h 840854"/>
              <a:gd name="csX2" fmla="*/ 744382 w 744382"/>
              <a:gd name="csY2" fmla="*/ 840854 h 840854"/>
              <a:gd name="csX3" fmla="*/ 0 w 744382"/>
              <a:gd name="csY3" fmla="*/ 840854 h 840854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</a:cxnLst>
            <a:rect l="l" t="t" r="r" b="b"/>
            <a:pathLst>
              <a:path w="744382" h="840854">
                <a:moveTo>
                  <a:pt x="0" y="0"/>
                </a:moveTo>
                <a:lnTo>
                  <a:pt x="744382" y="0"/>
                </a:lnTo>
                <a:lnTo>
                  <a:pt x="744382" y="840854"/>
                </a:lnTo>
                <a:lnTo>
                  <a:pt x="0" y="840854"/>
                </a:lnTo>
                <a:close/>
              </a:path>
            </a:pathLst>
          </a:custGeom>
        </p:spPr>
      </p:pic>
      <p:pic>
        <p:nvPicPr>
          <p:cNvPr id="123" name="그림 122">
            <a:extLst>
              <a:ext uri="{FF2B5EF4-FFF2-40B4-BE49-F238E27FC236}">
                <a16:creationId xmlns:a16="http://schemas.microsoft.com/office/drawing/2014/main" id="{E682F684-4804-0EDA-E046-C2D12BD12ECA}"/>
              </a:ext>
            </a:extLst>
          </p:cNvPr>
          <p:cNvPicPr>
            <a:picLocks noChangeAspect="1"/>
          </p:cNvPicPr>
          <p:nvPr/>
        </p:nvPicPr>
        <p:blipFill>
          <a:blip r:embed="rId7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30643" t="18423" r="56892" b="62646"/>
          <a:stretch>
            <a:fillRect/>
          </a:stretch>
        </p:blipFill>
        <p:spPr>
          <a:xfrm>
            <a:off x="4939959" y="2363359"/>
            <a:ext cx="744382" cy="840854"/>
          </a:xfrm>
          <a:custGeom>
            <a:avLst/>
            <a:gdLst>
              <a:gd name="csX0" fmla="*/ 0 w 744382"/>
              <a:gd name="csY0" fmla="*/ 0 h 840854"/>
              <a:gd name="csX1" fmla="*/ 744382 w 744382"/>
              <a:gd name="csY1" fmla="*/ 0 h 840854"/>
              <a:gd name="csX2" fmla="*/ 744382 w 744382"/>
              <a:gd name="csY2" fmla="*/ 840854 h 840854"/>
              <a:gd name="csX3" fmla="*/ 0 w 744382"/>
              <a:gd name="csY3" fmla="*/ 840854 h 840854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</a:cxnLst>
            <a:rect l="l" t="t" r="r" b="b"/>
            <a:pathLst>
              <a:path w="744382" h="840854">
                <a:moveTo>
                  <a:pt x="0" y="0"/>
                </a:moveTo>
                <a:lnTo>
                  <a:pt x="744382" y="0"/>
                </a:lnTo>
                <a:lnTo>
                  <a:pt x="744382" y="840854"/>
                </a:lnTo>
                <a:lnTo>
                  <a:pt x="0" y="840854"/>
                </a:lnTo>
                <a:close/>
              </a:path>
            </a:pathLst>
          </a:custGeom>
        </p:spPr>
      </p:pic>
      <p:grpSp>
        <p:nvGrpSpPr>
          <p:cNvPr id="7" name="그룹 6">
            <a:extLst>
              <a:ext uri="{FF2B5EF4-FFF2-40B4-BE49-F238E27FC236}">
                <a16:creationId xmlns:a16="http://schemas.microsoft.com/office/drawing/2014/main" id="{C42C2040-B89B-33C8-587A-B42ABA3CD28B}"/>
              </a:ext>
            </a:extLst>
          </p:cNvPr>
          <p:cNvGrpSpPr/>
          <p:nvPr/>
        </p:nvGrpSpPr>
        <p:grpSpPr>
          <a:xfrm>
            <a:off x="1942917" y="2456883"/>
            <a:ext cx="2476666" cy="558800"/>
            <a:chOff x="1942917" y="2456883"/>
            <a:chExt cx="2476666" cy="558800"/>
          </a:xfrm>
        </p:grpSpPr>
        <p:sp>
          <p:nvSpPr>
            <p:cNvPr id="124" name="순서도: 병합 123">
              <a:extLst>
                <a:ext uri="{FF2B5EF4-FFF2-40B4-BE49-F238E27FC236}">
                  <a16:creationId xmlns:a16="http://schemas.microsoft.com/office/drawing/2014/main" id="{B385626C-1D05-9F41-4056-1821983FFF26}"/>
                </a:ext>
              </a:extLst>
            </p:cNvPr>
            <p:cNvSpPr/>
            <p:nvPr/>
          </p:nvSpPr>
          <p:spPr>
            <a:xfrm>
              <a:off x="4122040" y="2456883"/>
              <a:ext cx="297543" cy="558800"/>
            </a:xfrm>
            <a:prstGeom prst="flowChartMerge">
              <a:avLst/>
            </a:prstGeom>
            <a:solidFill>
              <a:schemeClr val="accent6"/>
            </a:solidFill>
            <a:ln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/>
            </a:p>
          </p:txBody>
        </p:sp>
        <p:sp>
          <p:nvSpPr>
            <p:cNvPr id="125" name="순서도: 병합 124">
              <a:extLst>
                <a:ext uri="{FF2B5EF4-FFF2-40B4-BE49-F238E27FC236}">
                  <a16:creationId xmlns:a16="http://schemas.microsoft.com/office/drawing/2014/main" id="{5BADA234-4EFB-BCAF-47DD-B1D24177CAB5}"/>
                </a:ext>
              </a:extLst>
            </p:cNvPr>
            <p:cNvSpPr/>
            <p:nvPr/>
          </p:nvSpPr>
          <p:spPr>
            <a:xfrm>
              <a:off x="3583559" y="2456883"/>
              <a:ext cx="297543" cy="558800"/>
            </a:xfrm>
            <a:prstGeom prst="flowChartMerge">
              <a:avLst/>
            </a:prstGeom>
            <a:solidFill>
              <a:schemeClr val="accent6"/>
            </a:solidFill>
            <a:ln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/>
            </a:p>
          </p:txBody>
        </p:sp>
        <p:sp>
          <p:nvSpPr>
            <p:cNvPr id="126" name="순서도: 병합 125">
              <a:extLst>
                <a:ext uri="{FF2B5EF4-FFF2-40B4-BE49-F238E27FC236}">
                  <a16:creationId xmlns:a16="http://schemas.microsoft.com/office/drawing/2014/main" id="{A33F091D-8491-3F43-F5E4-6FCD588ECCF7}"/>
                </a:ext>
              </a:extLst>
            </p:cNvPr>
            <p:cNvSpPr/>
            <p:nvPr/>
          </p:nvSpPr>
          <p:spPr>
            <a:xfrm>
              <a:off x="2491490" y="2456883"/>
              <a:ext cx="297543" cy="558800"/>
            </a:xfrm>
            <a:prstGeom prst="flowChartMerge">
              <a:avLst/>
            </a:prstGeom>
            <a:solidFill>
              <a:schemeClr val="accent6"/>
            </a:solidFill>
            <a:ln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 dirty="0"/>
            </a:p>
          </p:txBody>
        </p:sp>
        <p:sp>
          <p:nvSpPr>
            <p:cNvPr id="127" name="순서도: 병합 126">
              <a:extLst>
                <a:ext uri="{FF2B5EF4-FFF2-40B4-BE49-F238E27FC236}">
                  <a16:creationId xmlns:a16="http://schemas.microsoft.com/office/drawing/2014/main" id="{858E2303-F268-C728-9834-3DA303FD377E}"/>
                </a:ext>
              </a:extLst>
            </p:cNvPr>
            <p:cNvSpPr/>
            <p:nvPr/>
          </p:nvSpPr>
          <p:spPr>
            <a:xfrm>
              <a:off x="1942917" y="2456883"/>
              <a:ext cx="297543" cy="558800"/>
            </a:xfrm>
            <a:prstGeom prst="flowChartMerge">
              <a:avLst/>
            </a:prstGeom>
            <a:solidFill>
              <a:schemeClr val="accent6"/>
            </a:solidFill>
            <a:ln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/>
            </a:p>
          </p:txBody>
        </p:sp>
        <p:sp>
          <p:nvSpPr>
            <p:cNvPr id="128" name="순서도: 병합 127">
              <a:extLst>
                <a:ext uri="{FF2B5EF4-FFF2-40B4-BE49-F238E27FC236}">
                  <a16:creationId xmlns:a16="http://schemas.microsoft.com/office/drawing/2014/main" id="{A0CF05DB-53D3-47D0-1451-F8980A444DC9}"/>
                </a:ext>
              </a:extLst>
            </p:cNvPr>
            <p:cNvSpPr/>
            <p:nvPr/>
          </p:nvSpPr>
          <p:spPr>
            <a:xfrm>
              <a:off x="3040063" y="2456883"/>
              <a:ext cx="297543" cy="558800"/>
            </a:xfrm>
            <a:prstGeom prst="flowChartMerge">
              <a:avLst/>
            </a:prstGeom>
            <a:solidFill>
              <a:schemeClr val="accent6"/>
            </a:solidFill>
            <a:ln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/>
            </a:p>
          </p:txBody>
        </p:sp>
      </p:grpSp>
      <p:sp>
        <p:nvSpPr>
          <p:cNvPr id="130" name="다이아몬드 129">
            <a:extLst>
              <a:ext uri="{FF2B5EF4-FFF2-40B4-BE49-F238E27FC236}">
                <a16:creationId xmlns:a16="http://schemas.microsoft.com/office/drawing/2014/main" id="{2A73C187-BD0F-955F-96F7-050170A77A74}"/>
              </a:ext>
            </a:extLst>
          </p:cNvPr>
          <p:cNvSpPr/>
          <p:nvPr/>
        </p:nvSpPr>
        <p:spPr>
          <a:xfrm>
            <a:off x="83740" y="1891554"/>
            <a:ext cx="1756079" cy="1756079"/>
          </a:xfrm>
          <a:prstGeom prst="diamond">
            <a:avLst/>
          </a:prstGeom>
          <a:solidFill>
            <a:srgbClr val="0070C0"/>
          </a:solidFill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ko-KR" sz="5000" dirty="0"/>
              <a:t>AI</a:t>
            </a:r>
            <a:endParaRPr lang="ko-KR" altLang="en-US" sz="5000" dirty="0"/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613BB0D3-7F18-990F-E7FF-69BCEAFCEB31}"/>
              </a:ext>
            </a:extLst>
          </p:cNvPr>
          <p:cNvSpPr txBox="1"/>
          <p:nvPr/>
        </p:nvSpPr>
        <p:spPr>
          <a:xfrm>
            <a:off x="6668128" y="1614906"/>
            <a:ext cx="3557809" cy="1015663"/>
          </a:xfrm>
          <a:prstGeom prst="rect">
            <a:avLst/>
          </a:prstGeom>
          <a:solidFill>
            <a:srgbClr val="0070C0"/>
          </a:solidFill>
        </p:spPr>
        <p:txBody>
          <a:bodyPr wrap="square" rtlCol="0">
            <a:spAutoFit/>
          </a:bodyPr>
          <a:lstStyle/>
          <a:p>
            <a:r>
              <a:rPr lang="ko-KR" altLang="en-US" sz="3000" dirty="0">
                <a:solidFill>
                  <a:srgbClr val="F8F9FC"/>
                </a:solidFill>
              </a:rPr>
              <a:t>일부분의 </a:t>
            </a:r>
            <a:r>
              <a:rPr lang="en-US" altLang="ko-KR" sz="3000" dirty="0">
                <a:solidFill>
                  <a:srgbClr val="F8F9FC"/>
                </a:solidFill>
              </a:rPr>
              <a:t>V </a:t>
            </a:r>
            <a:r>
              <a:rPr lang="ko-KR" altLang="en-US" sz="3000" dirty="0">
                <a:solidFill>
                  <a:srgbClr val="F8F9FC"/>
                </a:solidFill>
              </a:rPr>
              <a:t>정보로  실제 전하 정보 복원</a:t>
            </a:r>
          </a:p>
        </p:txBody>
      </p:sp>
    </p:spTree>
    <p:custDataLst>
      <p:tags r:id="rId1"/>
    </p:custDataLst>
    <p:extLst>
      <p:ext uri="{BB962C8B-B14F-4D97-AF65-F5344CB8AC3E}">
        <p14:creationId xmlns:p14="http://schemas.microsoft.com/office/powerpoint/2010/main" val="1854620048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42" presetClass="path" presetSubtype="0" accel="50000" decel="50000" fill="hold" nodeType="withEffect">
                                  <p:stCondLst>
                                    <p:cond delay="0"/>
                                  </p:stCondLst>
                                  <p:childTnLst>
                                    <p:animMotion origin="layout" path="M 2.5E-6 -4.07407E-6 L -0.40378 -4.07407E-6 " pathEditMode="relative" rAng="0" ptsTypes="AA">
                                      <p:cBhvr>
                                        <p:cTn id="6" dur="400" fill="hold"/>
                                        <p:tgtEl>
                                          <p:spTgt spid="7"/>
                                        </p:tgtEl>
                                        <p:attrNameLst>
                                          <p:attrName>ppt_x</p:attrName>
                                          <p:attrName>ppt_y</p:attrName>
                                        </p:attrNameLst>
                                      </p:cBhvr>
                                      <p:rCtr x="-20195" y="0"/>
                                    </p:animMotion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7" fill="hold">
                            <p:stCondLst>
                              <p:cond delay="400"/>
                            </p:stCondLst>
                            <p:childTnLst>
                              <p:par>
                                <p:cTn id="8" presetID="10" presetClass="exit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animEffect transition="out" filter="fade">
                                      <p:cBhvr>
                                        <p:cTn id="9" dur="200"/>
                                        <p:tgtEl>
                                          <p:spTgt spid="5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199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1" presetID="10" presetClass="exit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animEffect transition="out" filter="fade">
                                      <p:cBhvr>
                                        <p:cTn id="12" dur="200"/>
                                        <p:tgtEl>
                                          <p:spTgt spid="13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13" dur="1" fill="hold">
                                          <p:stCondLst>
                                            <p:cond delay="199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4" fill="hold">
                            <p:stCondLst>
                              <p:cond delay="600"/>
                            </p:stCondLst>
                            <p:childTnLst>
                              <p:par>
                                <p:cTn id="15" presetID="10" presetClass="exit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animEffect transition="out" filter="fade">
                                      <p:cBhvr>
                                        <p:cTn id="16" dur="20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17" dur="1" fill="hold">
                                          <p:stCondLst>
                                            <p:cond delay="199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8" presetID="10" presetClass="exit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animEffect transition="out" filter="fade">
                                      <p:cBhvr>
                                        <p:cTn id="19" dur="200"/>
                                        <p:tgtEl>
                                          <p:spTgt spid="29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199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1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3" dur="300"/>
                                        <p:tgtEl>
                                          <p:spTgt spid="1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4" presetID="10" presetClass="exit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animEffect transition="out" filter="fade">
                                      <p:cBhvr>
                                        <p:cTn id="25" dur="300"/>
                                        <p:tgtEl>
                                          <p:spTgt spid="2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299"/>
                                          </p:stCondLst>
                                        </p:cTn>
                                        <p:tgtEl>
                                          <p:spTgt spid="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7" presetID="10" presetClass="exit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animEffect transition="out" filter="fade">
                                      <p:cBhvr>
                                        <p:cTn id="28" dur="300"/>
                                        <p:tgtEl>
                                          <p:spTgt spid="8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29" dur="1" fill="hold">
                                          <p:stCondLst>
                                            <p:cond delay="299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30" fill="hold">
                            <p:stCondLst>
                              <p:cond delay="900"/>
                            </p:stCondLst>
                            <p:childTnLst>
                              <p:par>
                                <p:cTn id="31" presetID="10" presetClass="exit" presetSubtype="0" fill="hold" nodeType="afterEffect">
                                  <p:stCondLst>
                                    <p:cond delay="0"/>
                                  </p:stCondLst>
                                  <p:childTnLst>
                                    <p:animEffect transition="out" filter="fade">
                                      <p:cBhvr>
                                        <p:cTn id="32" dur="200"/>
                                        <p:tgtEl>
                                          <p:spTgt spid="35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33" dur="1" fill="hold">
                                          <p:stCondLst>
                                            <p:cond delay="199"/>
                                          </p:stCondLst>
                                        </p:cTn>
                                        <p:tgtEl>
                                          <p:spTgt spid="3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4" presetID="10" presetClass="exit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animEffect transition="out" filter="fade">
                                      <p:cBhvr>
                                        <p:cTn id="35" dur="200"/>
                                        <p:tgtEl>
                                          <p:spTgt spid="33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199"/>
                                          </p:stCondLst>
                                        </p:cTn>
                                        <p:tgtEl>
                                          <p:spTgt spid="3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7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9" dur="300"/>
                                        <p:tgtEl>
                                          <p:spTgt spid="1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40" presetID="10" presetClass="exit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animEffect transition="out" filter="fade">
                                      <p:cBhvr>
                                        <p:cTn id="41" dur="30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42" dur="1" fill="hold">
                                          <p:stCondLst>
                                            <p:cond delay="299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43" presetID="10" presetClass="exit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animEffect transition="out" filter="fade">
                                      <p:cBhvr>
                                        <p:cTn id="44" dur="300"/>
                                        <p:tgtEl>
                                          <p:spTgt spid="30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45" dur="1" fill="hold">
                                          <p:stCondLst>
                                            <p:cond delay="299"/>
                                          </p:stCondLst>
                                        </p:cTn>
                                        <p:tgtEl>
                                          <p:spTgt spid="3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46" fill="hold">
                            <p:stCondLst>
                              <p:cond delay="1200"/>
                            </p:stCondLst>
                            <p:childTnLst>
                              <p:par>
                                <p:cTn id="47" presetID="10" presetClass="exit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animEffect transition="out" filter="fade">
                                      <p:cBhvr>
                                        <p:cTn id="48" dur="200"/>
                                        <p:tgtEl>
                                          <p:spTgt spid="95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199"/>
                                          </p:stCondLst>
                                        </p:cTn>
                                        <p:tgtEl>
                                          <p:spTgt spid="9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50" presetID="10" presetClass="exit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animEffect transition="out" filter="fade">
                                      <p:cBhvr>
                                        <p:cTn id="51" dur="200"/>
                                        <p:tgtEl>
                                          <p:spTgt spid="67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52" dur="1" fill="hold">
                                          <p:stCondLst>
                                            <p:cond delay="199"/>
                                          </p:stCondLst>
                                        </p:cTn>
                                        <p:tgtEl>
                                          <p:spTgt spid="6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53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5" dur="300"/>
                                        <p:tgtEl>
                                          <p:spTgt spid="1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56" presetID="10" presetClass="exit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animEffect transition="out" filter="fade">
                                      <p:cBhvr>
                                        <p:cTn id="57" dur="300"/>
                                        <p:tgtEl>
                                          <p:spTgt spid="34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58" dur="1" fill="hold">
                                          <p:stCondLst>
                                            <p:cond delay="299"/>
                                          </p:stCondLst>
                                        </p:cTn>
                                        <p:tgtEl>
                                          <p:spTgt spid="3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59" presetID="10" presetClass="exit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animEffect transition="out" filter="fade">
                                      <p:cBhvr>
                                        <p:cTn id="60" dur="300"/>
                                        <p:tgtEl>
                                          <p:spTgt spid="36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61" dur="1" fill="hold">
                                          <p:stCondLst>
                                            <p:cond delay="299"/>
                                          </p:stCondLst>
                                        </p:cTn>
                                        <p:tgtEl>
                                          <p:spTgt spid="3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62" fill="hold">
                            <p:stCondLst>
                              <p:cond delay="1500"/>
                            </p:stCondLst>
                            <p:childTnLst>
                              <p:par>
                                <p:cTn id="63" presetID="10" presetClass="exit" presetSubtype="0" fill="hold" nodeType="afterEffect">
                                  <p:stCondLst>
                                    <p:cond delay="0"/>
                                  </p:stCondLst>
                                  <p:childTnLst>
                                    <p:animEffect transition="out" filter="fade">
                                      <p:cBhvr>
                                        <p:cTn id="64" dur="200"/>
                                        <p:tgtEl>
                                          <p:spTgt spid="58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65" dur="1" fill="hold">
                                          <p:stCondLst>
                                            <p:cond delay="199"/>
                                          </p:stCondLst>
                                        </p:cTn>
                                        <p:tgtEl>
                                          <p:spTgt spid="5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66" presetID="10" presetClass="exit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animEffect transition="out" filter="fade">
                                      <p:cBhvr>
                                        <p:cTn id="67" dur="200"/>
                                        <p:tgtEl>
                                          <p:spTgt spid="85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68" dur="1" fill="hold">
                                          <p:stCondLst>
                                            <p:cond delay="199"/>
                                          </p:stCondLst>
                                        </p:cTn>
                                        <p:tgtEl>
                                          <p:spTgt spid="8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69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7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1" dur="300"/>
                                        <p:tgtEl>
                                          <p:spTgt spid="1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72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7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4" dur="300"/>
                                        <p:tgtEl>
                                          <p:spTgt spid="1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75" presetID="10" presetClass="exit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animEffect transition="out" filter="fade">
                                      <p:cBhvr>
                                        <p:cTn id="76" dur="300"/>
                                        <p:tgtEl>
                                          <p:spTgt spid="97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77" dur="1" fill="hold">
                                          <p:stCondLst>
                                            <p:cond delay="299"/>
                                          </p:stCondLst>
                                        </p:cTn>
                                        <p:tgtEl>
                                          <p:spTgt spid="9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8" presetID="10" presetClass="exit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animEffect transition="out" filter="fade">
                                      <p:cBhvr>
                                        <p:cTn id="79" dur="300"/>
                                        <p:tgtEl>
                                          <p:spTgt spid="66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80" dur="1" fill="hold">
                                          <p:stCondLst>
                                            <p:cond delay="299"/>
                                          </p:stCondLst>
                                        </p:cTn>
                                        <p:tgtEl>
                                          <p:spTgt spid="6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81" presetID="10" presetClass="exit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animEffect transition="out" filter="fade">
                                      <p:cBhvr>
                                        <p:cTn id="82" dur="300"/>
                                        <p:tgtEl>
                                          <p:spTgt spid="88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83" dur="1" fill="hold">
                                          <p:stCondLst>
                                            <p:cond delay="299"/>
                                          </p:stCondLst>
                                        </p:cTn>
                                        <p:tgtEl>
                                          <p:spTgt spid="8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84" presetID="10" presetClass="exit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animEffect transition="out" filter="fade">
                                      <p:cBhvr>
                                        <p:cTn id="85" dur="300"/>
                                        <p:tgtEl>
                                          <p:spTgt spid="57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86" dur="1" fill="hold">
                                          <p:stCondLst>
                                            <p:cond delay="299"/>
                                          </p:stCondLst>
                                        </p:cTn>
                                        <p:tgtEl>
                                          <p:spTgt spid="5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87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89" dur="300"/>
                                        <p:tgtEl>
                                          <p:spTgt spid="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" grpId="0" animBg="1"/>
      <p:bldP spid="5" grpId="0" animBg="1"/>
      <p:bldP spid="27" grpId="0" animBg="1"/>
      <p:bldP spid="28" grpId="0" animBg="1"/>
      <p:bldP spid="33" grpId="0" animBg="1"/>
      <p:bldP spid="34" grpId="0" animBg="1"/>
      <p:bldP spid="85" grpId="0" animBg="1"/>
      <p:bldP spid="88" grpId="0" animBg="1"/>
      <p:bldP spid="95" grpId="0" animBg="1"/>
      <p:bldP spid="97" grpId="0" animBg="1"/>
      <p:bldP spid="9" grpId="0" animBg="1"/>
    </p:bldLst>
  </p:timing>
</p:sld>
</file>

<file path=ppt/slides/slide3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8F9FC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159F1339-78E1-8397-272F-21C3BE62607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Box 2">
            <a:extLst>
              <a:ext uri="{FF2B5EF4-FFF2-40B4-BE49-F238E27FC236}">
                <a16:creationId xmlns:a16="http://schemas.microsoft.com/office/drawing/2014/main" id="{502C3180-4634-0A85-5C80-2C84A6BC028F}"/>
              </a:ext>
            </a:extLst>
          </p:cNvPr>
          <p:cNvSpPr txBox="1"/>
          <p:nvPr/>
        </p:nvSpPr>
        <p:spPr>
          <a:xfrm>
            <a:off x="658368" y="384048"/>
            <a:ext cx="5803192" cy="5232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marL="0" marR="0" lvl="0" indent="0" algn="l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 sz="2800" b="1">
                <a:solidFill>
                  <a:srgbClr val="18233A"/>
                </a:solidFill>
              </a:defRPr>
            </a:pPr>
            <a:r>
              <a:rPr lang="en-US" sz="2800" b="1" dirty="0">
                <a:solidFill>
                  <a:srgbClr val="18233A"/>
                </a:solidFill>
                <a:latin typeface="+mj-ea"/>
                <a:ea typeface="+mj-ea"/>
              </a:rPr>
              <a:t>2</a:t>
            </a:r>
            <a:r>
              <a:rPr kumimoji="0" sz="2800" b="1" i="0" u="none" strike="noStrike" kern="1200" cap="none" spc="0" normalizeH="0" baseline="0" noProof="0" dirty="0">
                <a:ln>
                  <a:noFill/>
                </a:ln>
                <a:solidFill>
                  <a:srgbClr val="18233A"/>
                </a:solidFill>
                <a:effectLst/>
                <a:uLnTx/>
                <a:uFillTx/>
                <a:latin typeface="+mj-ea"/>
                <a:ea typeface="+mj-ea"/>
                <a:cs typeface="+mn-cs"/>
              </a:rPr>
              <a:t>. </a:t>
            </a:r>
            <a:r>
              <a:rPr lang="ko-KR" altLang="en-US" sz="2800" b="1" dirty="0">
                <a:solidFill>
                  <a:srgbClr val="18233A"/>
                </a:solidFill>
                <a:latin typeface="+mj-ea"/>
                <a:ea typeface="+mj-ea"/>
              </a:rPr>
              <a:t>탐구 과정</a:t>
            </a:r>
            <a:r>
              <a:rPr lang="en-US" altLang="ko-KR" sz="2800" b="1" dirty="0">
                <a:solidFill>
                  <a:srgbClr val="18233A"/>
                </a:solidFill>
                <a:latin typeface="+mj-ea"/>
                <a:ea typeface="+mj-ea"/>
              </a:rPr>
              <a:t>-2)</a:t>
            </a:r>
            <a:r>
              <a:rPr kumimoji="0" sz="2800" b="1" i="0" u="none" strike="noStrike" kern="1200" cap="none" spc="0" normalizeH="0" baseline="0" noProof="0" dirty="0">
                <a:ln>
                  <a:noFill/>
                </a:ln>
                <a:solidFill>
                  <a:srgbClr val="18233A"/>
                </a:solidFill>
                <a:effectLst/>
                <a:uLnTx/>
                <a:uFillTx/>
                <a:latin typeface="+mj-ea"/>
                <a:ea typeface="+mj-ea"/>
                <a:cs typeface="+mn-cs"/>
              </a:rPr>
              <a:t>AI </a:t>
            </a:r>
            <a:r>
              <a:rPr kumimoji="0" sz="2800" b="1" i="0" u="none" strike="noStrike" kern="1200" cap="none" spc="0" normalizeH="0" baseline="0" noProof="0" dirty="0" err="1">
                <a:ln>
                  <a:noFill/>
                </a:ln>
                <a:solidFill>
                  <a:srgbClr val="18233A"/>
                </a:solidFill>
                <a:effectLst/>
                <a:uLnTx/>
                <a:uFillTx/>
                <a:latin typeface="+mj-ea"/>
                <a:ea typeface="+mj-ea"/>
                <a:cs typeface="+mn-cs"/>
              </a:rPr>
              <a:t>모델과</a:t>
            </a:r>
            <a:r>
              <a:rPr kumimoji="0" sz="2800" b="1" i="0" u="none" strike="noStrike" kern="1200" cap="none" spc="0" normalizeH="0" baseline="0" noProof="0" dirty="0">
                <a:ln>
                  <a:noFill/>
                </a:ln>
                <a:solidFill>
                  <a:srgbClr val="18233A"/>
                </a:solidFill>
                <a:effectLst/>
                <a:uLnTx/>
                <a:uFillTx/>
                <a:latin typeface="+mj-ea"/>
                <a:ea typeface="+mj-ea"/>
                <a:cs typeface="+mn-cs"/>
              </a:rPr>
              <a:t> </a:t>
            </a:r>
            <a:r>
              <a:rPr kumimoji="0" sz="2800" b="1" i="0" u="none" strike="noStrike" kern="1200" cap="none" spc="0" normalizeH="0" baseline="0" noProof="0" dirty="0" err="1">
                <a:ln>
                  <a:noFill/>
                </a:ln>
                <a:solidFill>
                  <a:srgbClr val="18233A"/>
                </a:solidFill>
                <a:effectLst/>
                <a:uLnTx/>
                <a:uFillTx/>
                <a:latin typeface="+mj-ea"/>
                <a:ea typeface="+mj-ea"/>
                <a:cs typeface="+mn-cs"/>
              </a:rPr>
              <a:t>학습</a:t>
            </a:r>
            <a:r>
              <a:rPr kumimoji="0" sz="2800" b="1" i="0" u="none" strike="noStrike" kern="1200" cap="none" spc="0" normalizeH="0" baseline="0" noProof="0" dirty="0">
                <a:ln>
                  <a:noFill/>
                </a:ln>
                <a:solidFill>
                  <a:srgbClr val="18233A"/>
                </a:solidFill>
                <a:effectLst/>
                <a:uLnTx/>
                <a:uFillTx/>
                <a:latin typeface="+mj-ea"/>
                <a:ea typeface="+mj-ea"/>
                <a:cs typeface="+mn-cs"/>
              </a:rPr>
              <a:t> </a:t>
            </a:r>
            <a:r>
              <a:rPr kumimoji="0" sz="2800" b="1" i="0" u="none" strike="noStrike" kern="1200" cap="none" spc="0" normalizeH="0" baseline="0" noProof="0" dirty="0" err="1">
                <a:ln>
                  <a:noFill/>
                </a:ln>
                <a:solidFill>
                  <a:srgbClr val="18233A"/>
                </a:solidFill>
                <a:effectLst/>
                <a:uLnTx/>
                <a:uFillTx/>
                <a:latin typeface="+mj-ea"/>
                <a:ea typeface="+mj-ea"/>
                <a:cs typeface="+mn-cs"/>
              </a:rPr>
              <a:t>전략</a:t>
            </a:r>
            <a:endParaRPr kumimoji="0" sz="2800" b="1" i="0" u="none" strike="noStrike" kern="1200" cap="none" spc="0" normalizeH="0" baseline="0" noProof="0" dirty="0">
              <a:ln>
                <a:noFill/>
              </a:ln>
              <a:solidFill>
                <a:srgbClr val="18233A"/>
              </a:solidFill>
              <a:effectLst/>
              <a:uLnTx/>
              <a:uFillTx/>
              <a:latin typeface="+mj-ea"/>
              <a:ea typeface="+mj-ea"/>
              <a:cs typeface="+mn-cs"/>
            </a:endParaRP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343F8999-7F54-EA35-5F65-F74137784EB0}"/>
              </a:ext>
            </a:extLst>
          </p:cNvPr>
          <p:cNvSpPr txBox="1"/>
          <p:nvPr/>
        </p:nvSpPr>
        <p:spPr>
          <a:xfrm>
            <a:off x="676656" y="987552"/>
            <a:ext cx="10607040" cy="38404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marL="0" marR="0" lvl="0" indent="0" algn="l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 sz="1250">
                <a:solidFill>
                  <a:srgbClr val="5C6574"/>
                </a:solidFill>
              </a:defRPr>
            </a:pPr>
            <a:r>
              <a:rPr kumimoji="0" sz="1250" b="0" i="0" u="none" strike="noStrike" kern="1200" cap="none" spc="0" normalizeH="0" baseline="0" noProof="0" dirty="0" err="1">
                <a:ln>
                  <a:noFill/>
                </a:ln>
                <a:solidFill>
                  <a:srgbClr val="5C6574"/>
                </a:solidFill>
                <a:effectLst/>
                <a:uLnTx/>
                <a:uFillTx/>
                <a:latin typeface="Calibri"/>
                <a:ea typeface="+mn-ea"/>
                <a:cs typeface="+mn-cs"/>
              </a:rPr>
              <a:t>관측</a:t>
            </a:r>
            <a:r>
              <a:rPr kumimoji="0" sz="1250" b="0" i="0" u="none" strike="noStrike" kern="1200" cap="none" spc="0" normalizeH="0" baseline="0" noProof="0" dirty="0">
                <a:ln>
                  <a:noFill/>
                </a:ln>
                <a:solidFill>
                  <a:srgbClr val="5C6574"/>
                </a:solidFill>
                <a:effectLst/>
                <a:uLnTx/>
                <a:uFillTx/>
                <a:latin typeface="Calibri"/>
                <a:ea typeface="+mn-ea"/>
                <a:cs typeface="+mn-cs"/>
              </a:rPr>
              <a:t> </a:t>
            </a:r>
            <a:r>
              <a:rPr kumimoji="0" sz="1250" b="0" i="0" u="none" strike="noStrike" kern="1200" cap="none" spc="0" normalizeH="0" baseline="0" noProof="0" dirty="0" err="1">
                <a:ln>
                  <a:noFill/>
                </a:ln>
                <a:solidFill>
                  <a:srgbClr val="5C6574"/>
                </a:solidFill>
                <a:effectLst/>
                <a:uLnTx/>
                <a:uFillTx/>
                <a:latin typeface="Calibri"/>
                <a:ea typeface="+mn-ea"/>
                <a:cs typeface="+mn-cs"/>
              </a:rPr>
              <a:t>격자의</a:t>
            </a:r>
            <a:r>
              <a:rPr kumimoji="0" sz="1250" b="0" i="0" u="none" strike="noStrike" kern="1200" cap="none" spc="0" normalizeH="0" baseline="0" noProof="0" dirty="0">
                <a:ln>
                  <a:noFill/>
                </a:ln>
                <a:solidFill>
                  <a:srgbClr val="5C6574"/>
                </a:solidFill>
                <a:effectLst/>
                <a:uLnTx/>
                <a:uFillTx/>
                <a:latin typeface="Calibri"/>
                <a:ea typeface="+mn-ea"/>
                <a:cs typeface="+mn-cs"/>
              </a:rPr>
              <a:t> </a:t>
            </a:r>
            <a:r>
              <a:rPr kumimoji="0" sz="1250" b="0" i="0" u="none" strike="noStrike" kern="1200" cap="none" spc="0" normalizeH="0" baseline="0" noProof="0" dirty="0" err="1">
                <a:ln>
                  <a:noFill/>
                </a:ln>
                <a:solidFill>
                  <a:srgbClr val="5C6574"/>
                </a:solidFill>
                <a:effectLst/>
                <a:uLnTx/>
                <a:uFillTx/>
                <a:latin typeface="Calibri"/>
                <a:ea typeface="+mn-ea"/>
                <a:cs typeface="+mn-cs"/>
              </a:rPr>
              <a:t>공간</a:t>
            </a:r>
            <a:r>
              <a:rPr kumimoji="0" sz="1250" b="0" i="0" u="none" strike="noStrike" kern="1200" cap="none" spc="0" normalizeH="0" baseline="0" noProof="0" dirty="0">
                <a:ln>
                  <a:noFill/>
                </a:ln>
                <a:solidFill>
                  <a:srgbClr val="5C6574"/>
                </a:solidFill>
                <a:effectLst/>
                <a:uLnTx/>
                <a:uFillTx/>
                <a:latin typeface="Calibri"/>
                <a:ea typeface="+mn-ea"/>
                <a:cs typeface="+mn-cs"/>
              </a:rPr>
              <a:t> </a:t>
            </a:r>
            <a:r>
              <a:rPr kumimoji="0" sz="1250" b="0" i="0" u="none" strike="noStrike" kern="1200" cap="none" spc="0" normalizeH="0" baseline="0" noProof="0" dirty="0" err="1">
                <a:ln>
                  <a:noFill/>
                </a:ln>
                <a:solidFill>
                  <a:srgbClr val="5C6574"/>
                </a:solidFill>
                <a:effectLst/>
                <a:uLnTx/>
                <a:uFillTx/>
                <a:latin typeface="Calibri"/>
                <a:ea typeface="+mn-ea"/>
                <a:cs typeface="+mn-cs"/>
              </a:rPr>
              <a:t>특징과</a:t>
            </a:r>
            <a:r>
              <a:rPr kumimoji="0" sz="1250" b="0" i="0" u="none" strike="noStrike" kern="1200" cap="none" spc="0" normalizeH="0" baseline="0" noProof="0" dirty="0">
                <a:ln>
                  <a:noFill/>
                </a:ln>
                <a:solidFill>
                  <a:srgbClr val="5C6574"/>
                </a:solidFill>
                <a:effectLst/>
                <a:uLnTx/>
                <a:uFillTx/>
                <a:latin typeface="Calibri"/>
                <a:ea typeface="+mn-ea"/>
                <a:cs typeface="+mn-cs"/>
              </a:rPr>
              <a:t> </a:t>
            </a:r>
            <a:r>
              <a:rPr kumimoji="0" lang="ko-KR" altLang="en-US" sz="1250" b="0" i="0" u="none" strike="noStrike" kern="1200" cap="none" spc="0" normalizeH="0" baseline="0" noProof="0" dirty="0">
                <a:ln>
                  <a:noFill/>
                </a:ln>
                <a:solidFill>
                  <a:srgbClr val="5C6574"/>
                </a:solidFill>
                <a:effectLst/>
                <a:uLnTx/>
                <a:uFillTx/>
                <a:latin typeface="Calibri"/>
                <a:ea typeface="+mn-ea"/>
                <a:cs typeface="+mn-cs"/>
              </a:rPr>
              <a:t>희소 </a:t>
            </a:r>
            <a:r>
              <a:rPr kumimoji="0" sz="1250" b="0" i="0" u="none" strike="noStrike" kern="1200" cap="none" spc="0" normalizeH="0" baseline="0" noProof="0" dirty="0" err="1">
                <a:ln>
                  <a:noFill/>
                </a:ln>
                <a:solidFill>
                  <a:srgbClr val="5C6574"/>
                </a:solidFill>
                <a:effectLst/>
                <a:uLnTx/>
                <a:uFillTx/>
                <a:latin typeface="Calibri"/>
                <a:ea typeface="+mn-ea"/>
                <a:cs typeface="+mn-cs"/>
              </a:rPr>
              <a:t>부호</a:t>
            </a:r>
            <a:r>
              <a:rPr kumimoji="0" sz="1250" b="0" i="0" u="none" strike="noStrike" kern="1200" cap="none" spc="0" normalizeH="0" baseline="0" noProof="0" dirty="0">
                <a:ln>
                  <a:noFill/>
                </a:ln>
                <a:solidFill>
                  <a:srgbClr val="5C6574"/>
                </a:solidFill>
                <a:effectLst/>
                <a:uLnTx/>
                <a:uFillTx/>
                <a:latin typeface="Calibri"/>
                <a:ea typeface="+mn-ea"/>
                <a:cs typeface="+mn-cs"/>
              </a:rPr>
              <a:t> </a:t>
            </a:r>
            <a:r>
              <a:rPr kumimoji="0" sz="1250" b="0" i="0" u="none" strike="noStrike" kern="1200" cap="none" spc="0" normalizeH="0" baseline="0" noProof="0" dirty="0" err="1">
                <a:ln>
                  <a:noFill/>
                </a:ln>
                <a:solidFill>
                  <a:srgbClr val="5C6574"/>
                </a:solidFill>
                <a:effectLst/>
                <a:uLnTx/>
                <a:uFillTx/>
                <a:latin typeface="Calibri"/>
                <a:ea typeface="+mn-ea"/>
                <a:cs typeface="+mn-cs"/>
              </a:rPr>
              <a:t>정보를</a:t>
            </a:r>
            <a:r>
              <a:rPr kumimoji="0" sz="1250" b="0" i="0" u="none" strike="noStrike" kern="1200" cap="none" spc="0" normalizeH="0" baseline="0" noProof="0" dirty="0">
                <a:ln>
                  <a:noFill/>
                </a:ln>
                <a:solidFill>
                  <a:srgbClr val="5C6574"/>
                </a:solidFill>
                <a:effectLst/>
                <a:uLnTx/>
                <a:uFillTx/>
                <a:latin typeface="Calibri"/>
                <a:ea typeface="+mn-ea"/>
                <a:cs typeface="+mn-cs"/>
              </a:rPr>
              <a:t> </a:t>
            </a:r>
            <a:r>
              <a:rPr kumimoji="0" sz="1250" b="0" i="0" u="none" strike="noStrike" kern="1200" cap="none" spc="0" normalizeH="0" baseline="0" noProof="0" dirty="0" err="1">
                <a:ln>
                  <a:noFill/>
                </a:ln>
                <a:solidFill>
                  <a:srgbClr val="5C6574"/>
                </a:solidFill>
                <a:effectLst/>
                <a:uLnTx/>
                <a:uFillTx/>
                <a:latin typeface="Calibri"/>
                <a:ea typeface="+mn-ea"/>
                <a:cs typeface="+mn-cs"/>
              </a:rPr>
              <a:t>결합해</a:t>
            </a:r>
            <a:r>
              <a:rPr kumimoji="0" sz="1250" b="0" i="0" u="none" strike="noStrike" kern="1200" cap="none" spc="0" normalizeH="0" baseline="0" noProof="0" dirty="0">
                <a:ln>
                  <a:noFill/>
                </a:ln>
                <a:solidFill>
                  <a:srgbClr val="5C6574"/>
                </a:solidFill>
                <a:effectLst/>
                <a:uLnTx/>
                <a:uFillTx/>
                <a:latin typeface="Calibri"/>
                <a:ea typeface="+mn-ea"/>
                <a:cs typeface="+mn-cs"/>
              </a:rPr>
              <a:t> </a:t>
            </a:r>
            <a:r>
              <a:rPr kumimoji="0" sz="1250" b="0" i="0" u="none" strike="noStrike" kern="1200" cap="none" spc="0" normalizeH="0" baseline="0" noProof="0" dirty="0" err="1">
                <a:ln>
                  <a:noFill/>
                </a:ln>
                <a:solidFill>
                  <a:srgbClr val="5C6574"/>
                </a:solidFill>
                <a:effectLst/>
                <a:uLnTx/>
                <a:uFillTx/>
                <a:latin typeface="Calibri"/>
                <a:ea typeface="+mn-ea"/>
                <a:cs typeface="+mn-cs"/>
              </a:rPr>
              <a:t>위치와</a:t>
            </a:r>
            <a:r>
              <a:rPr kumimoji="0" sz="1250" b="0" i="0" u="none" strike="noStrike" kern="1200" cap="none" spc="0" normalizeH="0" baseline="0" noProof="0" dirty="0">
                <a:ln>
                  <a:noFill/>
                </a:ln>
                <a:solidFill>
                  <a:srgbClr val="5C6574"/>
                </a:solidFill>
                <a:effectLst/>
                <a:uLnTx/>
                <a:uFillTx/>
                <a:latin typeface="Calibri"/>
                <a:ea typeface="+mn-ea"/>
                <a:cs typeface="+mn-cs"/>
              </a:rPr>
              <a:t> </a:t>
            </a:r>
            <a:r>
              <a:rPr kumimoji="0" sz="1250" b="0" i="0" u="none" strike="noStrike" kern="1200" cap="none" spc="0" normalizeH="0" baseline="0" noProof="0" dirty="0" err="1">
                <a:ln>
                  <a:noFill/>
                </a:ln>
                <a:solidFill>
                  <a:srgbClr val="5C6574"/>
                </a:solidFill>
                <a:effectLst/>
                <a:uLnTx/>
                <a:uFillTx/>
                <a:latin typeface="Calibri"/>
                <a:ea typeface="+mn-ea"/>
                <a:cs typeface="+mn-cs"/>
              </a:rPr>
              <a:t>전하량을</a:t>
            </a:r>
            <a:r>
              <a:rPr kumimoji="0" sz="1250" b="0" i="0" u="none" strike="noStrike" kern="1200" cap="none" spc="0" normalizeH="0" baseline="0" noProof="0" dirty="0">
                <a:ln>
                  <a:noFill/>
                </a:ln>
                <a:solidFill>
                  <a:srgbClr val="5C6574"/>
                </a:solidFill>
                <a:effectLst/>
                <a:uLnTx/>
                <a:uFillTx/>
                <a:latin typeface="Calibri"/>
                <a:ea typeface="+mn-ea"/>
                <a:cs typeface="+mn-cs"/>
              </a:rPr>
              <a:t> </a:t>
            </a:r>
            <a:r>
              <a:rPr kumimoji="0" sz="1250" b="0" i="0" u="none" strike="noStrike" kern="1200" cap="none" spc="0" normalizeH="0" baseline="0" noProof="0" dirty="0" err="1">
                <a:ln>
                  <a:noFill/>
                </a:ln>
                <a:solidFill>
                  <a:srgbClr val="5C6574"/>
                </a:solidFill>
                <a:effectLst/>
                <a:uLnTx/>
                <a:uFillTx/>
                <a:latin typeface="Calibri"/>
                <a:ea typeface="+mn-ea"/>
                <a:cs typeface="+mn-cs"/>
              </a:rPr>
              <a:t>동시에</a:t>
            </a:r>
            <a:r>
              <a:rPr kumimoji="0" sz="1250" b="0" i="0" u="none" strike="noStrike" kern="1200" cap="none" spc="0" normalizeH="0" baseline="0" noProof="0" dirty="0">
                <a:ln>
                  <a:noFill/>
                </a:ln>
                <a:solidFill>
                  <a:srgbClr val="5C6574"/>
                </a:solidFill>
                <a:effectLst/>
                <a:uLnTx/>
                <a:uFillTx/>
                <a:latin typeface="Calibri"/>
                <a:ea typeface="+mn-ea"/>
                <a:cs typeface="+mn-cs"/>
              </a:rPr>
              <a:t> </a:t>
            </a:r>
            <a:r>
              <a:rPr kumimoji="0" sz="1250" b="0" i="0" u="none" strike="noStrike" kern="1200" cap="none" spc="0" normalizeH="0" baseline="0" noProof="0" dirty="0" err="1">
                <a:ln>
                  <a:noFill/>
                </a:ln>
                <a:solidFill>
                  <a:srgbClr val="5C6574"/>
                </a:solidFill>
                <a:effectLst/>
                <a:uLnTx/>
                <a:uFillTx/>
                <a:latin typeface="Calibri"/>
                <a:ea typeface="+mn-ea"/>
                <a:cs typeface="+mn-cs"/>
              </a:rPr>
              <a:t>추정한다</a:t>
            </a:r>
            <a:r>
              <a:rPr kumimoji="0" sz="1250" b="0" i="0" u="none" strike="noStrike" kern="1200" cap="none" spc="0" normalizeH="0" baseline="0" noProof="0" dirty="0">
                <a:ln>
                  <a:noFill/>
                </a:ln>
                <a:solidFill>
                  <a:srgbClr val="5C6574"/>
                </a:solidFill>
                <a:effectLst/>
                <a:uLnTx/>
                <a:uFillTx/>
                <a:latin typeface="Calibri"/>
                <a:ea typeface="+mn-ea"/>
                <a:cs typeface="+mn-cs"/>
              </a:rPr>
              <a:t>.</a:t>
            </a:r>
          </a:p>
        </p:txBody>
      </p:sp>
      <p:sp>
        <p:nvSpPr>
          <p:cNvPr id="6" name="Rectangle 5">
            <a:extLst>
              <a:ext uri="{FF2B5EF4-FFF2-40B4-BE49-F238E27FC236}">
                <a16:creationId xmlns:a16="http://schemas.microsoft.com/office/drawing/2014/main" id="{F3C7F089-1983-0865-87FB-AADF50FEAD5B}"/>
              </a:ext>
            </a:extLst>
          </p:cNvPr>
          <p:cNvSpPr/>
          <p:nvPr/>
        </p:nvSpPr>
        <p:spPr>
          <a:xfrm>
            <a:off x="676656" y="1353312"/>
            <a:ext cx="566928" cy="41148"/>
          </a:xfrm>
          <a:prstGeom prst="rect">
            <a:avLst/>
          </a:prstGeom>
          <a:solidFill>
            <a:srgbClr val="315EB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Calibri"/>
              <a:ea typeface="+mn-ea"/>
              <a:cs typeface="+mn-cs"/>
            </a:endParaRPr>
          </a:p>
        </p:txBody>
      </p:sp>
      <p:sp>
        <p:nvSpPr>
          <p:cNvPr id="7" name="Rounded Rectangle 6">
            <a:extLst>
              <a:ext uri="{FF2B5EF4-FFF2-40B4-BE49-F238E27FC236}">
                <a16:creationId xmlns:a16="http://schemas.microsoft.com/office/drawing/2014/main" id="{5E4C11F6-0660-6B04-3CB8-FD22675CC0E5}"/>
              </a:ext>
            </a:extLst>
          </p:cNvPr>
          <p:cNvSpPr/>
          <p:nvPr/>
        </p:nvSpPr>
        <p:spPr>
          <a:xfrm>
            <a:off x="777240" y="1737360"/>
            <a:ext cx="3383280" cy="1385883"/>
          </a:xfrm>
          <a:prstGeom prst="roundRect">
            <a:avLst/>
          </a:prstGeom>
          <a:solidFill>
            <a:srgbClr val="FFFFFF"/>
          </a:solidFill>
          <a:ln>
            <a:solidFill>
              <a:srgbClr val="E6EBF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Calibri"/>
              <a:ea typeface="+mn-ea"/>
              <a:cs typeface="+mn-cs"/>
            </a:endParaRPr>
          </a:p>
        </p:txBody>
      </p:sp>
      <p:sp>
        <p:nvSpPr>
          <p:cNvPr id="8" name="Rectangle 7">
            <a:extLst>
              <a:ext uri="{FF2B5EF4-FFF2-40B4-BE49-F238E27FC236}">
                <a16:creationId xmlns:a16="http://schemas.microsoft.com/office/drawing/2014/main" id="{1358AB85-1752-68A9-8B62-45F64F2EE290}"/>
              </a:ext>
            </a:extLst>
          </p:cNvPr>
          <p:cNvSpPr/>
          <p:nvPr/>
        </p:nvSpPr>
        <p:spPr>
          <a:xfrm>
            <a:off x="777240" y="1737360"/>
            <a:ext cx="73152" cy="1385883"/>
          </a:xfrm>
          <a:prstGeom prst="rect">
            <a:avLst/>
          </a:prstGeom>
          <a:solidFill>
            <a:srgbClr val="315EB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Calibri"/>
              <a:ea typeface="+mn-ea"/>
              <a:cs typeface="+mn-cs"/>
            </a:endParaRPr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49C413B0-374A-22B2-667E-5763868BB1B7}"/>
              </a:ext>
            </a:extLst>
          </p:cNvPr>
          <p:cNvSpPr txBox="1"/>
          <p:nvPr/>
        </p:nvSpPr>
        <p:spPr>
          <a:xfrm>
            <a:off x="1005840" y="1901952"/>
            <a:ext cx="1531188" cy="338554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marL="0" marR="0" lvl="0" indent="0" algn="l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 sz="1600" b="1">
                <a:solidFill>
                  <a:srgbClr val="18233A"/>
                </a:solidFill>
              </a:defRPr>
            </a:pPr>
            <a:r>
              <a:rPr kumimoji="0" sz="1600" b="1" i="0" u="none" strike="noStrike" kern="1200" cap="none" spc="0" normalizeH="0" baseline="0" noProof="0" dirty="0" err="1">
                <a:ln>
                  <a:noFill/>
                </a:ln>
                <a:solidFill>
                  <a:srgbClr val="18233A"/>
                </a:solidFill>
                <a:effectLst/>
                <a:uLnTx/>
                <a:uFillTx/>
                <a:latin typeface="+mj-ea"/>
                <a:ea typeface="+mj-ea"/>
                <a:cs typeface="+mn-cs"/>
              </a:rPr>
              <a:t>공간</a:t>
            </a:r>
            <a:r>
              <a:rPr kumimoji="0" sz="1600" b="1" i="0" u="none" strike="noStrike" kern="1200" cap="none" spc="0" normalizeH="0" baseline="0" noProof="0" dirty="0">
                <a:ln>
                  <a:noFill/>
                </a:ln>
                <a:solidFill>
                  <a:srgbClr val="18233A"/>
                </a:solidFill>
                <a:effectLst/>
                <a:uLnTx/>
                <a:uFillTx/>
                <a:latin typeface="+mj-ea"/>
                <a:ea typeface="+mj-ea"/>
                <a:cs typeface="+mn-cs"/>
              </a:rPr>
              <a:t> </a:t>
            </a:r>
            <a:r>
              <a:rPr kumimoji="0" sz="1600" b="1" i="0" u="none" strike="noStrike" kern="1200" cap="none" spc="0" normalizeH="0" baseline="0" noProof="0" dirty="0" err="1">
                <a:ln>
                  <a:noFill/>
                </a:ln>
                <a:solidFill>
                  <a:srgbClr val="18233A"/>
                </a:solidFill>
                <a:effectLst/>
                <a:uLnTx/>
                <a:uFillTx/>
                <a:latin typeface="+mj-ea"/>
                <a:ea typeface="+mj-ea"/>
                <a:cs typeface="+mn-cs"/>
              </a:rPr>
              <a:t>특징</a:t>
            </a:r>
            <a:r>
              <a:rPr kumimoji="0" sz="1600" b="1" i="0" u="none" strike="noStrike" kern="1200" cap="none" spc="0" normalizeH="0" baseline="0" noProof="0" dirty="0">
                <a:ln>
                  <a:noFill/>
                </a:ln>
                <a:solidFill>
                  <a:srgbClr val="18233A"/>
                </a:solidFill>
                <a:effectLst/>
                <a:uLnTx/>
                <a:uFillTx/>
                <a:latin typeface="+mj-ea"/>
                <a:ea typeface="+mj-ea"/>
                <a:cs typeface="+mn-cs"/>
              </a:rPr>
              <a:t> </a:t>
            </a:r>
            <a:r>
              <a:rPr kumimoji="0" sz="1600" b="1" i="0" u="none" strike="noStrike" kern="1200" cap="none" spc="0" normalizeH="0" baseline="0" noProof="0" dirty="0" err="1">
                <a:ln>
                  <a:noFill/>
                </a:ln>
                <a:solidFill>
                  <a:srgbClr val="18233A"/>
                </a:solidFill>
                <a:effectLst/>
                <a:uLnTx/>
                <a:uFillTx/>
                <a:latin typeface="+mj-ea"/>
                <a:ea typeface="+mj-ea"/>
                <a:cs typeface="+mn-cs"/>
              </a:rPr>
              <a:t>추출</a:t>
            </a:r>
            <a:endParaRPr kumimoji="0" sz="1600" b="1" i="0" u="none" strike="noStrike" kern="1200" cap="none" spc="0" normalizeH="0" baseline="0" noProof="0" dirty="0">
              <a:ln>
                <a:noFill/>
              </a:ln>
              <a:solidFill>
                <a:srgbClr val="18233A"/>
              </a:solidFill>
              <a:effectLst/>
              <a:uLnTx/>
              <a:uFillTx/>
              <a:latin typeface="+mj-ea"/>
              <a:ea typeface="+mj-ea"/>
              <a:cs typeface="+mn-cs"/>
            </a:endParaRP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10" name="TextBox 9">
                <a:extLst>
                  <a:ext uri="{FF2B5EF4-FFF2-40B4-BE49-F238E27FC236}">
                    <a16:creationId xmlns:a16="http://schemas.microsoft.com/office/drawing/2014/main" id="{496EED5F-0944-E60D-FFA0-AF3918DC19CF}"/>
                  </a:ext>
                </a:extLst>
              </p:cNvPr>
              <p:cNvSpPr txBox="1"/>
              <p:nvPr/>
            </p:nvSpPr>
            <p:spPr>
              <a:xfrm>
                <a:off x="1005840" y="2377439"/>
                <a:ext cx="2971800" cy="718145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/>
              <a:p>
                <a:pPr lvl="0" defTabSz="457200" latinLnBrk="0">
                  <a:spcAft>
                    <a:spcPts val="800"/>
                  </a:spcAft>
                  <a:defRPr sz="1700">
                    <a:solidFill>
                      <a:srgbClr val="5C6574"/>
                    </a:solidFill>
                  </a:defRPr>
                </a:pPr>
                <a14:m>
                  <m:oMath xmlns:m="http://schemas.openxmlformats.org/officeDocument/2006/math">
                    <m:sSub>
                      <m:sSubPr>
                        <m:ctrlPr>
                          <a:rPr lang="en-US" altLang="ko-KR" sz="1700" i="1">
                            <a:solidFill>
                              <a:srgbClr val="5C6574"/>
                            </a:solidFill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altLang="ko-KR" sz="1700" i="1">
                            <a:solidFill>
                              <a:srgbClr val="5C6574"/>
                            </a:solidFill>
                            <a:latin typeface="Cambria Math" panose="02040503050406030204" pitchFamily="18" charset="0"/>
                          </a:rPr>
                          <m:t>𝑔</m:t>
                        </m:r>
                      </m:e>
                      <m:sub>
                        <m:r>
                          <a:rPr lang="en-US" altLang="ko-KR" sz="1700" i="1">
                            <a:solidFill>
                              <a:srgbClr val="5C6574"/>
                            </a:solidFill>
                            <a:latin typeface="Cambria Math" panose="02040503050406030204" pitchFamily="18" charset="0"/>
                          </a:rPr>
                          <m:t>00</m:t>
                        </m:r>
                      </m:sub>
                    </m:sSub>
                    <m:r>
                      <a:rPr lang="en-US" altLang="ko-KR" sz="1700" i="1">
                        <a:solidFill>
                          <a:srgbClr val="5C6574"/>
                        </a:solidFill>
                        <a:latin typeface="Cambria Math" panose="02040503050406030204" pitchFamily="18" charset="0"/>
                      </a:rPr>
                      <m:t> </m:t>
                    </m:r>
                  </m:oMath>
                </a14:m>
                <a:r>
                  <a:rPr kumimoji="0" lang="ko-KR" altLang="en-US" sz="1700" b="0" i="0" u="none" strike="noStrike" kern="1200" cap="none" spc="0" normalizeH="0" baseline="0" noProof="0" dirty="0">
                    <a:ln>
                      <a:noFill/>
                    </a:ln>
                    <a:solidFill>
                      <a:srgbClr val="5C6574"/>
                    </a:solidFill>
                    <a:effectLst/>
                    <a:uLnTx/>
                    <a:uFillTx/>
                    <a:latin typeface="+mn-ea"/>
                    <a:cs typeface="+mn-cs"/>
                  </a:rPr>
                  <a:t>→ </a:t>
                </a:r>
                <a:r>
                  <a:rPr kumimoji="0" lang="en-US" altLang="ko-KR" sz="1700" b="0" i="0" u="none" strike="noStrike" kern="1200" cap="none" spc="0" normalizeH="0" baseline="0" noProof="0" dirty="0">
                    <a:ln>
                      <a:noFill/>
                    </a:ln>
                    <a:solidFill>
                      <a:srgbClr val="5C6574"/>
                    </a:solidFill>
                    <a:effectLst/>
                    <a:uLnTx/>
                    <a:uFillTx/>
                    <a:latin typeface="+mn-ea"/>
                    <a:cs typeface="+mn-cs"/>
                  </a:rPr>
                  <a:t>CNN</a:t>
                </a:r>
                <a:endParaRPr kumimoji="0" lang="ko-KR" altLang="en-US" sz="1700" b="0" i="0" u="none" strike="noStrike" kern="1200" cap="none" spc="0" normalizeH="0" baseline="0" noProof="0" dirty="0">
                  <a:ln>
                    <a:noFill/>
                  </a:ln>
                  <a:solidFill>
                    <a:srgbClr val="5C6574"/>
                  </a:solidFill>
                  <a:effectLst/>
                  <a:uLnTx/>
                  <a:uFillTx/>
                  <a:latin typeface="+mn-ea"/>
                  <a:cs typeface="+mn-cs"/>
                </a:endParaRPr>
              </a:p>
              <a:p>
                <a:pPr marL="0" marR="0" lvl="0" indent="0" algn="l" defTabSz="4572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800"/>
                  </a:spcAft>
                  <a:buClrTx/>
                  <a:buSzTx/>
                  <a:buFontTx/>
                  <a:buNone/>
                  <a:tabLst/>
                  <a:defRPr sz="1700">
                    <a:solidFill>
                      <a:srgbClr val="5C6574"/>
                    </a:solidFill>
                  </a:defRPr>
                </a:pPr>
                <a:r>
                  <a:rPr kumimoji="0" lang="ko-KR" altLang="en-US" sz="1700" b="0" i="0" u="none" strike="noStrike" kern="1200" cap="none" spc="0" normalizeH="0" baseline="0" noProof="0" dirty="0">
                    <a:ln>
                      <a:noFill/>
                    </a:ln>
                    <a:solidFill>
                      <a:srgbClr val="5C6574"/>
                    </a:solidFill>
                    <a:effectLst/>
                    <a:uLnTx/>
                    <a:uFillTx/>
                    <a:latin typeface="+mn-ea"/>
                    <a:cs typeface="+mn-cs"/>
                  </a:rPr>
                  <a:t>격자의 패턴 학습</a:t>
                </a:r>
                <a:r>
                  <a:rPr kumimoji="0" lang="en-US" altLang="ko-KR" sz="1700" b="0" i="0" u="none" strike="noStrike" kern="1200" cap="none" spc="0" normalizeH="0" baseline="0" noProof="0" dirty="0">
                    <a:ln>
                      <a:noFill/>
                    </a:ln>
                    <a:solidFill>
                      <a:srgbClr val="5C6574"/>
                    </a:solidFill>
                    <a:effectLst/>
                    <a:uLnTx/>
                    <a:uFillTx/>
                    <a:latin typeface="+mn-ea"/>
                    <a:cs typeface="+mn-cs"/>
                  </a:rPr>
                  <a:t>.</a:t>
                </a:r>
                <a:endParaRPr kumimoji="0" sz="1700" b="0" i="0" u="none" strike="noStrike" kern="1200" cap="none" spc="0" normalizeH="0" baseline="0" noProof="0" dirty="0">
                  <a:ln>
                    <a:noFill/>
                  </a:ln>
                  <a:solidFill>
                    <a:srgbClr val="5C6574"/>
                  </a:solidFill>
                  <a:effectLst/>
                  <a:uLnTx/>
                  <a:uFillTx/>
                  <a:latin typeface="+mn-ea"/>
                  <a:cs typeface="+mn-cs"/>
                </a:endParaRPr>
              </a:p>
            </p:txBody>
          </p:sp>
        </mc:Choice>
        <mc:Fallback xmlns="">
          <p:sp>
            <p:nvSpPr>
              <p:cNvPr id="10" name="TextBox 9">
                <a:extLst>
                  <a:ext uri="{FF2B5EF4-FFF2-40B4-BE49-F238E27FC236}">
                    <a16:creationId xmlns:a16="http://schemas.microsoft.com/office/drawing/2014/main" id="{496EED5F-0944-E60D-FFA0-AF3918DC19CF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1005840" y="2377439"/>
                <a:ext cx="2971800" cy="718145"/>
              </a:xfrm>
              <a:prstGeom prst="rect">
                <a:avLst/>
              </a:prstGeom>
              <a:blipFill>
                <a:blip r:embed="rId3"/>
                <a:stretch>
                  <a:fillRect l="-1230" t="-2542" b="-10169"/>
                </a:stretch>
              </a:blipFill>
            </p:spPr>
            <p:txBody>
              <a:bodyPr/>
              <a:lstStyle/>
              <a:p>
                <a:r>
                  <a:rPr lang="ko-KR" alt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11" name="Rounded Rectangle 10">
            <a:extLst>
              <a:ext uri="{FF2B5EF4-FFF2-40B4-BE49-F238E27FC236}">
                <a16:creationId xmlns:a16="http://schemas.microsoft.com/office/drawing/2014/main" id="{DDD29875-AC09-355D-5DBC-65069463CC69}"/>
              </a:ext>
            </a:extLst>
          </p:cNvPr>
          <p:cNvSpPr/>
          <p:nvPr/>
        </p:nvSpPr>
        <p:spPr>
          <a:xfrm>
            <a:off x="4407408" y="4264660"/>
            <a:ext cx="3383280" cy="1385883"/>
          </a:xfrm>
          <a:prstGeom prst="roundRect">
            <a:avLst/>
          </a:prstGeom>
          <a:solidFill>
            <a:srgbClr val="FFFFFF"/>
          </a:solidFill>
          <a:ln>
            <a:solidFill>
              <a:srgbClr val="E6EBF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Calibri"/>
              <a:ea typeface="+mn-ea"/>
              <a:cs typeface="+mn-cs"/>
            </a:endParaRPr>
          </a:p>
        </p:txBody>
      </p:sp>
      <p:sp>
        <p:nvSpPr>
          <p:cNvPr id="12" name="Rectangle 11">
            <a:extLst>
              <a:ext uri="{FF2B5EF4-FFF2-40B4-BE49-F238E27FC236}">
                <a16:creationId xmlns:a16="http://schemas.microsoft.com/office/drawing/2014/main" id="{D65FFC80-F704-F12C-92D5-DB045D787576}"/>
              </a:ext>
            </a:extLst>
          </p:cNvPr>
          <p:cNvSpPr/>
          <p:nvPr/>
        </p:nvSpPr>
        <p:spPr>
          <a:xfrm>
            <a:off x="4407408" y="4264660"/>
            <a:ext cx="73152" cy="1385883"/>
          </a:xfrm>
          <a:prstGeom prst="rect">
            <a:avLst/>
          </a:prstGeom>
          <a:solidFill>
            <a:srgbClr val="1F898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Calibri"/>
              <a:ea typeface="+mn-ea"/>
              <a:cs typeface="+mn-cs"/>
            </a:endParaRPr>
          </a:p>
        </p:txBody>
      </p:sp>
      <p:sp>
        <p:nvSpPr>
          <p:cNvPr id="13" name="TextBox 12">
            <a:extLst>
              <a:ext uri="{FF2B5EF4-FFF2-40B4-BE49-F238E27FC236}">
                <a16:creationId xmlns:a16="http://schemas.microsoft.com/office/drawing/2014/main" id="{9EE206EE-4225-3638-58AE-945C6165329D}"/>
              </a:ext>
            </a:extLst>
          </p:cNvPr>
          <p:cNvSpPr txBox="1"/>
          <p:nvPr/>
        </p:nvSpPr>
        <p:spPr>
          <a:xfrm>
            <a:off x="4636008" y="4429252"/>
            <a:ext cx="1063112" cy="338554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marL="0" marR="0" lvl="0" indent="0" algn="l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 sz="1600" b="1">
                <a:solidFill>
                  <a:srgbClr val="18233A"/>
                </a:solidFill>
              </a:defRPr>
            </a:pPr>
            <a:r>
              <a:rPr kumimoji="0" sz="1600" b="1" i="0" u="none" strike="noStrike" kern="1200" cap="none" spc="0" normalizeH="0" baseline="0" noProof="0" dirty="0" err="1">
                <a:ln>
                  <a:noFill/>
                </a:ln>
                <a:solidFill>
                  <a:srgbClr val="18233A"/>
                </a:solidFill>
                <a:effectLst/>
                <a:uLnTx/>
                <a:uFillTx/>
                <a:latin typeface="+mj-ea"/>
                <a:ea typeface="+mj-ea"/>
                <a:cs typeface="+mn-cs"/>
              </a:rPr>
              <a:t>정보</a:t>
            </a:r>
            <a:r>
              <a:rPr kumimoji="0" sz="1600" b="1" i="0" u="none" strike="noStrike" kern="1200" cap="none" spc="0" normalizeH="0" baseline="0" noProof="0" dirty="0">
                <a:ln>
                  <a:noFill/>
                </a:ln>
                <a:solidFill>
                  <a:srgbClr val="18233A"/>
                </a:solidFill>
                <a:effectLst/>
                <a:uLnTx/>
                <a:uFillTx/>
                <a:latin typeface="+mj-ea"/>
                <a:ea typeface="+mj-ea"/>
                <a:cs typeface="+mn-cs"/>
              </a:rPr>
              <a:t> </a:t>
            </a:r>
            <a:r>
              <a:rPr kumimoji="0" sz="1600" b="1" i="0" u="none" strike="noStrike" kern="1200" cap="none" spc="0" normalizeH="0" baseline="0" noProof="0" dirty="0" err="1">
                <a:ln>
                  <a:noFill/>
                </a:ln>
                <a:solidFill>
                  <a:srgbClr val="18233A"/>
                </a:solidFill>
                <a:effectLst/>
                <a:uLnTx/>
                <a:uFillTx/>
                <a:latin typeface="+mj-ea"/>
                <a:ea typeface="+mj-ea"/>
                <a:cs typeface="+mn-cs"/>
              </a:rPr>
              <a:t>결합</a:t>
            </a:r>
            <a:endParaRPr kumimoji="0" sz="1600" b="1" i="0" u="none" strike="noStrike" kern="1200" cap="none" spc="0" normalizeH="0" baseline="0" noProof="0" dirty="0">
              <a:ln>
                <a:noFill/>
              </a:ln>
              <a:solidFill>
                <a:srgbClr val="18233A"/>
              </a:solidFill>
              <a:effectLst/>
              <a:uLnTx/>
              <a:uFillTx/>
              <a:latin typeface="+mj-ea"/>
              <a:ea typeface="+mj-ea"/>
              <a:cs typeface="+mn-cs"/>
            </a:endParaRP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14" name="TextBox 13">
                <a:extLst>
                  <a:ext uri="{FF2B5EF4-FFF2-40B4-BE49-F238E27FC236}">
                    <a16:creationId xmlns:a16="http://schemas.microsoft.com/office/drawing/2014/main" id="{7D7E5A82-DAE1-A3A6-6792-8B91C704B228}"/>
                  </a:ext>
                </a:extLst>
              </p:cNvPr>
              <p:cNvSpPr txBox="1"/>
              <p:nvPr/>
            </p:nvSpPr>
            <p:spPr>
              <a:xfrm>
                <a:off x="4636008" y="4932398"/>
                <a:ext cx="3145534" cy="718145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/>
              <a:p>
                <a:pPr lvl="0" defTabSz="457200" latinLnBrk="0">
                  <a:spcAft>
                    <a:spcPts val="800"/>
                  </a:spcAft>
                  <a:defRPr sz="1700">
                    <a:solidFill>
                      <a:srgbClr val="5C6574"/>
                    </a:solidFill>
                  </a:defRPr>
                </a:pPr>
                <a14:m>
                  <m:oMath xmlns:m="http://schemas.openxmlformats.org/officeDocument/2006/math">
                    <m:sSub>
                      <m:sSubPr>
                        <m:ctrlPr>
                          <a:rPr lang="ko-KR" altLang="ar-AE" sz="1700" i="1">
                            <a:solidFill>
                              <a:srgbClr val="5C6574"/>
                            </a:solidFill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ko-KR" altLang="ar-AE" sz="1700" i="1">
                            <a:solidFill>
                              <a:srgbClr val="5C6574"/>
                            </a:solidFill>
                            <a:latin typeface="Cambria Math" panose="02040503050406030204" pitchFamily="18" charset="0"/>
                          </a:rPr>
                          <m:t>𝑔</m:t>
                        </m:r>
                      </m:e>
                      <m:sub>
                        <m:r>
                          <a:rPr lang="ar-AE" altLang="ko-KR" sz="1700" i="1">
                            <a:solidFill>
                              <a:srgbClr val="5C6574"/>
                            </a:solidFill>
                            <a:latin typeface="Cambria Math" panose="02040503050406030204" pitchFamily="18" charset="0"/>
                          </a:rPr>
                          <m:t>0</m:t>
                        </m:r>
                        <m:r>
                          <a:rPr lang="en-US" altLang="ko-KR" sz="1700" b="0" i="1" smtClean="0">
                            <a:solidFill>
                              <a:srgbClr val="5C6574"/>
                            </a:solidFill>
                            <a:latin typeface="Cambria Math" panose="02040503050406030204" pitchFamily="18" charset="0"/>
                          </a:rPr>
                          <m:t>5</m:t>
                        </m:r>
                      </m:sub>
                    </m:sSub>
                    <m:r>
                      <a:rPr lang="ar-AE" altLang="ko-KR" sz="1700" i="1">
                        <a:solidFill>
                          <a:srgbClr val="5C6574"/>
                        </a:solidFill>
                        <a:latin typeface="Cambria Math" panose="02040503050406030204" pitchFamily="18" charset="0"/>
                      </a:rPr>
                      <m:t> </m:t>
                    </m:r>
                  </m:oMath>
                </a14:m>
                <a:r>
                  <a:rPr kumimoji="0" lang="ko-KR" altLang="en-US" sz="1700" b="0" i="0" u="none" strike="noStrike" kern="1200" cap="none" spc="0" normalizeH="0" baseline="0" noProof="0" dirty="0">
                    <a:ln>
                      <a:noFill/>
                    </a:ln>
                    <a:solidFill>
                      <a:srgbClr val="5C6574"/>
                    </a:solidFill>
                    <a:effectLst/>
                    <a:uLnTx/>
                    <a:uFillTx/>
                    <a:latin typeface="+mn-ea"/>
                    <a:cs typeface="+mn-cs"/>
                  </a:rPr>
                  <a:t> 부분 제공</a:t>
                </a:r>
                <a:r>
                  <a:rPr kumimoji="0" lang="en-US" altLang="ko-KR" sz="1700" b="0" i="0" u="none" strike="noStrike" kern="1200" cap="none" spc="0" normalizeH="0" baseline="0" noProof="0" dirty="0">
                    <a:ln>
                      <a:noFill/>
                    </a:ln>
                    <a:solidFill>
                      <a:srgbClr val="5C6574"/>
                    </a:solidFill>
                    <a:effectLst/>
                    <a:uLnTx/>
                    <a:uFillTx/>
                    <a:latin typeface="+mn-ea"/>
                    <a:cs typeface="+mn-cs"/>
                  </a:rPr>
                  <a:t>.</a:t>
                </a:r>
                <a:endParaRPr kumimoji="0" lang="ko-KR" altLang="en-US" sz="1700" b="0" i="0" u="none" strike="noStrike" kern="1200" cap="none" spc="0" normalizeH="0" baseline="0" noProof="0" dirty="0">
                  <a:ln>
                    <a:noFill/>
                  </a:ln>
                  <a:solidFill>
                    <a:srgbClr val="5C6574"/>
                  </a:solidFill>
                  <a:effectLst/>
                  <a:uLnTx/>
                  <a:uFillTx/>
                  <a:latin typeface="+mn-ea"/>
                  <a:cs typeface="+mn-cs"/>
                </a:endParaRPr>
              </a:p>
              <a:p>
                <a:pPr marL="0" marR="0" lvl="0" indent="0" algn="l" defTabSz="4572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800"/>
                  </a:spcAft>
                  <a:buClrTx/>
                  <a:buSzTx/>
                  <a:buFontTx/>
                  <a:buNone/>
                  <a:tabLst/>
                  <a:defRPr sz="1700">
                    <a:solidFill>
                      <a:srgbClr val="5C6574"/>
                    </a:solidFill>
                  </a:defRPr>
                </a:pPr>
                <a:r>
                  <a:rPr kumimoji="0" lang="en-US" sz="1700" b="0" i="0" u="none" strike="noStrike" kern="1200" cap="none" spc="0" normalizeH="0" baseline="0" noProof="0" dirty="0">
                    <a:ln>
                      <a:noFill/>
                    </a:ln>
                    <a:solidFill>
                      <a:srgbClr val="5C6574"/>
                    </a:solidFill>
                    <a:effectLst/>
                    <a:uLnTx/>
                    <a:uFillTx/>
                    <a:latin typeface="+mn-ea"/>
                    <a:cs typeface="+mn-cs"/>
                  </a:rPr>
                  <a:t>CNN</a:t>
                </a:r>
                <a:r>
                  <a:rPr kumimoji="0" lang="ko-KR" altLang="en-US" sz="1700" b="0" i="0" u="none" strike="noStrike" kern="1200" cap="none" spc="0" normalizeH="0" baseline="0" noProof="0" dirty="0">
                    <a:ln>
                      <a:noFill/>
                    </a:ln>
                    <a:solidFill>
                      <a:srgbClr val="5C6574"/>
                    </a:solidFill>
                    <a:effectLst/>
                    <a:uLnTx/>
                    <a:uFillTx/>
                    <a:latin typeface="+mn-ea"/>
                    <a:cs typeface="+mn-cs"/>
                  </a:rPr>
                  <a:t>과 결합</a:t>
                </a:r>
                <a:r>
                  <a:rPr kumimoji="0" lang="en-US" altLang="ko-KR" sz="1700" b="0" i="0" u="none" strike="noStrike" kern="1200" cap="none" spc="0" normalizeH="0" baseline="0" noProof="0" dirty="0">
                    <a:ln>
                      <a:noFill/>
                    </a:ln>
                    <a:solidFill>
                      <a:srgbClr val="5C6574"/>
                    </a:solidFill>
                    <a:effectLst/>
                    <a:uLnTx/>
                    <a:uFillTx/>
                    <a:latin typeface="+mn-ea"/>
                    <a:cs typeface="+mn-cs"/>
                  </a:rPr>
                  <a:t>.</a:t>
                </a:r>
                <a:endParaRPr kumimoji="0" sz="1700" b="0" i="0" u="none" strike="noStrike" kern="1200" cap="none" spc="0" normalizeH="0" baseline="0" noProof="0" dirty="0">
                  <a:ln>
                    <a:noFill/>
                  </a:ln>
                  <a:solidFill>
                    <a:srgbClr val="5C6574"/>
                  </a:solidFill>
                  <a:effectLst/>
                  <a:uLnTx/>
                  <a:uFillTx/>
                  <a:latin typeface="+mn-ea"/>
                  <a:cs typeface="+mn-cs"/>
                </a:endParaRPr>
              </a:p>
            </p:txBody>
          </p:sp>
        </mc:Choice>
        <mc:Fallback xmlns="">
          <p:sp>
            <p:nvSpPr>
              <p:cNvPr id="14" name="TextBox 13">
                <a:extLst>
                  <a:ext uri="{FF2B5EF4-FFF2-40B4-BE49-F238E27FC236}">
                    <a16:creationId xmlns:a16="http://schemas.microsoft.com/office/drawing/2014/main" id="{7D7E5A82-DAE1-A3A6-6792-8B91C704B228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4636008" y="4932398"/>
                <a:ext cx="3145534" cy="718145"/>
              </a:xfrm>
              <a:prstGeom prst="rect">
                <a:avLst/>
              </a:prstGeom>
              <a:blipFill>
                <a:blip r:embed="rId4"/>
                <a:stretch>
                  <a:fillRect l="-1359" t="-2542" b="-11017"/>
                </a:stretch>
              </a:blipFill>
            </p:spPr>
            <p:txBody>
              <a:bodyPr/>
              <a:lstStyle/>
              <a:p>
                <a:r>
                  <a:rPr lang="ko-KR" alt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15" name="Rounded Rectangle 14">
            <a:extLst>
              <a:ext uri="{FF2B5EF4-FFF2-40B4-BE49-F238E27FC236}">
                <a16:creationId xmlns:a16="http://schemas.microsoft.com/office/drawing/2014/main" id="{09D87D50-D590-74B6-AFEC-7804F1BC6CCA}"/>
              </a:ext>
            </a:extLst>
          </p:cNvPr>
          <p:cNvSpPr/>
          <p:nvPr/>
        </p:nvSpPr>
        <p:spPr>
          <a:xfrm>
            <a:off x="8037575" y="1737361"/>
            <a:ext cx="3383280" cy="1385882"/>
          </a:xfrm>
          <a:prstGeom prst="roundRect">
            <a:avLst/>
          </a:prstGeom>
          <a:solidFill>
            <a:srgbClr val="FFFFFF"/>
          </a:solidFill>
          <a:ln>
            <a:solidFill>
              <a:srgbClr val="E6EBF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Calibri"/>
              <a:ea typeface="+mn-ea"/>
              <a:cs typeface="+mn-cs"/>
            </a:endParaRPr>
          </a:p>
        </p:txBody>
      </p:sp>
      <p:sp>
        <p:nvSpPr>
          <p:cNvPr id="16" name="Rectangle 15">
            <a:extLst>
              <a:ext uri="{FF2B5EF4-FFF2-40B4-BE49-F238E27FC236}">
                <a16:creationId xmlns:a16="http://schemas.microsoft.com/office/drawing/2014/main" id="{B0C25C67-90EB-1D35-794D-39BE130E3087}"/>
              </a:ext>
            </a:extLst>
          </p:cNvPr>
          <p:cNvSpPr/>
          <p:nvPr/>
        </p:nvSpPr>
        <p:spPr>
          <a:xfrm>
            <a:off x="8037575" y="1737361"/>
            <a:ext cx="73152" cy="1385882"/>
          </a:xfrm>
          <a:prstGeom prst="rect">
            <a:avLst/>
          </a:prstGeom>
          <a:solidFill>
            <a:srgbClr val="BE414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Calibri"/>
              <a:ea typeface="+mn-ea"/>
              <a:cs typeface="+mn-cs"/>
            </a:endParaRPr>
          </a:p>
        </p:txBody>
      </p:sp>
      <p:sp>
        <p:nvSpPr>
          <p:cNvPr id="17" name="TextBox 16">
            <a:extLst>
              <a:ext uri="{FF2B5EF4-FFF2-40B4-BE49-F238E27FC236}">
                <a16:creationId xmlns:a16="http://schemas.microsoft.com/office/drawing/2014/main" id="{879C1652-D878-4A79-E23A-3D93B75FA92D}"/>
              </a:ext>
            </a:extLst>
          </p:cNvPr>
          <p:cNvSpPr txBox="1"/>
          <p:nvPr/>
        </p:nvSpPr>
        <p:spPr>
          <a:xfrm>
            <a:off x="8266175" y="1901952"/>
            <a:ext cx="595035" cy="338554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marL="0" marR="0" lvl="0" indent="0" algn="l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 sz="1600" b="1">
                <a:solidFill>
                  <a:srgbClr val="18233A"/>
                </a:solidFill>
              </a:defRPr>
            </a:pPr>
            <a:r>
              <a:rPr kumimoji="0" sz="1600" b="1" i="0" u="none" strike="noStrike" kern="1200" cap="none" spc="0" normalizeH="0" baseline="0" noProof="0" dirty="0" err="1">
                <a:ln>
                  <a:noFill/>
                </a:ln>
                <a:solidFill>
                  <a:srgbClr val="18233A"/>
                </a:solidFill>
                <a:effectLst/>
                <a:uLnTx/>
                <a:uFillTx/>
                <a:latin typeface="+mj-ea"/>
                <a:ea typeface="+mj-ea"/>
                <a:cs typeface="+mn-cs"/>
              </a:rPr>
              <a:t>출력</a:t>
            </a:r>
            <a:endParaRPr kumimoji="0" sz="1600" b="1" i="0" u="none" strike="noStrike" kern="1200" cap="none" spc="0" normalizeH="0" baseline="0" noProof="0" dirty="0">
              <a:ln>
                <a:noFill/>
              </a:ln>
              <a:solidFill>
                <a:srgbClr val="18233A"/>
              </a:solidFill>
              <a:effectLst/>
              <a:uLnTx/>
              <a:uFillTx/>
              <a:latin typeface="+mj-ea"/>
              <a:ea typeface="+mj-ea"/>
              <a:cs typeface="+mn-cs"/>
            </a:endParaRPr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BF011AF1-8071-1C11-6CF0-ABFEF2F58A2C}"/>
              </a:ext>
            </a:extLst>
          </p:cNvPr>
          <p:cNvSpPr txBox="1"/>
          <p:nvPr/>
        </p:nvSpPr>
        <p:spPr>
          <a:xfrm>
            <a:off x="8156448" y="2346652"/>
            <a:ext cx="3145534" cy="71814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0" marR="0" lvl="0" indent="0" algn="l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800"/>
              </a:spcAft>
              <a:buClrTx/>
              <a:buSzTx/>
              <a:buFontTx/>
              <a:buNone/>
              <a:tabLst/>
              <a:defRPr sz="1700">
                <a:solidFill>
                  <a:srgbClr val="5C6574"/>
                </a:solidFill>
              </a:defRPr>
            </a:pPr>
            <a:r>
              <a:rPr kumimoji="0" lang="ko-KR" altLang="en-US" sz="1700" b="0" i="0" u="none" strike="noStrike" kern="1200" cap="none" spc="0" normalizeH="0" baseline="0" noProof="0" dirty="0">
                <a:ln>
                  <a:noFill/>
                </a:ln>
                <a:solidFill>
                  <a:srgbClr val="5C6574"/>
                </a:solidFill>
                <a:effectLst/>
                <a:uLnTx/>
                <a:uFillTx/>
                <a:latin typeface="+mn-ea"/>
                <a:cs typeface="+mn-cs"/>
              </a:rPr>
              <a:t>전하의 추정 위치 출력</a:t>
            </a:r>
            <a:r>
              <a:rPr kumimoji="0" lang="en-US" altLang="ko-KR" sz="1700" b="0" i="0" u="none" strike="noStrike" kern="1200" cap="none" spc="0" normalizeH="0" baseline="0" noProof="0" dirty="0">
                <a:ln>
                  <a:noFill/>
                </a:ln>
                <a:solidFill>
                  <a:srgbClr val="5C6574"/>
                </a:solidFill>
                <a:effectLst/>
                <a:uLnTx/>
                <a:uFillTx/>
                <a:latin typeface="+mn-ea"/>
                <a:cs typeface="+mn-cs"/>
              </a:rPr>
              <a:t>.</a:t>
            </a:r>
          </a:p>
          <a:p>
            <a:pPr marL="0" marR="0" lvl="0" indent="0" algn="l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800"/>
              </a:spcAft>
              <a:buClrTx/>
              <a:buSzTx/>
              <a:buFontTx/>
              <a:buNone/>
              <a:tabLst/>
              <a:defRPr sz="1700">
                <a:solidFill>
                  <a:srgbClr val="5C6574"/>
                </a:solidFill>
              </a:defRPr>
            </a:pPr>
            <a:r>
              <a:rPr lang="ko-KR" altLang="en-US" sz="1700" dirty="0">
                <a:solidFill>
                  <a:srgbClr val="5C6574"/>
                </a:solidFill>
                <a:latin typeface="+mn-ea"/>
              </a:rPr>
              <a:t>원본과 비교해 회귀</a:t>
            </a:r>
            <a:r>
              <a:rPr lang="en-US" altLang="ko-KR" sz="1700" dirty="0">
                <a:solidFill>
                  <a:srgbClr val="5C6574"/>
                </a:solidFill>
                <a:latin typeface="+mn-ea"/>
              </a:rPr>
              <a:t>.</a:t>
            </a:r>
            <a:endParaRPr kumimoji="0" sz="1700" b="0" i="0" u="none" strike="noStrike" kern="1200" cap="none" spc="0" normalizeH="0" baseline="0" noProof="0" dirty="0">
              <a:ln>
                <a:noFill/>
              </a:ln>
              <a:solidFill>
                <a:srgbClr val="5C6574"/>
              </a:solidFill>
              <a:effectLst/>
              <a:uLnTx/>
              <a:uFillTx/>
              <a:latin typeface="+mn-ea"/>
              <a:cs typeface="+mn-cs"/>
            </a:endParaRPr>
          </a:p>
        </p:txBody>
      </p:sp>
      <p:sp>
        <p:nvSpPr>
          <p:cNvPr id="18" name="화살표: 오른쪽 17">
            <a:extLst>
              <a:ext uri="{FF2B5EF4-FFF2-40B4-BE49-F238E27FC236}">
                <a16:creationId xmlns:a16="http://schemas.microsoft.com/office/drawing/2014/main" id="{A6A08272-230B-CE67-45CE-62EF47459F87}"/>
              </a:ext>
            </a:extLst>
          </p:cNvPr>
          <p:cNvSpPr/>
          <p:nvPr/>
        </p:nvSpPr>
        <p:spPr>
          <a:xfrm rot="2895005">
            <a:off x="3729774" y="3241717"/>
            <a:ext cx="1044372" cy="1041400"/>
          </a:xfrm>
          <a:prstGeom prst="rightArrow">
            <a:avLst>
              <a:gd name="adj1" fmla="val 32556"/>
              <a:gd name="adj2" fmla="val 40804"/>
            </a:avLst>
          </a:prstGeom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20" name="화살표: 오른쪽 19">
            <a:extLst>
              <a:ext uri="{FF2B5EF4-FFF2-40B4-BE49-F238E27FC236}">
                <a16:creationId xmlns:a16="http://schemas.microsoft.com/office/drawing/2014/main" id="{25C0403A-ACD3-F909-6120-568CFCD7A8E1}"/>
              </a:ext>
            </a:extLst>
          </p:cNvPr>
          <p:cNvSpPr/>
          <p:nvPr/>
        </p:nvSpPr>
        <p:spPr>
          <a:xfrm rot="18826984">
            <a:off x="7415273" y="3171264"/>
            <a:ext cx="1044372" cy="1041400"/>
          </a:xfrm>
          <a:prstGeom prst="rightArrow">
            <a:avLst>
              <a:gd name="adj1" fmla="val 32556"/>
              <a:gd name="adj2" fmla="val 40804"/>
            </a:avLst>
          </a:prstGeom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</p:spTree>
    <p:custDataLst>
      <p:tags r:id="rId1"/>
    </p:custDataLst>
    <p:extLst>
      <p:ext uri="{BB962C8B-B14F-4D97-AF65-F5344CB8AC3E}">
        <p14:creationId xmlns:p14="http://schemas.microsoft.com/office/powerpoint/2010/main" val="3686870284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5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" dur="50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1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3" dur="5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4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6" dur="5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7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9" dur="500"/>
                                        <p:tgtEl>
                                          <p:spTgt spid="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5" grpId="0" animBg="1"/>
      <p:bldP spid="16" grpId="0" animBg="1"/>
      <p:bldP spid="17" grpId="0"/>
      <p:bldP spid="5" grpId="0"/>
      <p:bldP spid="20" grpId="0" animBg="1"/>
    </p:bldLst>
  </p:timing>
</p:sld>
</file>

<file path=ppt/slides/slide3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8F9FC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1EBEB413-9279-1E0C-E4B7-89C6236DF6F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Box 2">
            <a:extLst>
              <a:ext uri="{FF2B5EF4-FFF2-40B4-BE49-F238E27FC236}">
                <a16:creationId xmlns:a16="http://schemas.microsoft.com/office/drawing/2014/main" id="{6FCD14B6-7D4D-8A04-72FF-CA2840D28003}"/>
              </a:ext>
            </a:extLst>
          </p:cNvPr>
          <p:cNvSpPr txBox="1"/>
          <p:nvPr/>
        </p:nvSpPr>
        <p:spPr>
          <a:xfrm>
            <a:off x="658368" y="384048"/>
            <a:ext cx="3546164" cy="5232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lvl="0" defTabSz="457200" latinLnBrk="0">
              <a:defRPr sz="2800" b="1">
                <a:solidFill>
                  <a:srgbClr val="18233A"/>
                </a:solidFill>
              </a:defRPr>
            </a:pPr>
            <a:r>
              <a:rPr kumimoji="0" lang="en-US" altLang="ko-KR" sz="2800" b="1" i="0" u="none" strike="noStrike" kern="1200" cap="none" spc="0" normalizeH="0" baseline="0" noProof="0" dirty="0">
                <a:ln>
                  <a:noFill/>
                </a:ln>
                <a:solidFill>
                  <a:srgbClr val="18233A"/>
                </a:solidFill>
                <a:effectLst/>
                <a:uLnTx/>
                <a:uFillTx/>
                <a:latin typeface="+mj-ea"/>
                <a:ea typeface="+mj-ea"/>
              </a:rPr>
              <a:t>AI</a:t>
            </a:r>
            <a:r>
              <a:rPr lang="en-US" altLang="ko-KR" sz="2800" b="1" dirty="0">
                <a:solidFill>
                  <a:srgbClr val="18233A"/>
                </a:solidFill>
                <a:latin typeface="+mj-ea"/>
                <a:ea typeface="+mj-ea"/>
              </a:rPr>
              <a:t> 3</a:t>
            </a:r>
            <a:r>
              <a:rPr kumimoji="0" lang="en-US" altLang="ko-KR" sz="2800" b="1" i="0" u="none" strike="noStrike" kern="1200" cap="none" spc="0" normalizeH="0" baseline="0" noProof="0" dirty="0">
                <a:ln>
                  <a:noFill/>
                </a:ln>
                <a:solidFill>
                  <a:srgbClr val="18233A"/>
                </a:solidFill>
                <a:effectLst/>
                <a:uLnTx/>
                <a:uFillTx/>
                <a:latin typeface="+mj-ea"/>
                <a:ea typeface="+mj-ea"/>
              </a:rPr>
              <a:t>)</a:t>
            </a:r>
            <a:r>
              <a:rPr lang="ko-KR" altLang="en-US" sz="2800" dirty="0">
                <a:latin typeface="+mj-ea"/>
                <a:ea typeface="+mj-ea"/>
              </a:rPr>
              <a:t> 순열 불변 매칭</a:t>
            </a:r>
            <a:endParaRPr kumimoji="0" sz="2800" b="1" i="0" u="none" strike="noStrike" kern="1200" cap="none" spc="0" normalizeH="0" baseline="0" noProof="0" dirty="0">
              <a:ln>
                <a:noFill/>
              </a:ln>
              <a:solidFill>
                <a:srgbClr val="18233A"/>
              </a:solidFill>
              <a:effectLst/>
              <a:uLnTx/>
              <a:uFillTx/>
              <a:latin typeface="+mj-ea"/>
              <a:ea typeface="+mj-ea"/>
            </a:endParaRPr>
          </a:p>
        </p:txBody>
      </p:sp>
      <p:sp>
        <p:nvSpPr>
          <p:cNvPr id="6" name="Rectangle 5">
            <a:extLst>
              <a:ext uri="{FF2B5EF4-FFF2-40B4-BE49-F238E27FC236}">
                <a16:creationId xmlns:a16="http://schemas.microsoft.com/office/drawing/2014/main" id="{CF5D9783-862C-14E0-E4D7-E875838A95F9}"/>
              </a:ext>
            </a:extLst>
          </p:cNvPr>
          <p:cNvSpPr/>
          <p:nvPr/>
        </p:nvSpPr>
        <p:spPr>
          <a:xfrm>
            <a:off x="676656" y="1353312"/>
            <a:ext cx="566928" cy="41148"/>
          </a:xfrm>
          <a:prstGeom prst="rect">
            <a:avLst/>
          </a:prstGeom>
          <a:solidFill>
            <a:srgbClr val="315EB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Calibri"/>
              <a:ea typeface="+mn-ea"/>
              <a:cs typeface="+mn-cs"/>
            </a:endParaRPr>
          </a:p>
        </p:txBody>
      </p:sp>
      <p:pic>
        <p:nvPicPr>
          <p:cNvPr id="96" name="그림 95">
            <a:extLst>
              <a:ext uri="{FF2B5EF4-FFF2-40B4-BE49-F238E27FC236}">
                <a16:creationId xmlns:a16="http://schemas.microsoft.com/office/drawing/2014/main" id="{17471552-02C7-116E-D171-B11BA0CCF41C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3389039" y="1012769"/>
            <a:ext cx="5413921" cy="5502331"/>
          </a:xfrm>
          <a:prstGeom prst="rect">
            <a:avLst/>
          </a:prstGeom>
          <a:scene3d>
            <a:camera prst="orthographicFront">
              <a:rot lat="16199998" lon="0" rev="0"/>
            </a:camera>
            <a:lightRig rig="threePt" dir="t"/>
          </a:scene3d>
        </p:spPr>
      </p:pic>
      <mc:AlternateContent xmlns:mc="http://schemas.openxmlformats.org/markup-compatibility/2006" xmlns:a14="http://schemas.microsoft.com/office/drawing/2010/main">
        <mc:Choice Requires="a14">
          <p:sp>
            <p:nvSpPr>
              <p:cNvPr id="2" name="TextBox 1">
                <a:extLst>
                  <a:ext uri="{FF2B5EF4-FFF2-40B4-BE49-F238E27FC236}">
                    <a16:creationId xmlns:a16="http://schemas.microsoft.com/office/drawing/2014/main" id="{896CDC5C-D63C-11E6-BDEF-A4D0EDBAC9BC}"/>
                  </a:ext>
                </a:extLst>
              </p:cNvPr>
              <p:cNvSpPr txBox="1"/>
              <p:nvPr/>
            </p:nvSpPr>
            <p:spPr>
              <a:xfrm>
                <a:off x="3697105" y="1487761"/>
                <a:ext cx="4797788" cy="707886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r>
                  <a:rPr lang="en-US" altLang="ko-KR" sz="4000" dirty="0">
                    <a:latin typeface="Cambria Math" panose="02040503050406030204" pitchFamily="18" charset="0"/>
                    <a:ea typeface="Cambria Math" panose="02040503050406030204" pitchFamily="18" charset="0"/>
                  </a:rPr>
                  <a:t>T</a:t>
                </a:r>
                <a:r>
                  <a:rPr lang="en-US" altLang="ko-KR" sz="4000" dirty="0"/>
                  <a:t> = {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US" altLang="ko-KR" sz="4000" b="0" i="1" smtClean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altLang="ko-KR" sz="4000" b="0" i="1" smtClean="0">
                            <a:latin typeface="Cambria Math" panose="02040503050406030204" pitchFamily="18" charset="0"/>
                          </a:rPr>
                          <m:t>𝑇</m:t>
                        </m:r>
                      </m:e>
                      <m:sub>
                        <m:r>
                          <a:rPr lang="en-US" altLang="ko-KR" sz="4000" b="0" i="1" smtClean="0">
                            <a:latin typeface="Cambria Math" panose="02040503050406030204" pitchFamily="18" charset="0"/>
                          </a:rPr>
                          <m:t>1</m:t>
                        </m:r>
                      </m:sub>
                    </m:sSub>
                  </m:oMath>
                </a14:m>
                <a:r>
                  <a:rPr lang="en-US" altLang="ko-KR" sz="4000" dirty="0"/>
                  <a:t>,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US" altLang="ko-KR" sz="4000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altLang="ko-KR" sz="4000" i="1">
                            <a:latin typeface="Cambria Math" panose="02040503050406030204" pitchFamily="18" charset="0"/>
                          </a:rPr>
                          <m:t>𝑇</m:t>
                        </m:r>
                      </m:e>
                      <m:sub>
                        <m:r>
                          <a:rPr lang="en-US" altLang="ko-KR" sz="4000" b="0" i="1" smtClean="0">
                            <a:latin typeface="Cambria Math" panose="02040503050406030204" pitchFamily="18" charset="0"/>
                          </a:rPr>
                          <m:t>2</m:t>
                        </m:r>
                      </m:sub>
                    </m:sSub>
                  </m:oMath>
                </a14:m>
                <a:r>
                  <a:rPr lang="en-US" altLang="ko-KR" sz="4000" dirty="0"/>
                  <a:t>,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US" altLang="ko-KR" sz="4000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altLang="ko-KR" sz="4000" i="1">
                            <a:latin typeface="Cambria Math" panose="02040503050406030204" pitchFamily="18" charset="0"/>
                          </a:rPr>
                          <m:t>𝑇</m:t>
                        </m:r>
                      </m:e>
                      <m:sub>
                        <m:r>
                          <a:rPr lang="en-US" altLang="ko-KR" sz="4000" b="0" i="1" smtClean="0">
                            <a:latin typeface="Cambria Math" panose="02040503050406030204" pitchFamily="18" charset="0"/>
                          </a:rPr>
                          <m:t>3</m:t>
                        </m:r>
                      </m:sub>
                    </m:sSub>
                  </m:oMath>
                </a14:m>
                <a:r>
                  <a:rPr lang="en-US" altLang="ko-KR" sz="4000" dirty="0"/>
                  <a:t>,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US" altLang="ko-KR" sz="4000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altLang="ko-KR" sz="4000" i="1">
                            <a:latin typeface="Cambria Math" panose="02040503050406030204" pitchFamily="18" charset="0"/>
                          </a:rPr>
                          <m:t>𝑇</m:t>
                        </m:r>
                      </m:e>
                      <m:sub>
                        <m:r>
                          <a:rPr lang="en-US" altLang="ko-KR" sz="4000" b="0" i="1" smtClean="0">
                            <a:latin typeface="Cambria Math" panose="02040503050406030204" pitchFamily="18" charset="0"/>
                          </a:rPr>
                          <m:t>4</m:t>
                        </m:r>
                      </m:sub>
                    </m:sSub>
                  </m:oMath>
                </a14:m>
                <a:r>
                  <a:rPr lang="en-US" altLang="ko-KR" sz="4000" dirty="0"/>
                  <a:t>,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US" altLang="ko-KR" sz="4000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altLang="ko-KR" sz="4000" i="1">
                            <a:latin typeface="Cambria Math" panose="02040503050406030204" pitchFamily="18" charset="0"/>
                          </a:rPr>
                          <m:t>𝑇</m:t>
                        </m:r>
                      </m:e>
                      <m:sub>
                        <m:r>
                          <a:rPr lang="en-US" altLang="ko-KR" sz="4000" b="0" i="1" smtClean="0">
                            <a:latin typeface="Cambria Math" panose="02040503050406030204" pitchFamily="18" charset="0"/>
                          </a:rPr>
                          <m:t>5</m:t>
                        </m:r>
                      </m:sub>
                    </m:sSub>
                  </m:oMath>
                </a14:m>
                <a:r>
                  <a:rPr lang="en-US" altLang="ko-KR" sz="4000" dirty="0"/>
                  <a:t>}</a:t>
                </a:r>
                <a:endParaRPr lang="ko-KR" altLang="en-US" sz="4000" dirty="0"/>
              </a:p>
            </p:txBody>
          </p:sp>
        </mc:Choice>
        <mc:Fallback xmlns="">
          <p:sp>
            <p:nvSpPr>
              <p:cNvPr id="2" name="TextBox 1">
                <a:extLst>
                  <a:ext uri="{FF2B5EF4-FFF2-40B4-BE49-F238E27FC236}">
                    <a16:creationId xmlns:a16="http://schemas.microsoft.com/office/drawing/2014/main" id="{896CDC5C-D63C-11E6-BDEF-A4D0EDBAC9BC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3697105" y="1487761"/>
                <a:ext cx="4797788" cy="707886"/>
              </a:xfrm>
              <a:prstGeom prst="rect">
                <a:avLst/>
              </a:prstGeom>
              <a:blipFill>
                <a:blip r:embed="rId4"/>
                <a:stretch>
                  <a:fillRect l="-4442" t="-17241" r="-3426" b="-37069"/>
                </a:stretch>
              </a:blipFill>
            </p:spPr>
            <p:txBody>
              <a:bodyPr/>
              <a:lstStyle/>
              <a:p>
                <a:r>
                  <a:rPr lang="ko-KR" alt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5" name="TextBox 4">
                <a:extLst>
                  <a:ext uri="{FF2B5EF4-FFF2-40B4-BE49-F238E27FC236}">
                    <a16:creationId xmlns:a16="http://schemas.microsoft.com/office/drawing/2014/main" id="{08DA972A-D2D7-6494-8FDC-8FF5DB1EAEF3}"/>
                  </a:ext>
                </a:extLst>
              </p:cNvPr>
              <p:cNvSpPr txBox="1"/>
              <p:nvPr/>
            </p:nvSpPr>
            <p:spPr>
              <a:xfrm>
                <a:off x="3697105" y="4001430"/>
                <a:ext cx="4925066" cy="707886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r>
                  <a:rPr lang="en-US" altLang="ko-KR" sz="4000" dirty="0">
                    <a:latin typeface="Cambria Math" panose="02040503050406030204" pitchFamily="18" charset="0"/>
                    <a:ea typeface="Cambria Math" panose="02040503050406030204" pitchFamily="18" charset="0"/>
                  </a:rPr>
                  <a:t>P</a:t>
                </a:r>
                <a:r>
                  <a:rPr lang="en-US" altLang="ko-KR" sz="4000" dirty="0"/>
                  <a:t> = {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US" altLang="ko-KR" sz="4000" b="0" i="1" smtClean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altLang="ko-KR" sz="4000" b="0" i="1" smtClean="0">
                            <a:latin typeface="Cambria Math" panose="02040503050406030204" pitchFamily="18" charset="0"/>
                          </a:rPr>
                          <m:t>𝑇</m:t>
                        </m:r>
                      </m:e>
                      <m:sub>
                        <m:r>
                          <a:rPr lang="en-US" altLang="ko-KR" sz="4000" b="0" i="1" smtClean="0">
                            <a:latin typeface="Cambria Math" panose="02040503050406030204" pitchFamily="18" charset="0"/>
                          </a:rPr>
                          <m:t>2</m:t>
                        </m:r>
                      </m:sub>
                    </m:sSub>
                  </m:oMath>
                </a14:m>
                <a:r>
                  <a:rPr lang="en-US" altLang="ko-KR" sz="4000" dirty="0"/>
                  <a:t>,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US" altLang="ko-KR" sz="4000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altLang="ko-KR" sz="4000" i="1">
                            <a:latin typeface="Cambria Math" panose="02040503050406030204" pitchFamily="18" charset="0"/>
                          </a:rPr>
                          <m:t>𝑇</m:t>
                        </m:r>
                      </m:e>
                      <m:sub>
                        <m:r>
                          <a:rPr lang="en-US" altLang="ko-KR" sz="4000" b="0" i="1" smtClean="0">
                            <a:latin typeface="Cambria Math" panose="02040503050406030204" pitchFamily="18" charset="0"/>
                          </a:rPr>
                          <m:t>4</m:t>
                        </m:r>
                      </m:sub>
                    </m:sSub>
                  </m:oMath>
                </a14:m>
                <a:r>
                  <a:rPr lang="en-US" altLang="ko-KR" sz="4000" dirty="0"/>
                  <a:t>,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US" altLang="ko-KR" sz="4000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altLang="ko-KR" sz="4000" i="1">
                            <a:latin typeface="Cambria Math" panose="02040503050406030204" pitchFamily="18" charset="0"/>
                          </a:rPr>
                          <m:t>𝑇</m:t>
                        </m:r>
                      </m:e>
                      <m:sub>
                        <m:r>
                          <a:rPr lang="en-US" altLang="ko-KR" sz="4000" b="0" i="1" smtClean="0">
                            <a:latin typeface="Cambria Math" panose="02040503050406030204" pitchFamily="18" charset="0"/>
                          </a:rPr>
                          <m:t>1</m:t>
                        </m:r>
                      </m:sub>
                    </m:sSub>
                  </m:oMath>
                </a14:m>
                <a:r>
                  <a:rPr lang="en-US" altLang="ko-KR" sz="4000" dirty="0"/>
                  <a:t>,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US" altLang="ko-KR" sz="4000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altLang="ko-KR" sz="4000" i="1">
                            <a:latin typeface="Cambria Math" panose="02040503050406030204" pitchFamily="18" charset="0"/>
                          </a:rPr>
                          <m:t>𝑇</m:t>
                        </m:r>
                      </m:e>
                      <m:sub>
                        <m:r>
                          <a:rPr lang="en-US" altLang="ko-KR" sz="4000" b="0" i="1" smtClean="0">
                            <a:latin typeface="Cambria Math" panose="02040503050406030204" pitchFamily="18" charset="0"/>
                          </a:rPr>
                          <m:t>5</m:t>
                        </m:r>
                      </m:sub>
                    </m:sSub>
                  </m:oMath>
                </a14:m>
                <a:r>
                  <a:rPr lang="en-US" altLang="ko-KR" sz="4000" dirty="0"/>
                  <a:t>,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US" altLang="ko-KR" sz="4000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altLang="ko-KR" sz="4000" i="1">
                            <a:latin typeface="Cambria Math" panose="02040503050406030204" pitchFamily="18" charset="0"/>
                          </a:rPr>
                          <m:t>𝑇</m:t>
                        </m:r>
                      </m:e>
                      <m:sub>
                        <m:r>
                          <a:rPr lang="en-US" altLang="ko-KR" sz="4000" b="0" i="1" smtClean="0">
                            <a:latin typeface="Cambria Math" panose="02040503050406030204" pitchFamily="18" charset="0"/>
                          </a:rPr>
                          <m:t>3</m:t>
                        </m:r>
                      </m:sub>
                    </m:sSub>
                  </m:oMath>
                </a14:m>
                <a:r>
                  <a:rPr lang="en-US" altLang="ko-KR" sz="4000" dirty="0"/>
                  <a:t>}</a:t>
                </a:r>
                <a:endParaRPr lang="ko-KR" altLang="en-US" sz="4000" dirty="0"/>
              </a:p>
            </p:txBody>
          </p:sp>
        </mc:Choice>
        <mc:Fallback xmlns="">
          <p:sp>
            <p:nvSpPr>
              <p:cNvPr id="5" name="TextBox 4">
                <a:extLst>
                  <a:ext uri="{FF2B5EF4-FFF2-40B4-BE49-F238E27FC236}">
                    <a16:creationId xmlns:a16="http://schemas.microsoft.com/office/drawing/2014/main" id="{08DA972A-D2D7-6494-8FDC-8FF5DB1EAEF3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3697105" y="4001430"/>
                <a:ext cx="4925066" cy="707886"/>
              </a:xfrm>
              <a:prstGeom prst="rect">
                <a:avLst/>
              </a:prstGeom>
              <a:blipFill>
                <a:blip r:embed="rId5"/>
                <a:stretch>
                  <a:fillRect l="-4332" t="-17094" r="-619" b="-35897"/>
                </a:stretch>
              </a:blipFill>
            </p:spPr>
            <p:txBody>
              <a:bodyPr/>
              <a:lstStyle/>
              <a:p>
                <a:r>
                  <a:rPr lang="ko-KR" altLang="en-US">
                    <a:noFill/>
                  </a:rPr>
                  <a:t> </a:t>
                </a:r>
              </a:p>
            </p:txBody>
          </p:sp>
        </mc:Fallback>
      </mc:AlternateContent>
      <p:cxnSp>
        <p:nvCxnSpPr>
          <p:cNvPr id="8" name="직선 연결선 7">
            <a:extLst>
              <a:ext uri="{FF2B5EF4-FFF2-40B4-BE49-F238E27FC236}">
                <a16:creationId xmlns:a16="http://schemas.microsoft.com/office/drawing/2014/main" id="{8BE21645-D180-C909-43B9-FEE7427CD26E}"/>
              </a:ext>
            </a:extLst>
          </p:cNvPr>
          <p:cNvCxnSpPr/>
          <p:nvPr/>
        </p:nvCxnSpPr>
        <p:spPr>
          <a:xfrm>
            <a:off x="5043714" y="2133600"/>
            <a:ext cx="1415143" cy="1995714"/>
          </a:xfrm>
          <a:prstGeom prst="line">
            <a:avLst/>
          </a:prstGeom>
          <a:ln>
            <a:solidFill>
              <a:srgbClr val="0070C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9" name="직선 연결선 8">
            <a:extLst>
              <a:ext uri="{FF2B5EF4-FFF2-40B4-BE49-F238E27FC236}">
                <a16:creationId xmlns:a16="http://schemas.microsoft.com/office/drawing/2014/main" id="{AE69014E-124F-520F-35FA-A49EBAF9FBF9}"/>
              </a:ext>
            </a:extLst>
          </p:cNvPr>
          <p:cNvCxnSpPr>
            <a:cxnSpLocks/>
          </p:cNvCxnSpPr>
          <p:nvPr/>
        </p:nvCxnSpPr>
        <p:spPr>
          <a:xfrm flipH="1">
            <a:off x="4992914" y="2053149"/>
            <a:ext cx="758371" cy="2076165"/>
          </a:xfrm>
          <a:prstGeom prst="line">
            <a:avLst/>
          </a:prstGeom>
          <a:ln>
            <a:solidFill>
              <a:srgbClr val="0070C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1" name="직선 연결선 10">
            <a:extLst>
              <a:ext uri="{FF2B5EF4-FFF2-40B4-BE49-F238E27FC236}">
                <a16:creationId xmlns:a16="http://schemas.microsoft.com/office/drawing/2014/main" id="{D8A4D5F2-4863-C4EE-D622-035144A61787}"/>
              </a:ext>
            </a:extLst>
          </p:cNvPr>
          <p:cNvCxnSpPr>
            <a:cxnSpLocks/>
          </p:cNvCxnSpPr>
          <p:nvPr/>
        </p:nvCxnSpPr>
        <p:spPr>
          <a:xfrm flipH="1">
            <a:off x="5802085" y="2133600"/>
            <a:ext cx="1398838" cy="1995714"/>
          </a:xfrm>
          <a:prstGeom prst="line">
            <a:avLst/>
          </a:prstGeom>
          <a:ln>
            <a:solidFill>
              <a:srgbClr val="0070C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3" name="직선 연결선 12">
            <a:extLst>
              <a:ext uri="{FF2B5EF4-FFF2-40B4-BE49-F238E27FC236}">
                <a16:creationId xmlns:a16="http://schemas.microsoft.com/office/drawing/2014/main" id="{0220A576-C759-2010-5ACE-0B144A3E6AE4}"/>
              </a:ext>
            </a:extLst>
          </p:cNvPr>
          <p:cNvCxnSpPr>
            <a:cxnSpLocks/>
          </p:cNvCxnSpPr>
          <p:nvPr/>
        </p:nvCxnSpPr>
        <p:spPr>
          <a:xfrm flipH="1">
            <a:off x="7170899" y="2131705"/>
            <a:ext cx="787207" cy="1997609"/>
          </a:xfrm>
          <a:prstGeom prst="line">
            <a:avLst/>
          </a:prstGeom>
          <a:ln>
            <a:solidFill>
              <a:srgbClr val="0070C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5" name="직선 연결선 14">
            <a:extLst>
              <a:ext uri="{FF2B5EF4-FFF2-40B4-BE49-F238E27FC236}">
                <a16:creationId xmlns:a16="http://schemas.microsoft.com/office/drawing/2014/main" id="{F08874A4-1987-F478-9B73-E0384157681B}"/>
              </a:ext>
            </a:extLst>
          </p:cNvPr>
          <p:cNvCxnSpPr>
            <a:cxnSpLocks/>
          </p:cNvCxnSpPr>
          <p:nvPr/>
        </p:nvCxnSpPr>
        <p:spPr>
          <a:xfrm>
            <a:off x="6562321" y="2195644"/>
            <a:ext cx="1334214" cy="1933670"/>
          </a:xfrm>
          <a:prstGeom prst="line">
            <a:avLst/>
          </a:prstGeom>
          <a:ln>
            <a:solidFill>
              <a:srgbClr val="0070C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8" name="직선 연결선 17">
            <a:extLst>
              <a:ext uri="{FF2B5EF4-FFF2-40B4-BE49-F238E27FC236}">
                <a16:creationId xmlns:a16="http://schemas.microsoft.com/office/drawing/2014/main" id="{744FC608-6B16-CB3F-FD31-837D40BEB9BA}"/>
              </a:ext>
            </a:extLst>
          </p:cNvPr>
          <p:cNvCxnSpPr>
            <a:cxnSpLocks/>
          </p:cNvCxnSpPr>
          <p:nvPr/>
        </p:nvCxnSpPr>
        <p:spPr>
          <a:xfrm flipH="1">
            <a:off x="5000171" y="2133600"/>
            <a:ext cx="43543" cy="1995714"/>
          </a:xfrm>
          <a:prstGeom prst="line">
            <a:avLst/>
          </a:prstGeom>
          <a:ln>
            <a:solidFill>
              <a:srgbClr val="FF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1" name="직선 연결선 20">
            <a:extLst>
              <a:ext uri="{FF2B5EF4-FFF2-40B4-BE49-F238E27FC236}">
                <a16:creationId xmlns:a16="http://schemas.microsoft.com/office/drawing/2014/main" id="{8693E51C-4B1E-B97A-4274-C928A76F75A4}"/>
              </a:ext>
            </a:extLst>
          </p:cNvPr>
          <p:cNvCxnSpPr>
            <a:cxnSpLocks/>
          </p:cNvCxnSpPr>
          <p:nvPr/>
        </p:nvCxnSpPr>
        <p:spPr>
          <a:xfrm flipH="1">
            <a:off x="5769108" y="2133600"/>
            <a:ext cx="43543" cy="1995714"/>
          </a:xfrm>
          <a:prstGeom prst="line">
            <a:avLst/>
          </a:prstGeom>
          <a:ln>
            <a:solidFill>
              <a:srgbClr val="FF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2" name="직선 연결선 21">
            <a:extLst>
              <a:ext uri="{FF2B5EF4-FFF2-40B4-BE49-F238E27FC236}">
                <a16:creationId xmlns:a16="http://schemas.microsoft.com/office/drawing/2014/main" id="{51449E9E-1BB9-0BBF-F60F-960EDE8FAB61}"/>
              </a:ext>
            </a:extLst>
          </p:cNvPr>
          <p:cNvCxnSpPr>
            <a:cxnSpLocks/>
          </p:cNvCxnSpPr>
          <p:nvPr/>
        </p:nvCxnSpPr>
        <p:spPr>
          <a:xfrm flipH="1">
            <a:off x="6445274" y="2133600"/>
            <a:ext cx="43543" cy="1995714"/>
          </a:xfrm>
          <a:prstGeom prst="line">
            <a:avLst/>
          </a:prstGeom>
          <a:ln>
            <a:solidFill>
              <a:srgbClr val="FF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3" name="직선 연결선 22">
            <a:extLst>
              <a:ext uri="{FF2B5EF4-FFF2-40B4-BE49-F238E27FC236}">
                <a16:creationId xmlns:a16="http://schemas.microsoft.com/office/drawing/2014/main" id="{45677923-4A91-9BC6-422D-DCFA2CBBB300}"/>
              </a:ext>
            </a:extLst>
          </p:cNvPr>
          <p:cNvCxnSpPr>
            <a:cxnSpLocks/>
          </p:cNvCxnSpPr>
          <p:nvPr/>
        </p:nvCxnSpPr>
        <p:spPr>
          <a:xfrm flipH="1">
            <a:off x="7170899" y="2133600"/>
            <a:ext cx="43543" cy="1995714"/>
          </a:xfrm>
          <a:prstGeom prst="line">
            <a:avLst/>
          </a:prstGeom>
          <a:ln>
            <a:solidFill>
              <a:srgbClr val="FF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4" name="직선 연결선 23">
            <a:extLst>
              <a:ext uri="{FF2B5EF4-FFF2-40B4-BE49-F238E27FC236}">
                <a16:creationId xmlns:a16="http://schemas.microsoft.com/office/drawing/2014/main" id="{39FAAD69-6354-18E6-6B04-9403E18EB88F}"/>
              </a:ext>
            </a:extLst>
          </p:cNvPr>
          <p:cNvCxnSpPr>
            <a:cxnSpLocks/>
          </p:cNvCxnSpPr>
          <p:nvPr/>
        </p:nvCxnSpPr>
        <p:spPr>
          <a:xfrm flipH="1">
            <a:off x="7926380" y="2133600"/>
            <a:ext cx="43543" cy="1995714"/>
          </a:xfrm>
          <a:prstGeom prst="line">
            <a:avLst/>
          </a:prstGeom>
          <a:ln>
            <a:solidFill>
              <a:srgbClr val="FF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6" name="TextBox 25">
            <a:extLst>
              <a:ext uri="{FF2B5EF4-FFF2-40B4-BE49-F238E27FC236}">
                <a16:creationId xmlns:a16="http://schemas.microsoft.com/office/drawing/2014/main" id="{CF051E5A-34B0-5CA3-668A-F50302562A22}"/>
              </a:ext>
            </a:extLst>
          </p:cNvPr>
          <p:cNvSpPr txBox="1"/>
          <p:nvPr/>
        </p:nvSpPr>
        <p:spPr>
          <a:xfrm>
            <a:off x="578930" y="2425683"/>
            <a:ext cx="3943864" cy="861774"/>
          </a:xfrm>
          <a:prstGeom prst="rect">
            <a:avLst/>
          </a:prstGeom>
          <a:solidFill>
            <a:schemeClr val="accent2">
              <a:lumMod val="40000"/>
              <a:lumOff val="60000"/>
            </a:schemeClr>
          </a:solidFill>
        </p:spPr>
        <p:txBody>
          <a:bodyPr wrap="square" rtlCol="0">
            <a:spAutoFit/>
          </a:bodyPr>
          <a:lstStyle/>
          <a:p>
            <a:r>
              <a:rPr lang="ko-KR" altLang="en-US" sz="2500" b="1" dirty="0"/>
              <a:t>실제로 옳은 예측도 순서로 인해 </a:t>
            </a:r>
            <a:r>
              <a:rPr lang="ko-KR" altLang="en-US" sz="2500" b="1" dirty="0">
                <a:solidFill>
                  <a:srgbClr val="FFFF00"/>
                </a:solidFill>
              </a:rPr>
              <a:t>오답처리</a:t>
            </a:r>
            <a:r>
              <a:rPr lang="ko-KR" altLang="en-US" sz="2500" b="1" dirty="0"/>
              <a:t> 될 수 있음</a:t>
            </a:r>
            <a:r>
              <a:rPr lang="en-US" altLang="ko-KR" sz="2500" b="1" dirty="0"/>
              <a:t>.</a:t>
            </a:r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23B778F6-87B8-3FF4-82C8-433E95F0557C}"/>
              </a:ext>
            </a:extLst>
          </p:cNvPr>
          <p:cNvSpPr txBox="1"/>
          <p:nvPr/>
        </p:nvSpPr>
        <p:spPr>
          <a:xfrm>
            <a:off x="676656" y="987552"/>
            <a:ext cx="4129657" cy="284693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marL="0" marR="0" lvl="0" indent="0" algn="l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 sz="1250">
                <a:solidFill>
                  <a:srgbClr val="5C6574"/>
                </a:solidFill>
              </a:defRPr>
            </a:pPr>
            <a:r>
              <a:rPr lang="ko-KR" altLang="en-US" sz="1250" dirty="0">
                <a:solidFill>
                  <a:srgbClr val="5C6574"/>
                </a:solidFill>
                <a:latin typeface="Calibri"/>
              </a:rPr>
              <a:t>순서로 인해 출력 정확도가 과소평가 되는 것을 방지한다</a:t>
            </a:r>
            <a:endParaRPr kumimoji="0" sz="1250" b="0" i="0" u="none" strike="noStrike" kern="1200" cap="none" spc="0" normalizeH="0" baseline="0" noProof="0" dirty="0">
              <a:ln>
                <a:noFill/>
              </a:ln>
              <a:solidFill>
                <a:srgbClr val="5C6574"/>
              </a:solidFill>
              <a:effectLst/>
              <a:uLnTx/>
              <a:uFillTx/>
              <a:latin typeface="Calibri"/>
              <a:ea typeface="+mn-ea"/>
              <a:cs typeface="+mn-cs"/>
            </a:endParaRPr>
          </a:p>
        </p:txBody>
      </p:sp>
    </p:spTree>
    <p:custDataLst>
      <p:tags r:id="rId1"/>
    </p:custDataLst>
    <p:extLst>
      <p:ext uri="{BB962C8B-B14F-4D97-AF65-F5344CB8AC3E}">
        <p14:creationId xmlns:p14="http://schemas.microsoft.com/office/powerpoint/2010/main" val="101499792"/>
      </p:ext>
    </p:extLst>
  </p:cSld>
  <p:clrMapOvr>
    <a:masterClrMapping/>
  </p:clrMapOvr>
  <mc:AlternateContent xmlns:mc="http://schemas.openxmlformats.org/markup-compatibility/2006">
    <mc:Choice xmlns:p159="http://schemas.microsoft.com/office/powerpoint/2015/09/main" Requires="p159">
      <p:transition xmlns:p14="http://schemas.microsoft.com/office/powerpoint/2010/main" spd="med" p14:dur="700">
        <p159:morph option="byObject"/>
      </p:transition>
    </mc:Choice>
    <mc:Fallback>
      <p:transition spd="med">
        <p:fade/>
      </p:transition>
    </mc:Fallback>
  </mc:AlternateContent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42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1" dur="100"/>
                                        <p:tgtEl>
                                          <p:spTgt spid="5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12" dur="100" fill="hold"/>
                                        <p:tgtEl>
                                          <p:spTgt spid="5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13" dur="100" fill="hold"/>
                                        <p:tgtEl>
                                          <p:spTgt spid="5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4" fill="hold">
                      <p:stCondLst>
                        <p:cond delay="indefinite"/>
                      </p:stCondLst>
                      <p:childTnLst>
                        <p:par>
                          <p:cTn id="15" fill="hold">
                            <p:stCondLst>
                              <p:cond delay="0"/>
                            </p:stCondLst>
                            <p:childTnLst>
                              <p:par>
                                <p:cTn id="16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8" dur="100"/>
                                        <p:tgtEl>
                                          <p:spTgt spid="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9" fill="hold">
                            <p:stCondLst>
                              <p:cond delay="100"/>
                            </p:stCondLst>
                            <p:childTnLst>
                              <p:par>
                                <p:cTn id="20" presetID="10" presetClass="entr" presetSubtype="0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100"/>
                                        <p:tgtEl>
                                          <p:spTgt spid="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23" fill="hold">
                            <p:stCondLst>
                              <p:cond delay="200"/>
                            </p:stCondLst>
                            <p:childTnLst>
                              <p:par>
                                <p:cTn id="24" presetID="10" presetClass="entr" presetSubtype="0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6" dur="10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27" fill="hold">
                            <p:stCondLst>
                              <p:cond delay="300"/>
                            </p:stCondLst>
                            <p:childTnLst>
                              <p:par>
                                <p:cTn id="28" presetID="10" presetClass="entr" presetSubtype="0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0" dur="100"/>
                                        <p:tgtEl>
                                          <p:spTgt spid="1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31" fill="hold">
                            <p:stCondLst>
                              <p:cond delay="400"/>
                            </p:stCondLst>
                            <p:childTnLst>
                              <p:par>
                                <p:cTn id="32" presetID="10" presetClass="entr" presetSubtype="0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4" dur="100"/>
                                        <p:tgtEl>
                                          <p:spTgt spid="1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5" fill="hold">
                      <p:stCondLst>
                        <p:cond delay="indefinite"/>
                      </p:stCondLst>
                      <p:childTnLst>
                        <p:par>
                          <p:cTn id="36" fill="hold">
                            <p:stCondLst>
                              <p:cond delay="0"/>
                            </p:stCondLst>
                            <p:childTnLst>
                              <p:par>
                                <p:cTn id="37" presetID="10" presetClass="exit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animEffect transition="out" filter="fade">
                                      <p:cBhvr>
                                        <p:cTn id="38" dur="500"/>
                                        <p:tgtEl>
                                          <p:spTgt spid="8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499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40" presetID="10" presetClass="exit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animEffect transition="out" filter="fade">
                                      <p:cBhvr>
                                        <p:cTn id="41" dur="500"/>
                                        <p:tgtEl>
                                          <p:spTgt spid="9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42" dur="1" fill="hold">
                                          <p:stCondLst>
                                            <p:cond delay="499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43" presetID="10" presetClass="exit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animEffect transition="out" filter="fade">
                                      <p:cBhvr>
                                        <p:cTn id="44" dur="50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45" dur="1" fill="hold">
                                          <p:stCondLst>
                                            <p:cond delay="499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46" presetID="10" presetClass="exit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animEffect transition="out" filter="fade">
                                      <p:cBhvr>
                                        <p:cTn id="47" dur="500"/>
                                        <p:tgtEl>
                                          <p:spTgt spid="11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48" dur="1" fill="hold">
                                          <p:stCondLst>
                                            <p:cond delay="499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49" presetID="10" presetClass="exit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animEffect transition="out" filter="fade">
                                      <p:cBhvr>
                                        <p:cTn id="50" dur="500"/>
                                        <p:tgtEl>
                                          <p:spTgt spid="13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499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52" fill="hold">
                            <p:stCondLst>
                              <p:cond delay="500"/>
                            </p:stCondLst>
                            <p:childTnLst>
                              <p:par>
                                <p:cTn id="53" presetID="10" presetClass="entr" presetSubtype="0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5" dur="1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56" fill="hold">
                            <p:stCondLst>
                              <p:cond delay="600"/>
                            </p:stCondLst>
                            <p:childTnLst>
                              <p:par>
                                <p:cTn id="57" presetID="10" presetClass="entr" presetSubtype="0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9" dur="1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60" fill="hold">
                            <p:stCondLst>
                              <p:cond delay="700"/>
                            </p:stCondLst>
                            <p:childTnLst>
                              <p:par>
                                <p:cTn id="61" presetID="10" presetClass="entr" presetSubtype="0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3" dur="10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64" fill="hold">
                            <p:stCondLst>
                              <p:cond delay="800"/>
                            </p:stCondLst>
                            <p:childTnLst>
                              <p:par>
                                <p:cTn id="65" presetID="10" presetClass="entr" presetSubtype="0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7" dur="10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68" fill="hold">
                            <p:stCondLst>
                              <p:cond delay="900"/>
                            </p:stCondLst>
                            <p:childTnLst>
                              <p:par>
                                <p:cTn id="69" presetID="10" presetClass="entr" presetSubtype="0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7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1" dur="10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72" fill="hold">
                            <p:stCondLst>
                              <p:cond delay="1000"/>
                            </p:stCondLst>
                            <p:childTnLst>
                              <p:par>
                                <p:cTn id="73" presetID="10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7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5" dur="50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" grpId="0"/>
      <p:bldP spid="5" grpId="0"/>
      <p:bldP spid="26" grpId="0" animBg="1"/>
    </p:bldLst>
  </p:timing>
</p:sld>
</file>

<file path=ppt/slides/slide3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8F9FC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DDDA549F-52A5-E6BF-87F2-84CC4599B11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Box 2">
            <a:extLst>
              <a:ext uri="{FF2B5EF4-FFF2-40B4-BE49-F238E27FC236}">
                <a16:creationId xmlns:a16="http://schemas.microsoft.com/office/drawing/2014/main" id="{E84EEDB5-55A8-F7E6-2AB7-8044AF09FF34}"/>
              </a:ext>
            </a:extLst>
          </p:cNvPr>
          <p:cNvSpPr txBox="1"/>
          <p:nvPr/>
        </p:nvSpPr>
        <p:spPr>
          <a:xfrm>
            <a:off x="658368" y="384048"/>
            <a:ext cx="3546164" cy="5232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lvl="0" defTabSz="457200" latinLnBrk="0">
              <a:defRPr sz="2800" b="1">
                <a:solidFill>
                  <a:srgbClr val="18233A"/>
                </a:solidFill>
              </a:defRPr>
            </a:pPr>
            <a:r>
              <a:rPr kumimoji="0" lang="en-US" altLang="ko-KR" sz="2800" b="1" i="0" u="none" strike="noStrike" kern="1200" cap="none" spc="0" normalizeH="0" baseline="0" noProof="0" dirty="0">
                <a:ln>
                  <a:noFill/>
                </a:ln>
                <a:solidFill>
                  <a:srgbClr val="18233A"/>
                </a:solidFill>
                <a:effectLst/>
                <a:uLnTx/>
                <a:uFillTx/>
                <a:latin typeface="+mj-ea"/>
                <a:ea typeface="+mj-ea"/>
              </a:rPr>
              <a:t>AI</a:t>
            </a:r>
            <a:r>
              <a:rPr lang="en-US" altLang="ko-KR" sz="2800" b="1" dirty="0">
                <a:solidFill>
                  <a:srgbClr val="18233A"/>
                </a:solidFill>
                <a:latin typeface="+mj-ea"/>
                <a:ea typeface="+mj-ea"/>
              </a:rPr>
              <a:t> 3</a:t>
            </a:r>
            <a:r>
              <a:rPr kumimoji="0" lang="en-US" altLang="ko-KR" sz="2800" b="1" i="0" u="none" strike="noStrike" kern="1200" cap="none" spc="0" normalizeH="0" baseline="0" noProof="0" dirty="0">
                <a:ln>
                  <a:noFill/>
                </a:ln>
                <a:solidFill>
                  <a:srgbClr val="18233A"/>
                </a:solidFill>
                <a:effectLst/>
                <a:uLnTx/>
                <a:uFillTx/>
                <a:latin typeface="+mj-ea"/>
                <a:ea typeface="+mj-ea"/>
              </a:rPr>
              <a:t>)</a:t>
            </a:r>
            <a:r>
              <a:rPr lang="ko-KR" altLang="en-US" sz="2800" dirty="0">
                <a:latin typeface="+mj-ea"/>
                <a:ea typeface="+mj-ea"/>
              </a:rPr>
              <a:t> 순열 불변 매칭</a:t>
            </a:r>
            <a:endParaRPr kumimoji="0" sz="2800" b="1" i="0" u="none" strike="noStrike" kern="1200" cap="none" spc="0" normalizeH="0" baseline="0" noProof="0" dirty="0">
              <a:ln>
                <a:noFill/>
              </a:ln>
              <a:solidFill>
                <a:srgbClr val="18233A"/>
              </a:solidFill>
              <a:effectLst/>
              <a:uLnTx/>
              <a:uFillTx/>
              <a:latin typeface="+mj-ea"/>
              <a:ea typeface="+mj-ea"/>
            </a:endParaRPr>
          </a:p>
        </p:txBody>
      </p:sp>
      <p:sp>
        <p:nvSpPr>
          <p:cNvPr id="6" name="Rectangle 5">
            <a:extLst>
              <a:ext uri="{FF2B5EF4-FFF2-40B4-BE49-F238E27FC236}">
                <a16:creationId xmlns:a16="http://schemas.microsoft.com/office/drawing/2014/main" id="{2FB23F14-59CB-A1F0-50E7-48F67E47DB79}"/>
              </a:ext>
            </a:extLst>
          </p:cNvPr>
          <p:cNvSpPr/>
          <p:nvPr/>
        </p:nvSpPr>
        <p:spPr>
          <a:xfrm>
            <a:off x="676656" y="1353312"/>
            <a:ext cx="566928" cy="41148"/>
          </a:xfrm>
          <a:prstGeom prst="rect">
            <a:avLst/>
          </a:prstGeom>
          <a:solidFill>
            <a:srgbClr val="315EB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Calibri"/>
              <a:ea typeface="+mn-ea"/>
              <a:cs typeface="+mn-cs"/>
            </a:endParaRPr>
          </a:p>
        </p:txBody>
      </p:sp>
      <p:pic>
        <p:nvPicPr>
          <p:cNvPr id="96" name="그림 95">
            <a:extLst>
              <a:ext uri="{FF2B5EF4-FFF2-40B4-BE49-F238E27FC236}">
                <a16:creationId xmlns:a16="http://schemas.microsoft.com/office/drawing/2014/main" id="{58486C8E-A581-AC9D-FA1D-701A1D6C85C0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3389039" y="1012769"/>
            <a:ext cx="5413921" cy="5502331"/>
          </a:xfrm>
          <a:prstGeom prst="rect">
            <a:avLst/>
          </a:prstGeom>
          <a:scene3d>
            <a:camera prst="orthographicFront">
              <a:rot lat="16199998" lon="0" rev="0"/>
            </a:camera>
            <a:lightRig rig="threePt" dir="t"/>
          </a:scene3d>
        </p:spPr>
      </p:pic>
      <mc:AlternateContent xmlns:mc="http://schemas.openxmlformats.org/markup-compatibility/2006" xmlns:a14="http://schemas.microsoft.com/office/drawing/2010/main">
        <mc:Choice Requires="a14">
          <p:sp>
            <p:nvSpPr>
              <p:cNvPr id="2" name="TextBox 1">
                <a:extLst>
                  <a:ext uri="{FF2B5EF4-FFF2-40B4-BE49-F238E27FC236}">
                    <a16:creationId xmlns:a16="http://schemas.microsoft.com/office/drawing/2014/main" id="{2B5A6EBC-DA17-D236-D621-BD49309555B7}"/>
                  </a:ext>
                </a:extLst>
              </p:cNvPr>
              <p:cNvSpPr txBox="1"/>
              <p:nvPr/>
            </p:nvSpPr>
            <p:spPr>
              <a:xfrm>
                <a:off x="3697105" y="1487761"/>
                <a:ext cx="4797788" cy="707886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r>
                  <a:rPr lang="en-US" altLang="ko-KR" sz="4000" dirty="0">
                    <a:latin typeface="Cambria Math" panose="02040503050406030204" pitchFamily="18" charset="0"/>
                    <a:ea typeface="Cambria Math" panose="02040503050406030204" pitchFamily="18" charset="0"/>
                  </a:rPr>
                  <a:t>T</a:t>
                </a:r>
                <a:r>
                  <a:rPr lang="en-US" altLang="ko-KR" sz="4000" dirty="0"/>
                  <a:t> = {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US" altLang="ko-KR" sz="4000" b="0" i="1" smtClean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altLang="ko-KR" sz="4000" b="0" i="1" smtClean="0">
                            <a:latin typeface="Cambria Math" panose="02040503050406030204" pitchFamily="18" charset="0"/>
                          </a:rPr>
                          <m:t>𝑇</m:t>
                        </m:r>
                      </m:e>
                      <m:sub>
                        <m:r>
                          <a:rPr lang="en-US" altLang="ko-KR" sz="4000" b="0" i="1" smtClean="0">
                            <a:latin typeface="Cambria Math" panose="02040503050406030204" pitchFamily="18" charset="0"/>
                          </a:rPr>
                          <m:t>1</m:t>
                        </m:r>
                      </m:sub>
                    </m:sSub>
                  </m:oMath>
                </a14:m>
                <a:r>
                  <a:rPr lang="en-US" altLang="ko-KR" sz="4000" dirty="0"/>
                  <a:t>,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US" altLang="ko-KR" sz="4000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altLang="ko-KR" sz="4000" i="1">
                            <a:latin typeface="Cambria Math" panose="02040503050406030204" pitchFamily="18" charset="0"/>
                          </a:rPr>
                          <m:t>𝑇</m:t>
                        </m:r>
                      </m:e>
                      <m:sub>
                        <m:r>
                          <a:rPr lang="en-US" altLang="ko-KR" sz="4000" b="0" i="1" smtClean="0">
                            <a:latin typeface="Cambria Math" panose="02040503050406030204" pitchFamily="18" charset="0"/>
                          </a:rPr>
                          <m:t>2</m:t>
                        </m:r>
                      </m:sub>
                    </m:sSub>
                  </m:oMath>
                </a14:m>
                <a:r>
                  <a:rPr lang="en-US" altLang="ko-KR" sz="4000" dirty="0"/>
                  <a:t>,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US" altLang="ko-KR" sz="4000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altLang="ko-KR" sz="4000" i="1">
                            <a:latin typeface="Cambria Math" panose="02040503050406030204" pitchFamily="18" charset="0"/>
                          </a:rPr>
                          <m:t>𝑇</m:t>
                        </m:r>
                      </m:e>
                      <m:sub>
                        <m:r>
                          <a:rPr lang="en-US" altLang="ko-KR" sz="4000" b="0" i="1" smtClean="0">
                            <a:latin typeface="Cambria Math" panose="02040503050406030204" pitchFamily="18" charset="0"/>
                          </a:rPr>
                          <m:t>3</m:t>
                        </m:r>
                      </m:sub>
                    </m:sSub>
                  </m:oMath>
                </a14:m>
                <a:r>
                  <a:rPr lang="en-US" altLang="ko-KR" sz="4000" dirty="0"/>
                  <a:t>,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US" altLang="ko-KR" sz="4000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altLang="ko-KR" sz="4000" i="1">
                            <a:latin typeface="Cambria Math" panose="02040503050406030204" pitchFamily="18" charset="0"/>
                          </a:rPr>
                          <m:t>𝑇</m:t>
                        </m:r>
                      </m:e>
                      <m:sub>
                        <m:r>
                          <a:rPr lang="en-US" altLang="ko-KR" sz="4000" b="0" i="1" smtClean="0">
                            <a:latin typeface="Cambria Math" panose="02040503050406030204" pitchFamily="18" charset="0"/>
                          </a:rPr>
                          <m:t>4</m:t>
                        </m:r>
                      </m:sub>
                    </m:sSub>
                  </m:oMath>
                </a14:m>
                <a:r>
                  <a:rPr lang="en-US" altLang="ko-KR" sz="4000" dirty="0"/>
                  <a:t>,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US" altLang="ko-KR" sz="4000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altLang="ko-KR" sz="4000" i="1">
                            <a:latin typeface="Cambria Math" panose="02040503050406030204" pitchFamily="18" charset="0"/>
                          </a:rPr>
                          <m:t>𝑇</m:t>
                        </m:r>
                      </m:e>
                      <m:sub>
                        <m:r>
                          <a:rPr lang="en-US" altLang="ko-KR" sz="4000" b="0" i="1" smtClean="0">
                            <a:latin typeface="Cambria Math" panose="02040503050406030204" pitchFamily="18" charset="0"/>
                          </a:rPr>
                          <m:t>5</m:t>
                        </m:r>
                      </m:sub>
                    </m:sSub>
                  </m:oMath>
                </a14:m>
                <a:r>
                  <a:rPr lang="en-US" altLang="ko-KR" sz="4000" dirty="0"/>
                  <a:t>}</a:t>
                </a:r>
                <a:endParaRPr lang="ko-KR" altLang="en-US" sz="4000" dirty="0"/>
              </a:p>
            </p:txBody>
          </p:sp>
        </mc:Choice>
        <mc:Fallback xmlns="">
          <p:sp>
            <p:nvSpPr>
              <p:cNvPr id="2" name="TextBox 1">
                <a:extLst>
                  <a:ext uri="{FF2B5EF4-FFF2-40B4-BE49-F238E27FC236}">
                    <a16:creationId xmlns:a16="http://schemas.microsoft.com/office/drawing/2014/main" id="{2B5A6EBC-DA17-D236-D621-BD49309555B7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3697105" y="1487761"/>
                <a:ext cx="4797788" cy="707886"/>
              </a:xfrm>
              <a:prstGeom prst="rect">
                <a:avLst/>
              </a:prstGeom>
              <a:blipFill>
                <a:blip r:embed="rId3"/>
                <a:stretch>
                  <a:fillRect l="-4442" t="-17241" r="-3426" b="-37069"/>
                </a:stretch>
              </a:blipFill>
            </p:spPr>
            <p:txBody>
              <a:bodyPr/>
              <a:lstStyle/>
              <a:p>
                <a:r>
                  <a:rPr lang="ko-KR" alt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5" name="TextBox 4">
                <a:extLst>
                  <a:ext uri="{FF2B5EF4-FFF2-40B4-BE49-F238E27FC236}">
                    <a16:creationId xmlns:a16="http://schemas.microsoft.com/office/drawing/2014/main" id="{DC7DC583-C632-E147-CFE5-0E8D584C7E4A}"/>
                  </a:ext>
                </a:extLst>
              </p:cNvPr>
              <p:cNvSpPr txBox="1"/>
              <p:nvPr/>
            </p:nvSpPr>
            <p:spPr>
              <a:xfrm>
                <a:off x="3697105" y="4001430"/>
                <a:ext cx="4925066" cy="707886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r>
                  <a:rPr lang="en-US" altLang="ko-KR" sz="4000" dirty="0">
                    <a:latin typeface="Cambria Math" panose="02040503050406030204" pitchFamily="18" charset="0"/>
                    <a:ea typeface="Cambria Math" panose="02040503050406030204" pitchFamily="18" charset="0"/>
                  </a:rPr>
                  <a:t>P</a:t>
                </a:r>
                <a:r>
                  <a:rPr lang="en-US" altLang="ko-KR" sz="4000" dirty="0"/>
                  <a:t> = {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US" altLang="ko-KR" sz="4000" b="0" i="1" smtClean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altLang="ko-KR" sz="4000" b="0" i="1" smtClean="0">
                            <a:latin typeface="Cambria Math" panose="02040503050406030204" pitchFamily="18" charset="0"/>
                          </a:rPr>
                          <m:t>𝑇</m:t>
                        </m:r>
                      </m:e>
                      <m:sub>
                        <m:r>
                          <a:rPr lang="en-US" altLang="ko-KR" sz="4000" b="0" i="1" smtClean="0">
                            <a:latin typeface="Cambria Math" panose="02040503050406030204" pitchFamily="18" charset="0"/>
                          </a:rPr>
                          <m:t>2</m:t>
                        </m:r>
                      </m:sub>
                    </m:sSub>
                  </m:oMath>
                </a14:m>
                <a:r>
                  <a:rPr lang="en-US" altLang="ko-KR" sz="4000" dirty="0"/>
                  <a:t>,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US" altLang="ko-KR" sz="4000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altLang="ko-KR" sz="4000" i="1">
                            <a:latin typeface="Cambria Math" panose="02040503050406030204" pitchFamily="18" charset="0"/>
                          </a:rPr>
                          <m:t>𝑇</m:t>
                        </m:r>
                      </m:e>
                      <m:sub>
                        <m:r>
                          <a:rPr lang="en-US" altLang="ko-KR" sz="4000" b="0" i="1" smtClean="0">
                            <a:latin typeface="Cambria Math" panose="02040503050406030204" pitchFamily="18" charset="0"/>
                          </a:rPr>
                          <m:t>4</m:t>
                        </m:r>
                      </m:sub>
                    </m:sSub>
                  </m:oMath>
                </a14:m>
                <a:r>
                  <a:rPr lang="en-US" altLang="ko-KR" sz="4000" dirty="0"/>
                  <a:t>,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US" altLang="ko-KR" sz="4000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altLang="ko-KR" sz="4000" i="1">
                            <a:latin typeface="Cambria Math" panose="02040503050406030204" pitchFamily="18" charset="0"/>
                          </a:rPr>
                          <m:t>𝑇</m:t>
                        </m:r>
                      </m:e>
                      <m:sub>
                        <m:r>
                          <a:rPr lang="en-US" altLang="ko-KR" sz="4000" b="0" i="1" smtClean="0">
                            <a:latin typeface="Cambria Math" panose="02040503050406030204" pitchFamily="18" charset="0"/>
                          </a:rPr>
                          <m:t>1</m:t>
                        </m:r>
                      </m:sub>
                    </m:sSub>
                  </m:oMath>
                </a14:m>
                <a:r>
                  <a:rPr lang="en-US" altLang="ko-KR" sz="4000" dirty="0"/>
                  <a:t>,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US" altLang="ko-KR" sz="4000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altLang="ko-KR" sz="4000" i="1">
                            <a:latin typeface="Cambria Math" panose="02040503050406030204" pitchFamily="18" charset="0"/>
                          </a:rPr>
                          <m:t>𝑇</m:t>
                        </m:r>
                      </m:e>
                      <m:sub>
                        <m:r>
                          <a:rPr lang="en-US" altLang="ko-KR" sz="4000" b="0" i="1" smtClean="0">
                            <a:latin typeface="Cambria Math" panose="02040503050406030204" pitchFamily="18" charset="0"/>
                          </a:rPr>
                          <m:t>5</m:t>
                        </m:r>
                      </m:sub>
                    </m:sSub>
                  </m:oMath>
                </a14:m>
                <a:r>
                  <a:rPr lang="en-US" altLang="ko-KR" sz="4000" dirty="0"/>
                  <a:t>,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US" altLang="ko-KR" sz="4000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altLang="ko-KR" sz="4000" i="1">
                            <a:latin typeface="Cambria Math" panose="02040503050406030204" pitchFamily="18" charset="0"/>
                          </a:rPr>
                          <m:t>𝑇</m:t>
                        </m:r>
                      </m:e>
                      <m:sub>
                        <m:r>
                          <a:rPr lang="en-US" altLang="ko-KR" sz="4000" b="0" i="1" smtClean="0">
                            <a:latin typeface="Cambria Math" panose="02040503050406030204" pitchFamily="18" charset="0"/>
                          </a:rPr>
                          <m:t>3</m:t>
                        </m:r>
                      </m:sub>
                    </m:sSub>
                  </m:oMath>
                </a14:m>
                <a:r>
                  <a:rPr lang="en-US" altLang="ko-KR" sz="4000" dirty="0"/>
                  <a:t>}</a:t>
                </a:r>
                <a:endParaRPr lang="ko-KR" altLang="en-US" sz="4000" dirty="0"/>
              </a:p>
            </p:txBody>
          </p:sp>
        </mc:Choice>
        <mc:Fallback xmlns="">
          <p:sp>
            <p:nvSpPr>
              <p:cNvPr id="5" name="TextBox 4">
                <a:extLst>
                  <a:ext uri="{FF2B5EF4-FFF2-40B4-BE49-F238E27FC236}">
                    <a16:creationId xmlns:a16="http://schemas.microsoft.com/office/drawing/2014/main" id="{DC7DC583-C632-E147-CFE5-0E8D584C7E4A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3697105" y="4001430"/>
                <a:ext cx="4925066" cy="707886"/>
              </a:xfrm>
              <a:prstGeom prst="rect">
                <a:avLst/>
              </a:prstGeom>
              <a:blipFill>
                <a:blip r:embed="rId4"/>
                <a:stretch>
                  <a:fillRect l="-4332" t="-17094" r="-619" b="-35897"/>
                </a:stretch>
              </a:blipFill>
            </p:spPr>
            <p:txBody>
              <a:bodyPr/>
              <a:lstStyle/>
              <a:p>
                <a:r>
                  <a:rPr lang="ko-KR" altLang="en-US">
                    <a:noFill/>
                  </a:rPr>
                  <a:t> </a:t>
                </a:r>
              </a:p>
            </p:txBody>
          </p:sp>
        </mc:Fallback>
      </mc:AlternateContent>
      <p:cxnSp>
        <p:nvCxnSpPr>
          <p:cNvPr id="18" name="직선 연결선 17">
            <a:extLst>
              <a:ext uri="{FF2B5EF4-FFF2-40B4-BE49-F238E27FC236}">
                <a16:creationId xmlns:a16="http://schemas.microsoft.com/office/drawing/2014/main" id="{6FB57AA8-C90B-368B-83EE-0CC66CF6BAE9}"/>
              </a:ext>
            </a:extLst>
          </p:cNvPr>
          <p:cNvCxnSpPr>
            <a:cxnSpLocks/>
          </p:cNvCxnSpPr>
          <p:nvPr/>
        </p:nvCxnSpPr>
        <p:spPr>
          <a:xfrm flipH="1">
            <a:off x="5000171" y="2133600"/>
            <a:ext cx="43543" cy="1995714"/>
          </a:xfrm>
          <a:prstGeom prst="line">
            <a:avLst/>
          </a:prstGeom>
          <a:ln>
            <a:solidFill>
              <a:srgbClr val="FF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1" name="직선 연결선 20">
            <a:extLst>
              <a:ext uri="{FF2B5EF4-FFF2-40B4-BE49-F238E27FC236}">
                <a16:creationId xmlns:a16="http://schemas.microsoft.com/office/drawing/2014/main" id="{BA38FDF6-00AA-1C19-EAEA-C22563898D39}"/>
              </a:ext>
            </a:extLst>
          </p:cNvPr>
          <p:cNvCxnSpPr>
            <a:cxnSpLocks/>
          </p:cNvCxnSpPr>
          <p:nvPr/>
        </p:nvCxnSpPr>
        <p:spPr>
          <a:xfrm flipH="1">
            <a:off x="5769108" y="2133600"/>
            <a:ext cx="43543" cy="1995714"/>
          </a:xfrm>
          <a:prstGeom prst="line">
            <a:avLst/>
          </a:prstGeom>
          <a:ln>
            <a:solidFill>
              <a:srgbClr val="FF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2" name="직선 연결선 21">
            <a:extLst>
              <a:ext uri="{FF2B5EF4-FFF2-40B4-BE49-F238E27FC236}">
                <a16:creationId xmlns:a16="http://schemas.microsoft.com/office/drawing/2014/main" id="{17DC2839-C77D-C2D2-7C50-7C757F2ABC92}"/>
              </a:ext>
            </a:extLst>
          </p:cNvPr>
          <p:cNvCxnSpPr>
            <a:cxnSpLocks/>
          </p:cNvCxnSpPr>
          <p:nvPr/>
        </p:nvCxnSpPr>
        <p:spPr>
          <a:xfrm flipH="1">
            <a:off x="6445274" y="2133600"/>
            <a:ext cx="43543" cy="1995714"/>
          </a:xfrm>
          <a:prstGeom prst="line">
            <a:avLst/>
          </a:prstGeom>
          <a:ln>
            <a:solidFill>
              <a:srgbClr val="FF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3" name="직선 연결선 22">
            <a:extLst>
              <a:ext uri="{FF2B5EF4-FFF2-40B4-BE49-F238E27FC236}">
                <a16:creationId xmlns:a16="http://schemas.microsoft.com/office/drawing/2014/main" id="{8303E927-491B-A6E8-C118-9BAA2851A502}"/>
              </a:ext>
            </a:extLst>
          </p:cNvPr>
          <p:cNvCxnSpPr>
            <a:cxnSpLocks/>
          </p:cNvCxnSpPr>
          <p:nvPr/>
        </p:nvCxnSpPr>
        <p:spPr>
          <a:xfrm flipH="1">
            <a:off x="7170899" y="2133600"/>
            <a:ext cx="43543" cy="1995714"/>
          </a:xfrm>
          <a:prstGeom prst="line">
            <a:avLst/>
          </a:prstGeom>
          <a:ln>
            <a:solidFill>
              <a:srgbClr val="FF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4" name="직선 연결선 23">
            <a:extLst>
              <a:ext uri="{FF2B5EF4-FFF2-40B4-BE49-F238E27FC236}">
                <a16:creationId xmlns:a16="http://schemas.microsoft.com/office/drawing/2014/main" id="{871FEFB6-376B-4BCD-F4C3-0A21D55733D0}"/>
              </a:ext>
            </a:extLst>
          </p:cNvPr>
          <p:cNvCxnSpPr>
            <a:cxnSpLocks/>
          </p:cNvCxnSpPr>
          <p:nvPr/>
        </p:nvCxnSpPr>
        <p:spPr>
          <a:xfrm flipH="1">
            <a:off x="7926380" y="2133600"/>
            <a:ext cx="43543" cy="1995714"/>
          </a:xfrm>
          <a:prstGeom prst="line">
            <a:avLst/>
          </a:prstGeom>
          <a:ln>
            <a:solidFill>
              <a:srgbClr val="FF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6" name="직선 연결선 15">
            <a:extLst>
              <a:ext uri="{FF2B5EF4-FFF2-40B4-BE49-F238E27FC236}">
                <a16:creationId xmlns:a16="http://schemas.microsoft.com/office/drawing/2014/main" id="{27D5A2B7-3B40-534D-4781-CBFF8745B558}"/>
              </a:ext>
            </a:extLst>
          </p:cNvPr>
          <p:cNvCxnSpPr>
            <a:cxnSpLocks/>
          </p:cNvCxnSpPr>
          <p:nvPr/>
        </p:nvCxnSpPr>
        <p:spPr>
          <a:xfrm flipH="1">
            <a:off x="5000171" y="2133600"/>
            <a:ext cx="768937" cy="1995714"/>
          </a:xfrm>
          <a:prstGeom prst="line">
            <a:avLst/>
          </a:prstGeom>
          <a:ln>
            <a:solidFill>
              <a:srgbClr val="0070C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7" name="직선 연결선 16">
            <a:extLst>
              <a:ext uri="{FF2B5EF4-FFF2-40B4-BE49-F238E27FC236}">
                <a16:creationId xmlns:a16="http://schemas.microsoft.com/office/drawing/2014/main" id="{31CB6F52-9D31-B7E4-6D2A-ACB8FD9EE178}"/>
              </a:ext>
            </a:extLst>
          </p:cNvPr>
          <p:cNvCxnSpPr>
            <a:cxnSpLocks/>
          </p:cNvCxnSpPr>
          <p:nvPr/>
        </p:nvCxnSpPr>
        <p:spPr>
          <a:xfrm>
            <a:off x="5065486" y="2133600"/>
            <a:ext cx="703622" cy="1995714"/>
          </a:xfrm>
          <a:prstGeom prst="line">
            <a:avLst/>
          </a:prstGeom>
          <a:ln>
            <a:solidFill>
              <a:srgbClr val="FF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9" name="직선 연결선 18">
            <a:extLst>
              <a:ext uri="{FF2B5EF4-FFF2-40B4-BE49-F238E27FC236}">
                <a16:creationId xmlns:a16="http://schemas.microsoft.com/office/drawing/2014/main" id="{1BE6CFD7-BA46-108A-311C-46ED2EE40117}"/>
              </a:ext>
            </a:extLst>
          </p:cNvPr>
          <p:cNvCxnSpPr>
            <a:cxnSpLocks/>
          </p:cNvCxnSpPr>
          <p:nvPr/>
        </p:nvCxnSpPr>
        <p:spPr>
          <a:xfrm flipH="1">
            <a:off x="6445274" y="2133600"/>
            <a:ext cx="1524649" cy="1995714"/>
          </a:xfrm>
          <a:prstGeom prst="line">
            <a:avLst/>
          </a:prstGeom>
          <a:ln>
            <a:solidFill>
              <a:srgbClr val="FF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0" name="직선 연결선 19">
            <a:extLst>
              <a:ext uri="{FF2B5EF4-FFF2-40B4-BE49-F238E27FC236}">
                <a16:creationId xmlns:a16="http://schemas.microsoft.com/office/drawing/2014/main" id="{7EC0CC40-1BB7-924E-C152-5D4BBE8A9018}"/>
              </a:ext>
            </a:extLst>
          </p:cNvPr>
          <p:cNvCxnSpPr>
            <a:cxnSpLocks/>
          </p:cNvCxnSpPr>
          <p:nvPr/>
        </p:nvCxnSpPr>
        <p:spPr>
          <a:xfrm flipH="1">
            <a:off x="7170899" y="2133600"/>
            <a:ext cx="43543" cy="1995714"/>
          </a:xfrm>
          <a:prstGeom prst="line">
            <a:avLst/>
          </a:prstGeom>
          <a:ln>
            <a:solidFill>
              <a:srgbClr val="FF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5" name="직선 연결선 24">
            <a:extLst>
              <a:ext uri="{FF2B5EF4-FFF2-40B4-BE49-F238E27FC236}">
                <a16:creationId xmlns:a16="http://schemas.microsoft.com/office/drawing/2014/main" id="{4AC79363-6C7E-B42B-7598-C8176028C155}"/>
              </a:ext>
            </a:extLst>
          </p:cNvPr>
          <p:cNvCxnSpPr>
            <a:cxnSpLocks/>
          </p:cNvCxnSpPr>
          <p:nvPr/>
        </p:nvCxnSpPr>
        <p:spPr>
          <a:xfrm>
            <a:off x="6560457" y="2195647"/>
            <a:ext cx="1365923" cy="1933667"/>
          </a:xfrm>
          <a:prstGeom prst="line">
            <a:avLst/>
          </a:prstGeom>
          <a:ln>
            <a:solidFill>
              <a:srgbClr val="FF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7" name="직선 연결선 26">
            <a:extLst>
              <a:ext uri="{FF2B5EF4-FFF2-40B4-BE49-F238E27FC236}">
                <a16:creationId xmlns:a16="http://schemas.microsoft.com/office/drawing/2014/main" id="{0682DA35-479C-5542-7397-304E41B28479}"/>
              </a:ext>
            </a:extLst>
          </p:cNvPr>
          <p:cNvCxnSpPr>
            <a:cxnSpLocks/>
          </p:cNvCxnSpPr>
          <p:nvPr/>
        </p:nvCxnSpPr>
        <p:spPr>
          <a:xfrm flipH="1">
            <a:off x="5152571" y="2286000"/>
            <a:ext cx="768937" cy="1995714"/>
          </a:xfrm>
          <a:prstGeom prst="line">
            <a:avLst/>
          </a:prstGeom>
          <a:ln>
            <a:solidFill>
              <a:srgbClr val="0070C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8" name="직선 연결선 27">
            <a:extLst>
              <a:ext uri="{FF2B5EF4-FFF2-40B4-BE49-F238E27FC236}">
                <a16:creationId xmlns:a16="http://schemas.microsoft.com/office/drawing/2014/main" id="{5E5D32D8-DAA7-7BE3-08D4-453A63466DD3}"/>
              </a:ext>
            </a:extLst>
          </p:cNvPr>
          <p:cNvCxnSpPr>
            <a:cxnSpLocks/>
          </p:cNvCxnSpPr>
          <p:nvPr/>
        </p:nvCxnSpPr>
        <p:spPr>
          <a:xfrm>
            <a:off x="5217886" y="2286000"/>
            <a:ext cx="703622" cy="1995714"/>
          </a:xfrm>
          <a:prstGeom prst="line">
            <a:avLst/>
          </a:prstGeom>
          <a:ln>
            <a:solidFill>
              <a:srgbClr val="FF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9" name="직선 연결선 28">
            <a:extLst>
              <a:ext uri="{FF2B5EF4-FFF2-40B4-BE49-F238E27FC236}">
                <a16:creationId xmlns:a16="http://schemas.microsoft.com/office/drawing/2014/main" id="{A1B6A954-9B6C-0246-EBE2-A4AA9BADDA7E}"/>
              </a:ext>
            </a:extLst>
          </p:cNvPr>
          <p:cNvCxnSpPr>
            <a:cxnSpLocks/>
          </p:cNvCxnSpPr>
          <p:nvPr/>
        </p:nvCxnSpPr>
        <p:spPr>
          <a:xfrm flipH="1">
            <a:off x="6597674" y="2286000"/>
            <a:ext cx="1524649" cy="1995714"/>
          </a:xfrm>
          <a:prstGeom prst="line">
            <a:avLst/>
          </a:prstGeom>
          <a:ln>
            <a:solidFill>
              <a:srgbClr val="FF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0" name="직선 연결선 29">
            <a:extLst>
              <a:ext uri="{FF2B5EF4-FFF2-40B4-BE49-F238E27FC236}">
                <a16:creationId xmlns:a16="http://schemas.microsoft.com/office/drawing/2014/main" id="{49573678-9158-AEB7-3AAB-211C53383A0A}"/>
              </a:ext>
            </a:extLst>
          </p:cNvPr>
          <p:cNvCxnSpPr>
            <a:cxnSpLocks/>
          </p:cNvCxnSpPr>
          <p:nvPr/>
        </p:nvCxnSpPr>
        <p:spPr>
          <a:xfrm flipH="1">
            <a:off x="7300686" y="2286000"/>
            <a:ext cx="66156" cy="1843314"/>
          </a:xfrm>
          <a:prstGeom prst="line">
            <a:avLst/>
          </a:prstGeom>
          <a:ln>
            <a:solidFill>
              <a:srgbClr val="FF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1" name="직선 연결선 30">
            <a:extLst>
              <a:ext uri="{FF2B5EF4-FFF2-40B4-BE49-F238E27FC236}">
                <a16:creationId xmlns:a16="http://schemas.microsoft.com/office/drawing/2014/main" id="{13DB7ACC-2895-D85C-EF69-5A85FFF34406}"/>
              </a:ext>
            </a:extLst>
          </p:cNvPr>
          <p:cNvCxnSpPr>
            <a:cxnSpLocks/>
          </p:cNvCxnSpPr>
          <p:nvPr/>
        </p:nvCxnSpPr>
        <p:spPr>
          <a:xfrm>
            <a:off x="6712857" y="2348047"/>
            <a:ext cx="1365923" cy="1933667"/>
          </a:xfrm>
          <a:prstGeom prst="line">
            <a:avLst/>
          </a:prstGeom>
          <a:ln>
            <a:solidFill>
              <a:srgbClr val="FF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3" name="직선 연결선 32">
            <a:extLst>
              <a:ext uri="{FF2B5EF4-FFF2-40B4-BE49-F238E27FC236}">
                <a16:creationId xmlns:a16="http://schemas.microsoft.com/office/drawing/2014/main" id="{3E91D4EC-8E9F-92B3-1AB0-451E28472024}"/>
              </a:ext>
            </a:extLst>
          </p:cNvPr>
          <p:cNvCxnSpPr>
            <a:cxnSpLocks/>
          </p:cNvCxnSpPr>
          <p:nvPr/>
        </p:nvCxnSpPr>
        <p:spPr>
          <a:xfrm flipH="1">
            <a:off x="5000171" y="2195647"/>
            <a:ext cx="812480" cy="1933667"/>
          </a:xfrm>
          <a:prstGeom prst="line">
            <a:avLst/>
          </a:prstGeom>
          <a:ln>
            <a:solidFill>
              <a:srgbClr val="0070C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4" name="직선 연결선 33">
            <a:extLst>
              <a:ext uri="{FF2B5EF4-FFF2-40B4-BE49-F238E27FC236}">
                <a16:creationId xmlns:a16="http://schemas.microsoft.com/office/drawing/2014/main" id="{4FDB11D5-E8C1-8B9E-286C-11F3797B0179}"/>
              </a:ext>
            </a:extLst>
          </p:cNvPr>
          <p:cNvCxnSpPr>
            <a:cxnSpLocks/>
          </p:cNvCxnSpPr>
          <p:nvPr/>
        </p:nvCxnSpPr>
        <p:spPr>
          <a:xfrm flipH="1">
            <a:off x="5769108" y="2195647"/>
            <a:ext cx="719709" cy="1933667"/>
          </a:xfrm>
          <a:prstGeom prst="line">
            <a:avLst/>
          </a:prstGeom>
          <a:ln>
            <a:solidFill>
              <a:srgbClr val="FF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5" name="직선 연결선 34">
            <a:extLst>
              <a:ext uri="{FF2B5EF4-FFF2-40B4-BE49-F238E27FC236}">
                <a16:creationId xmlns:a16="http://schemas.microsoft.com/office/drawing/2014/main" id="{300E7EAE-768F-3810-BC56-4E502789F562}"/>
              </a:ext>
            </a:extLst>
          </p:cNvPr>
          <p:cNvCxnSpPr>
            <a:cxnSpLocks/>
          </p:cNvCxnSpPr>
          <p:nvPr/>
        </p:nvCxnSpPr>
        <p:spPr>
          <a:xfrm>
            <a:off x="5021102" y="2195647"/>
            <a:ext cx="1424172" cy="1933667"/>
          </a:xfrm>
          <a:prstGeom prst="line">
            <a:avLst/>
          </a:prstGeom>
          <a:ln>
            <a:solidFill>
              <a:srgbClr val="0070C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6" name="직선 연결선 35">
            <a:extLst>
              <a:ext uri="{FF2B5EF4-FFF2-40B4-BE49-F238E27FC236}">
                <a16:creationId xmlns:a16="http://schemas.microsoft.com/office/drawing/2014/main" id="{8325A48A-4D10-2149-B1B8-87E05C1734C7}"/>
              </a:ext>
            </a:extLst>
          </p:cNvPr>
          <p:cNvCxnSpPr>
            <a:cxnSpLocks/>
          </p:cNvCxnSpPr>
          <p:nvPr/>
        </p:nvCxnSpPr>
        <p:spPr>
          <a:xfrm flipH="1">
            <a:off x="7170899" y="2195647"/>
            <a:ext cx="799024" cy="1933667"/>
          </a:xfrm>
          <a:prstGeom prst="line">
            <a:avLst/>
          </a:prstGeom>
          <a:ln>
            <a:solidFill>
              <a:srgbClr val="0070C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7" name="직선 연결선 36">
            <a:extLst>
              <a:ext uri="{FF2B5EF4-FFF2-40B4-BE49-F238E27FC236}">
                <a16:creationId xmlns:a16="http://schemas.microsoft.com/office/drawing/2014/main" id="{BAF91824-FBC1-8DA1-E974-EADE928751B3}"/>
              </a:ext>
            </a:extLst>
          </p:cNvPr>
          <p:cNvCxnSpPr>
            <a:cxnSpLocks/>
          </p:cNvCxnSpPr>
          <p:nvPr/>
        </p:nvCxnSpPr>
        <p:spPr>
          <a:xfrm>
            <a:off x="7315200" y="2195647"/>
            <a:ext cx="611180" cy="1933667"/>
          </a:xfrm>
          <a:prstGeom prst="line">
            <a:avLst/>
          </a:prstGeom>
          <a:ln>
            <a:solidFill>
              <a:srgbClr val="FF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8" name="직선 연결선 37">
            <a:extLst>
              <a:ext uri="{FF2B5EF4-FFF2-40B4-BE49-F238E27FC236}">
                <a16:creationId xmlns:a16="http://schemas.microsoft.com/office/drawing/2014/main" id="{9AE3A749-EB9A-3CC7-AF6A-AD491EA02266}"/>
              </a:ext>
            </a:extLst>
          </p:cNvPr>
          <p:cNvCxnSpPr>
            <a:cxnSpLocks/>
          </p:cNvCxnSpPr>
          <p:nvPr/>
        </p:nvCxnSpPr>
        <p:spPr>
          <a:xfrm flipH="1">
            <a:off x="5000171" y="2253082"/>
            <a:ext cx="812480" cy="1933667"/>
          </a:xfrm>
          <a:prstGeom prst="line">
            <a:avLst/>
          </a:prstGeom>
          <a:ln>
            <a:solidFill>
              <a:srgbClr val="0070C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9" name="직선 연결선 38">
            <a:extLst>
              <a:ext uri="{FF2B5EF4-FFF2-40B4-BE49-F238E27FC236}">
                <a16:creationId xmlns:a16="http://schemas.microsoft.com/office/drawing/2014/main" id="{E0072A8B-74DA-C719-4B0B-A71A326A6433}"/>
              </a:ext>
            </a:extLst>
          </p:cNvPr>
          <p:cNvCxnSpPr>
            <a:cxnSpLocks/>
          </p:cNvCxnSpPr>
          <p:nvPr/>
        </p:nvCxnSpPr>
        <p:spPr>
          <a:xfrm>
            <a:off x="5094514" y="2253082"/>
            <a:ext cx="674594" cy="1933667"/>
          </a:xfrm>
          <a:prstGeom prst="line">
            <a:avLst/>
          </a:prstGeom>
          <a:ln>
            <a:solidFill>
              <a:srgbClr val="FF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0" name="직선 연결선 39">
            <a:extLst>
              <a:ext uri="{FF2B5EF4-FFF2-40B4-BE49-F238E27FC236}">
                <a16:creationId xmlns:a16="http://schemas.microsoft.com/office/drawing/2014/main" id="{EF960ACA-73D9-C5F2-0FD0-E9F57DE706BE}"/>
              </a:ext>
            </a:extLst>
          </p:cNvPr>
          <p:cNvCxnSpPr>
            <a:cxnSpLocks/>
          </p:cNvCxnSpPr>
          <p:nvPr/>
        </p:nvCxnSpPr>
        <p:spPr>
          <a:xfrm flipH="1">
            <a:off x="6445274" y="2191035"/>
            <a:ext cx="43543" cy="1995714"/>
          </a:xfrm>
          <a:prstGeom prst="line">
            <a:avLst/>
          </a:prstGeom>
          <a:ln>
            <a:solidFill>
              <a:srgbClr val="FF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1" name="직선 연결선 40">
            <a:extLst>
              <a:ext uri="{FF2B5EF4-FFF2-40B4-BE49-F238E27FC236}">
                <a16:creationId xmlns:a16="http://schemas.microsoft.com/office/drawing/2014/main" id="{DC9BFA06-3B1D-1FED-520C-5F4BDE5348EE}"/>
              </a:ext>
            </a:extLst>
          </p:cNvPr>
          <p:cNvCxnSpPr>
            <a:cxnSpLocks/>
          </p:cNvCxnSpPr>
          <p:nvPr/>
        </p:nvCxnSpPr>
        <p:spPr>
          <a:xfrm flipH="1">
            <a:off x="7170899" y="2191035"/>
            <a:ext cx="43543" cy="1995714"/>
          </a:xfrm>
          <a:prstGeom prst="line">
            <a:avLst/>
          </a:prstGeom>
          <a:ln>
            <a:solidFill>
              <a:srgbClr val="FF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2" name="직선 연결선 41">
            <a:extLst>
              <a:ext uri="{FF2B5EF4-FFF2-40B4-BE49-F238E27FC236}">
                <a16:creationId xmlns:a16="http://schemas.microsoft.com/office/drawing/2014/main" id="{F56F502E-B04F-409A-5681-B1ECDB6F1AB8}"/>
              </a:ext>
            </a:extLst>
          </p:cNvPr>
          <p:cNvCxnSpPr>
            <a:cxnSpLocks/>
          </p:cNvCxnSpPr>
          <p:nvPr/>
        </p:nvCxnSpPr>
        <p:spPr>
          <a:xfrm flipH="1">
            <a:off x="7926380" y="2191035"/>
            <a:ext cx="43543" cy="1995714"/>
          </a:xfrm>
          <a:prstGeom prst="line">
            <a:avLst/>
          </a:prstGeom>
          <a:ln>
            <a:solidFill>
              <a:srgbClr val="FF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3" name="직선 연결선 42">
            <a:extLst>
              <a:ext uri="{FF2B5EF4-FFF2-40B4-BE49-F238E27FC236}">
                <a16:creationId xmlns:a16="http://schemas.microsoft.com/office/drawing/2014/main" id="{CF85720D-B9EB-EAE2-AA36-FB466365268F}"/>
              </a:ext>
            </a:extLst>
          </p:cNvPr>
          <p:cNvCxnSpPr/>
          <p:nvPr/>
        </p:nvCxnSpPr>
        <p:spPr>
          <a:xfrm>
            <a:off x="5043714" y="2133600"/>
            <a:ext cx="1415143" cy="1995714"/>
          </a:xfrm>
          <a:prstGeom prst="line">
            <a:avLst/>
          </a:prstGeom>
          <a:ln>
            <a:solidFill>
              <a:srgbClr val="0070C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4" name="직선 연결선 43">
            <a:extLst>
              <a:ext uri="{FF2B5EF4-FFF2-40B4-BE49-F238E27FC236}">
                <a16:creationId xmlns:a16="http://schemas.microsoft.com/office/drawing/2014/main" id="{98652276-2667-C437-37B5-290BD8F1E4C7}"/>
              </a:ext>
            </a:extLst>
          </p:cNvPr>
          <p:cNvCxnSpPr>
            <a:cxnSpLocks/>
          </p:cNvCxnSpPr>
          <p:nvPr/>
        </p:nvCxnSpPr>
        <p:spPr>
          <a:xfrm flipH="1">
            <a:off x="4992914" y="2053149"/>
            <a:ext cx="758371" cy="2076165"/>
          </a:xfrm>
          <a:prstGeom prst="line">
            <a:avLst/>
          </a:prstGeom>
          <a:ln>
            <a:solidFill>
              <a:srgbClr val="0070C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5" name="직선 연결선 44">
            <a:extLst>
              <a:ext uri="{FF2B5EF4-FFF2-40B4-BE49-F238E27FC236}">
                <a16:creationId xmlns:a16="http://schemas.microsoft.com/office/drawing/2014/main" id="{62669BCF-C8FF-DAA1-5AE1-2120C5E3B037}"/>
              </a:ext>
            </a:extLst>
          </p:cNvPr>
          <p:cNvCxnSpPr>
            <a:cxnSpLocks/>
          </p:cNvCxnSpPr>
          <p:nvPr/>
        </p:nvCxnSpPr>
        <p:spPr>
          <a:xfrm flipH="1">
            <a:off x="5802085" y="2133600"/>
            <a:ext cx="1398838" cy="1995714"/>
          </a:xfrm>
          <a:prstGeom prst="line">
            <a:avLst/>
          </a:prstGeom>
          <a:ln>
            <a:solidFill>
              <a:srgbClr val="0070C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6" name="직선 연결선 45">
            <a:extLst>
              <a:ext uri="{FF2B5EF4-FFF2-40B4-BE49-F238E27FC236}">
                <a16:creationId xmlns:a16="http://schemas.microsoft.com/office/drawing/2014/main" id="{8D1A6838-BEE5-AE98-5DF2-DE52CC45249C}"/>
              </a:ext>
            </a:extLst>
          </p:cNvPr>
          <p:cNvCxnSpPr>
            <a:cxnSpLocks/>
          </p:cNvCxnSpPr>
          <p:nvPr/>
        </p:nvCxnSpPr>
        <p:spPr>
          <a:xfrm flipH="1">
            <a:off x="7170899" y="2131705"/>
            <a:ext cx="787207" cy="1997609"/>
          </a:xfrm>
          <a:prstGeom prst="line">
            <a:avLst/>
          </a:prstGeom>
          <a:ln>
            <a:solidFill>
              <a:srgbClr val="0070C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7" name="직선 연결선 46">
            <a:extLst>
              <a:ext uri="{FF2B5EF4-FFF2-40B4-BE49-F238E27FC236}">
                <a16:creationId xmlns:a16="http://schemas.microsoft.com/office/drawing/2014/main" id="{8C5BA2AD-59BF-AAA7-F58E-DD232D17D067}"/>
              </a:ext>
            </a:extLst>
          </p:cNvPr>
          <p:cNvCxnSpPr>
            <a:cxnSpLocks/>
          </p:cNvCxnSpPr>
          <p:nvPr/>
        </p:nvCxnSpPr>
        <p:spPr>
          <a:xfrm>
            <a:off x="6562321" y="2195644"/>
            <a:ext cx="1334214" cy="1933670"/>
          </a:xfrm>
          <a:prstGeom prst="line">
            <a:avLst/>
          </a:prstGeom>
          <a:ln>
            <a:solidFill>
              <a:srgbClr val="0070C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8" name="TextBox 47">
            <a:extLst>
              <a:ext uri="{FF2B5EF4-FFF2-40B4-BE49-F238E27FC236}">
                <a16:creationId xmlns:a16="http://schemas.microsoft.com/office/drawing/2014/main" id="{1526885F-F9D6-9CD5-55B4-71382D73F16D}"/>
              </a:ext>
            </a:extLst>
          </p:cNvPr>
          <p:cNvSpPr txBox="1"/>
          <p:nvPr/>
        </p:nvSpPr>
        <p:spPr>
          <a:xfrm>
            <a:off x="874284" y="2527172"/>
            <a:ext cx="3493264" cy="1323439"/>
          </a:xfrm>
          <a:prstGeom prst="rect">
            <a:avLst/>
          </a:prstGeom>
          <a:solidFill>
            <a:schemeClr val="accent3">
              <a:lumMod val="60000"/>
              <a:lumOff val="40000"/>
            </a:schemeClr>
          </a:solidFill>
        </p:spPr>
        <p:txBody>
          <a:bodyPr wrap="none" rtlCol="0">
            <a:spAutoFit/>
          </a:bodyPr>
          <a:lstStyle/>
          <a:p>
            <a:r>
              <a:rPr lang="en-US" altLang="ko-KR" sz="4000" b="1" dirty="0"/>
              <a:t>N!</a:t>
            </a:r>
            <a:r>
              <a:rPr lang="ko-KR" altLang="en-US" sz="4000" b="1" dirty="0"/>
              <a:t>의 조합 중</a:t>
            </a:r>
            <a:endParaRPr lang="en-US" altLang="ko-KR" sz="4000" b="1" dirty="0"/>
          </a:p>
          <a:p>
            <a:r>
              <a:rPr lang="ko-KR" altLang="en-US" sz="4000" b="1" dirty="0">
                <a:solidFill>
                  <a:srgbClr val="0070C0"/>
                </a:solidFill>
              </a:rPr>
              <a:t>최소 비용 </a:t>
            </a:r>
            <a:r>
              <a:rPr lang="ko-KR" altLang="en-US" sz="4000" b="1" dirty="0"/>
              <a:t>선택</a:t>
            </a:r>
            <a:endParaRPr lang="en-US" altLang="ko-KR" sz="4000" b="1" dirty="0"/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737DD309-2244-DE7F-7F5A-36307B46A22E}"/>
              </a:ext>
            </a:extLst>
          </p:cNvPr>
          <p:cNvSpPr txBox="1"/>
          <p:nvPr/>
        </p:nvSpPr>
        <p:spPr>
          <a:xfrm>
            <a:off x="676656" y="987552"/>
            <a:ext cx="4129657" cy="284693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marL="0" marR="0" lvl="0" indent="0" algn="l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 sz="1250">
                <a:solidFill>
                  <a:srgbClr val="5C6574"/>
                </a:solidFill>
              </a:defRPr>
            </a:pPr>
            <a:r>
              <a:rPr lang="ko-KR" altLang="en-US" sz="1250" dirty="0">
                <a:solidFill>
                  <a:srgbClr val="5C6574"/>
                </a:solidFill>
                <a:latin typeface="Calibri"/>
              </a:rPr>
              <a:t>순서로 인해 출력 정확도가 과소평가 되는 것을 방지한다</a:t>
            </a:r>
            <a:endParaRPr kumimoji="0" sz="1250" b="0" i="0" u="none" strike="noStrike" kern="1200" cap="none" spc="0" normalizeH="0" baseline="0" noProof="0" dirty="0">
              <a:ln>
                <a:noFill/>
              </a:ln>
              <a:solidFill>
                <a:srgbClr val="5C6574"/>
              </a:solidFill>
              <a:effectLst/>
              <a:uLnTx/>
              <a:uFillTx/>
              <a:latin typeface="Calibri"/>
              <a:ea typeface="+mn-ea"/>
              <a:cs typeface="+mn-cs"/>
            </a:endParaRPr>
          </a:p>
        </p:txBody>
      </p:sp>
    </p:spTree>
    <p:extLst>
      <p:ext uri="{BB962C8B-B14F-4D97-AF65-F5344CB8AC3E}">
        <p14:creationId xmlns:p14="http://schemas.microsoft.com/office/powerpoint/2010/main" val="3991018916"/>
      </p:ext>
    </p:extLst>
  </p:cSld>
  <p:clrMapOvr>
    <a:masterClrMapping/>
  </p:clrMapOvr>
  <mc:AlternateContent xmlns:mc="http://schemas.openxmlformats.org/markup-compatibility/2006">
    <mc:Choice xmlns:p159="http://schemas.microsoft.com/office/powerpoint/2015/09/main" Requires="p159">
      <p:transition xmlns:p14="http://schemas.microsoft.com/office/powerpoint/2010/main" spd="med" p14:dur="700">
        <p159:morph option="byObject"/>
      </p:transition>
    </mc:Choice>
    <mc:Fallback>
      <p:transition spd="med">
        <p:fade/>
      </p:transition>
    </mc:Fallback>
  </mc:AlternateContent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8">
                                            <p:bg/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500"/>
                                        <p:tgtEl>
                                          <p:spTgt spid="48">
                                            <p:bg/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8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" dur="500"/>
                                        <p:tgtEl>
                                          <p:spTgt spid="48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1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8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3" dur="500"/>
                                        <p:tgtEl>
                                          <p:spTgt spid="48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4" fill="hold">
                            <p:stCondLst>
                              <p:cond delay="500"/>
                            </p:stCondLst>
                            <p:childTnLst>
                              <p:par>
                                <p:cTn id="15" presetID="10" presetClass="entr" presetSubtype="0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8" fill="hold">
                            <p:stCondLst>
                              <p:cond delay="550"/>
                            </p:stCondLst>
                            <p:childTnLst>
                              <p:par>
                                <p:cTn id="19" presetID="10" presetClass="entr" presetSubtype="0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1" dur="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22" fill="hold">
                            <p:stCondLst>
                              <p:cond delay="600"/>
                            </p:stCondLst>
                            <p:childTnLst>
                              <p:par>
                                <p:cTn id="23" presetID="10" presetClass="entr" presetSubtype="0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5" dur="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26" fill="hold">
                            <p:stCondLst>
                              <p:cond delay="650"/>
                            </p:stCondLst>
                            <p:childTnLst>
                              <p:par>
                                <p:cTn id="27" presetID="10" presetClass="entr" presetSubtype="0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9" dur="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30" fill="hold">
                            <p:stCondLst>
                              <p:cond delay="700"/>
                            </p:stCondLst>
                            <p:childTnLst>
                              <p:par>
                                <p:cTn id="31" presetID="10" presetClass="entr" presetSubtype="0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3" dur="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34" fill="hold">
                            <p:stCondLst>
                              <p:cond delay="750"/>
                            </p:stCondLst>
                            <p:childTnLst>
                              <p:par>
                                <p:cTn id="35" presetID="1" presetClass="exit" presetSubtype="0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37" fill="hold">
                            <p:stCondLst>
                              <p:cond delay="750"/>
                            </p:stCondLst>
                            <p:childTnLst>
                              <p:par>
                                <p:cTn id="38" presetID="1" presetClass="exit" presetSubtype="0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40" fill="hold">
                            <p:stCondLst>
                              <p:cond delay="750"/>
                            </p:stCondLst>
                            <p:childTnLst>
                              <p:par>
                                <p:cTn id="41" presetID="1" presetClass="exit" presetSubtype="0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43" fill="hold">
                            <p:stCondLst>
                              <p:cond delay="750"/>
                            </p:stCondLst>
                            <p:childTnLst>
                              <p:par>
                                <p:cTn id="44" presetID="1" presetClass="exit" presetSubtype="0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46" fill="hold">
                            <p:stCondLst>
                              <p:cond delay="750"/>
                            </p:stCondLst>
                            <p:childTnLst>
                              <p:par>
                                <p:cTn id="47" presetID="1" presetClass="exit" presetSubtype="0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49" fill="hold">
                            <p:stCondLst>
                              <p:cond delay="750"/>
                            </p:stCondLst>
                            <p:childTnLst>
                              <p:par>
                                <p:cTn id="50" presetID="10" presetClass="entr" presetSubtype="0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53" fill="hold">
                            <p:stCondLst>
                              <p:cond delay="800"/>
                            </p:stCondLst>
                            <p:childTnLst>
                              <p:par>
                                <p:cTn id="54" presetID="10" presetClass="entr" presetSubtype="0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6" dur="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57" fill="hold">
                            <p:stCondLst>
                              <p:cond delay="850"/>
                            </p:stCondLst>
                            <p:childTnLst>
                              <p:par>
                                <p:cTn id="58" presetID="10" presetClass="entr" presetSubtype="0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0" dur="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61" fill="hold">
                            <p:stCondLst>
                              <p:cond delay="900"/>
                            </p:stCondLst>
                            <p:childTnLst>
                              <p:par>
                                <p:cTn id="62" presetID="10" presetClass="entr" presetSubtype="0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4" dur="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65" fill="hold">
                            <p:stCondLst>
                              <p:cond delay="950"/>
                            </p:stCondLst>
                            <p:childTnLst>
                              <p:par>
                                <p:cTn id="66" presetID="10" presetClass="entr" presetSubtype="0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8" dur="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69" fill="hold">
                            <p:stCondLst>
                              <p:cond delay="1000"/>
                            </p:stCondLst>
                            <p:childTnLst>
                              <p:par>
                                <p:cTn id="70" presetID="1" presetClass="exit" presetSubtype="0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7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72" fill="hold">
                            <p:stCondLst>
                              <p:cond delay="1000"/>
                            </p:stCondLst>
                            <p:childTnLst>
                              <p:par>
                                <p:cTn id="73" presetID="1" presetClass="exit" presetSubtype="0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7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75" fill="hold">
                            <p:stCondLst>
                              <p:cond delay="1000"/>
                            </p:stCondLst>
                            <p:childTnLst>
                              <p:par>
                                <p:cTn id="76" presetID="1" presetClass="exit" presetSubtype="0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7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78" fill="hold">
                            <p:stCondLst>
                              <p:cond delay="1000"/>
                            </p:stCondLst>
                            <p:childTnLst>
                              <p:par>
                                <p:cTn id="79" presetID="1" presetClass="exit" presetSubtype="0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81" fill="hold">
                            <p:stCondLst>
                              <p:cond delay="1000"/>
                            </p:stCondLst>
                            <p:childTnLst>
                              <p:par>
                                <p:cTn id="82" presetID="1" presetClass="exit" presetSubtype="0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84" fill="hold">
                            <p:stCondLst>
                              <p:cond delay="1000"/>
                            </p:stCondLst>
                            <p:childTnLst>
                              <p:par>
                                <p:cTn id="85" presetID="10" presetClass="entr" presetSubtype="0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87" dur="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88" fill="hold">
                            <p:stCondLst>
                              <p:cond delay="1050"/>
                            </p:stCondLst>
                            <p:childTnLst>
                              <p:par>
                                <p:cTn id="89" presetID="10" presetClass="entr" presetSubtype="0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91" dur="5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92" fill="hold">
                            <p:stCondLst>
                              <p:cond delay="1100"/>
                            </p:stCondLst>
                            <p:childTnLst>
                              <p:par>
                                <p:cTn id="93" presetID="10" presetClass="entr" presetSubtype="0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95" dur="50"/>
                                        <p:tgtEl>
                                          <p:spTgt spid="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96" fill="hold">
                            <p:stCondLst>
                              <p:cond delay="1150"/>
                            </p:stCondLst>
                            <p:childTnLst>
                              <p:par>
                                <p:cTn id="97" presetID="10" presetClass="entr" presetSubtype="0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99" dur="50"/>
                                        <p:tgtEl>
                                          <p:spTgt spid="3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00" fill="hold">
                            <p:stCondLst>
                              <p:cond delay="1200"/>
                            </p:stCondLst>
                            <p:childTnLst>
                              <p:par>
                                <p:cTn id="101" presetID="10" presetClass="entr" presetSubtype="0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3" dur="50"/>
                                        <p:tgtEl>
                                          <p:spTgt spid="3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04" fill="hold">
                            <p:stCondLst>
                              <p:cond delay="1250"/>
                            </p:stCondLst>
                            <p:childTnLst>
                              <p:par>
                                <p:cTn id="105" presetID="1" presetClass="exit" presetSubtype="0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07" fill="hold">
                            <p:stCondLst>
                              <p:cond delay="1250"/>
                            </p:stCondLst>
                            <p:childTnLst>
                              <p:par>
                                <p:cTn id="108" presetID="1" presetClass="exit" presetSubtype="0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10" fill="hold">
                            <p:stCondLst>
                              <p:cond delay="1250"/>
                            </p:stCondLst>
                            <p:childTnLst>
                              <p:par>
                                <p:cTn id="111" presetID="1" presetClass="exit" presetSubtype="0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13" fill="hold">
                            <p:stCondLst>
                              <p:cond delay="1250"/>
                            </p:stCondLst>
                            <p:childTnLst>
                              <p:par>
                                <p:cTn id="114" presetID="1" presetClass="exit" presetSubtype="0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16" fill="hold">
                            <p:stCondLst>
                              <p:cond delay="1250"/>
                            </p:stCondLst>
                            <p:childTnLst>
                              <p:par>
                                <p:cTn id="117" presetID="1" presetClass="exit" presetSubtype="0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19" fill="hold">
                            <p:stCondLst>
                              <p:cond delay="1250"/>
                            </p:stCondLst>
                            <p:childTnLst>
                              <p:par>
                                <p:cTn id="120" presetID="10" presetClass="entr" presetSubtype="0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2" dur="50"/>
                                        <p:tgtEl>
                                          <p:spTgt spid="3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23" fill="hold">
                            <p:stCondLst>
                              <p:cond delay="1300"/>
                            </p:stCondLst>
                            <p:childTnLst>
                              <p:par>
                                <p:cTn id="124" presetID="10" presetClass="entr" presetSubtype="0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6" dur="50"/>
                                        <p:tgtEl>
                                          <p:spTgt spid="3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27" fill="hold">
                            <p:stCondLst>
                              <p:cond delay="1350"/>
                            </p:stCondLst>
                            <p:childTnLst>
                              <p:par>
                                <p:cTn id="128" presetID="10" presetClass="entr" presetSubtype="0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30" dur="50"/>
                                        <p:tgtEl>
                                          <p:spTgt spid="3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31" fill="hold">
                            <p:stCondLst>
                              <p:cond delay="1400"/>
                            </p:stCondLst>
                            <p:childTnLst>
                              <p:par>
                                <p:cTn id="132" presetID="10" presetClass="entr" presetSubtype="0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3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34" dur="50"/>
                                        <p:tgtEl>
                                          <p:spTgt spid="3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35" fill="hold">
                            <p:stCondLst>
                              <p:cond delay="1450"/>
                            </p:stCondLst>
                            <p:childTnLst>
                              <p:par>
                                <p:cTn id="136" presetID="10" presetClass="entr" presetSubtype="0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3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38" dur="50"/>
                                        <p:tgtEl>
                                          <p:spTgt spid="3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39" fill="hold">
                            <p:stCondLst>
                              <p:cond delay="1500"/>
                            </p:stCondLst>
                            <p:childTnLst>
                              <p:par>
                                <p:cTn id="140" presetID="1" presetClass="exit" presetSubtype="0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42" fill="hold">
                            <p:stCondLst>
                              <p:cond delay="1500"/>
                            </p:stCondLst>
                            <p:childTnLst>
                              <p:par>
                                <p:cTn id="143" presetID="1" presetClass="exit" presetSubtype="0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45" fill="hold">
                            <p:stCondLst>
                              <p:cond delay="1500"/>
                            </p:stCondLst>
                            <p:childTnLst>
                              <p:par>
                                <p:cTn id="146" presetID="1" presetClass="exit" presetSubtype="0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48" fill="hold">
                            <p:stCondLst>
                              <p:cond delay="1500"/>
                            </p:stCondLst>
                            <p:childTnLst>
                              <p:par>
                                <p:cTn id="149" presetID="1" presetClass="exit" presetSubtype="0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5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51" fill="hold">
                            <p:stCondLst>
                              <p:cond delay="1500"/>
                            </p:stCondLst>
                            <p:childTnLst>
                              <p:par>
                                <p:cTn id="152" presetID="1" presetClass="exit" presetSubtype="0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5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54" fill="hold">
                            <p:stCondLst>
                              <p:cond delay="1500"/>
                            </p:stCondLst>
                            <p:childTnLst>
                              <p:par>
                                <p:cTn id="155" presetID="10" presetClass="entr" presetSubtype="0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5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57" dur="50"/>
                                        <p:tgtEl>
                                          <p:spTgt spid="3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58" fill="hold">
                            <p:stCondLst>
                              <p:cond delay="1550"/>
                            </p:stCondLst>
                            <p:childTnLst>
                              <p:par>
                                <p:cTn id="159" presetID="10" presetClass="entr" presetSubtype="0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61" dur="50"/>
                                        <p:tgtEl>
                                          <p:spTgt spid="3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62" fill="hold">
                            <p:stCondLst>
                              <p:cond delay="1600"/>
                            </p:stCondLst>
                            <p:childTnLst>
                              <p:par>
                                <p:cTn id="163" presetID="10" presetClass="entr" presetSubtype="0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65" dur="50"/>
                                        <p:tgtEl>
                                          <p:spTgt spid="4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66" fill="hold">
                            <p:stCondLst>
                              <p:cond delay="1650"/>
                            </p:stCondLst>
                            <p:childTnLst>
                              <p:par>
                                <p:cTn id="167" presetID="10" presetClass="entr" presetSubtype="0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69" dur="50"/>
                                        <p:tgtEl>
                                          <p:spTgt spid="4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70" fill="hold">
                            <p:stCondLst>
                              <p:cond delay="1700"/>
                            </p:stCondLst>
                            <p:childTnLst>
                              <p:par>
                                <p:cTn id="171" presetID="10" presetClass="entr" presetSubtype="0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7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3" dur="50"/>
                                        <p:tgtEl>
                                          <p:spTgt spid="4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74" fill="hold">
                            <p:stCondLst>
                              <p:cond delay="1750"/>
                            </p:stCondLst>
                            <p:childTnLst>
                              <p:par>
                                <p:cTn id="175" presetID="1" presetClass="exit" presetSubtype="0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7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77" fill="hold">
                            <p:stCondLst>
                              <p:cond delay="1750"/>
                            </p:stCondLst>
                            <p:childTnLst>
                              <p:par>
                                <p:cTn id="178" presetID="1" presetClass="exit" presetSubtype="0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7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80" fill="hold">
                            <p:stCondLst>
                              <p:cond delay="1750"/>
                            </p:stCondLst>
                            <p:childTnLst>
                              <p:par>
                                <p:cTn id="181" presetID="1" presetClass="exit" presetSubtype="0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83" fill="hold">
                            <p:stCondLst>
                              <p:cond delay="1750"/>
                            </p:stCondLst>
                            <p:childTnLst>
                              <p:par>
                                <p:cTn id="184" presetID="1" presetClass="exit" presetSubtype="0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86" fill="hold">
                            <p:stCondLst>
                              <p:cond delay="1750"/>
                            </p:stCondLst>
                            <p:childTnLst>
                              <p:par>
                                <p:cTn id="187" presetID="1" presetClass="exit" presetSubtype="0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89" fill="hold">
                            <p:stCondLst>
                              <p:cond delay="1750"/>
                            </p:stCondLst>
                            <p:childTnLst>
                              <p:par>
                                <p:cTn id="190" presetID="10" presetClass="entr" presetSubtype="0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9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92" dur="50"/>
                                        <p:tgtEl>
                                          <p:spTgt spid="4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93" fill="hold">
                            <p:stCondLst>
                              <p:cond delay="1800"/>
                            </p:stCondLst>
                            <p:childTnLst>
                              <p:par>
                                <p:cTn id="194" presetID="10" presetClass="entr" presetSubtype="0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9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96" dur="50"/>
                                        <p:tgtEl>
                                          <p:spTgt spid="4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97" fill="hold">
                            <p:stCondLst>
                              <p:cond delay="1850"/>
                            </p:stCondLst>
                            <p:childTnLst>
                              <p:par>
                                <p:cTn id="198" presetID="10" presetClass="entr" presetSubtype="0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9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00" dur="50"/>
                                        <p:tgtEl>
                                          <p:spTgt spid="4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201" fill="hold">
                            <p:stCondLst>
                              <p:cond delay="1900"/>
                            </p:stCondLst>
                            <p:childTnLst>
                              <p:par>
                                <p:cTn id="202" presetID="10" presetClass="entr" presetSubtype="0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04" dur="50"/>
                                        <p:tgtEl>
                                          <p:spTgt spid="4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205" fill="hold">
                            <p:stCondLst>
                              <p:cond delay="1950"/>
                            </p:stCondLst>
                            <p:childTnLst>
                              <p:par>
                                <p:cTn id="206" presetID="10" presetClass="entr" presetSubtype="0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08" dur="50"/>
                                        <p:tgtEl>
                                          <p:spTgt spid="4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48" grpId="0" build="allAtOnce" animBg="1"/>
    </p:bldLst>
  </p:timing>
</p:sld>
</file>

<file path=ppt/slides/slide3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8F9FC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B5E57AC3-39F3-3ECE-CEFC-4A783521E6F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mc:AlternateContent xmlns:mc="http://schemas.openxmlformats.org/markup-compatibility/2006">
        <mc:Choice xmlns:a14="http://schemas.microsoft.com/office/drawing/2010/main" Requires="a14">
          <p:graphicFrame>
            <p:nvGraphicFramePr>
              <p:cNvPr id="13" name="표 12">
                <a:extLst>
                  <a:ext uri="{FF2B5EF4-FFF2-40B4-BE49-F238E27FC236}">
                    <a16:creationId xmlns:a16="http://schemas.microsoft.com/office/drawing/2014/main" id="{641826AC-E82A-B2A0-E086-EF985E536CE0}"/>
                  </a:ext>
                </a:extLst>
              </p:cNvPr>
              <p:cNvGraphicFramePr>
                <a:graphicFrameLocks noGrp="1"/>
              </p:cNvGraphicFramePr>
              <p:nvPr>
                <p:extLst>
                  <p:ext uri="{D42A27DB-BD31-4B8C-83A1-F6EECF244321}">
                    <p14:modId xmlns:p14="http://schemas.microsoft.com/office/powerpoint/2010/main" val="2399105287"/>
                  </p:ext>
                </p:extLst>
              </p:nvPr>
            </p:nvGraphicFramePr>
            <p:xfrm>
              <a:off x="3495751" y="1353312"/>
              <a:ext cx="8128000" cy="5069785"/>
            </p:xfrm>
            <a:graphic>
              <a:graphicData uri="http://schemas.openxmlformats.org/drawingml/2006/table">
                <a:tbl>
                  <a:tblPr firstRow="1" bandRow="1">
                    <a:tableStyleId>{5C22544A-7EE6-4342-B048-85BDC9FD1C3A}</a:tableStyleId>
                  </a:tblPr>
                  <a:tblGrid>
                    <a:gridCol w="2032000">
                      <a:extLst>
                        <a:ext uri="{9D8B030D-6E8A-4147-A177-3AD203B41FA5}">
                          <a16:colId xmlns:a16="http://schemas.microsoft.com/office/drawing/2014/main" val="1411082048"/>
                        </a:ext>
                      </a:extLst>
                    </a:gridCol>
                    <a:gridCol w="2032000">
                      <a:extLst>
                        <a:ext uri="{9D8B030D-6E8A-4147-A177-3AD203B41FA5}">
                          <a16:colId xmlns:a16="http://schemas.microsoft.com/office/drawing/2014/main" val="1850576194"/>
                        </a:ext>
                      </a:extLst>
                    </a:gridCol>
                    <a:gridCol w="2032000">
                      <a:extLst>
                        <a:ext uri="{9D8B030D-6E8A-4147-A177-3AD203B41FA5}">
                          <a16:colId xmlns:a16="http://schemas.microsoft.com/office/drawing/2014/main" val="3701787801"/>
                        </a:ext>
                      </a:extLst>
                    </a:gridCol>
                    <a:gridCol w="2032000">
                      <a:extLst>
                        <a:ext uri="{9D8B030D-6E8A-4147-A177-3AD203B41FA5}">
                          <a16:colId xmlns:a16="http://schemas.microsoft.com/office/drawing/2014/main" val="2420030416"/>
                        </a:ext>
                      </a:extLst>
                    </a:gridCol>
                  </a:tblGrid>
                  <a:tr h="724255">
                    <a:tc>
                      <a:txBody>
                        <a:bodyPr/>
                        <a:lstStyle/>
                        <a:p>
                          <a:pPr algn="ctr" latinLnBrk="1"/>
                          <a14:m>
                            <m:oMath xmlns:m="http://schemas.openxmlformats.org/officeDocument/2006/math">
                              <m:sSub>
                                <m:sSubPr>
                                  <m:ctrlPr>
                                    <a:rPr lang="ko-KR" altLang="en-US" sz="1800" b="1" i="1" kern="1200" smtClean="0">
                                      <a:solidFill>
                                        <a:schemeClr val="bg1"/>
                                      </a:solidFill>
                                      <a:latin typeface="Cambria Math" panose="02040503050406030204" pitchFamily="18" charset="0"/>
                                      <a:ea typeface="+mn-ea"/>
                                      <a:cs typeface="+mn-cs"/>
                                    </a:rPr>
                                  </m:ctrlPr>
                                </m:sSubPr>
                                <m:e>
                                  <m:r>
                                    <a:rPr lang="ko-KR" altLang="en-US" sz="1800" b="1" i="1" kern="1200" smtClean="0">
                                      <a:solidFill>
                                        <a:schemeClr val="bg1"/>
                                      </a:solidFill>
                                      <a:latin typeface="Cambria Math" panose="02040503050406030204" pitchFamily="18" charset="0"/>
                                      <a:ea typeface="+mn-ea"/>
                                      <a:cs typeface="+mn-cs"/>
                                    </a:rPr>
                                    <m:t>𝒈</m:t>
                                  </m:r>
                                </m:e>
                                <m:sub>
                                  <m:r>
                                    <a:rPr lang="en-US" altLang="ko-KR" sz="1800" b="1" i="1" kern="1200" smtClean="0">
                                      <a:solidFill>
                                        <a:schemeClr val="bg1"/>
                                      </a:solidFill>
                                      <a:latin typeface="Cambria Math" panose="02040503050406030204" pitchFamily="18" charset="0"/>
                                      <a:ea typeface="+mn-ea"/>
                                      <a:cs typeface="+mn-cs"/>
                                    </a:rPr>
                                    <m:t>𝟎𝟓</m:t>
                                  </m:r>
                                </m:sub>
                              </m:sSub>
                            </m:oMath>
                          </a14:m>
                          <a:r>
                            <a:rPr lang="ko-KR" altLang="en-US" dirty="0">
                              <a:solidFill>
                                <a:schemeClr val="bg1"/>
                              </a:solidFill>
                            </a:rPr>
                            <a:t> 제공량</a:t>
                          </a:r>
                          <a:endParaRPr lang="ko-KR" altLang="en-US" dirty="0">
                            <a:solidFill>
                              <a:schemeClr val="tx1"/>
                            </a:solidFill>
                          </a:endParaRPr>
                        </a:p>
                      </a:txBody>
                      <a:tcPr anchor="ctr"/>
                    </a:tc>
                    <a:tc>
                      <a:txBody>
                        <a:bodyPr/>
                        <a:lstStyle/>
                        <a:p>
                          <a:pPr algn="ctr" latinLnBrk="1"/>
                          <a14:m>
                            <m:oMath xmlns:m="http://schemas.openxmlformats.org/officeDocument/2006/math">
                              <m:sSub>
                                <m:sSubPr>
                                  <m:ctrlPr>
                                    <a:rPr lang="ko-KR" altLang="en-US" sz="1800" b="1" i="1" kern="1200" smtClean="0">
                                      <a:solidFill>
                                        <a:schemeClr val="bg1"/>
                                      </a:solidFill>
                                      <a:latin typeface="Cambria Math" panose="02040503050406030204" pitchFamily="18" charset="0"/>
                                      <a:ea typeface="+mn-ea"/>
                                      <a:cs typeface="+mn-cs"/>
                                    </a:rPr>
                                  </m:ctrlPr>
                                </m:sSubPr>
                                <m:e>
                                  <m:r>
                                    <a:rPr lang="ko-KR" altLang="en-US" sz="1800" b="1" i="1" kern="1200" smtClean="0">
                                      <a:solidFill>
                                        <a:schemeClr val="bg1"/>
                                      </a:solidFill>
                                      <a:latin typeface="Cambria Math" panose="02040503050406030204" pitchFamily="18" charset="0"/>
                                      <a:ea typeface="+mn-ea"/>
                                      <a:cs typeface="+mn-cs"/>
                                    </a:rPr>
                                    <m:t>𝒈</m:t>
                                  </m:r>
                                </m:e>
                                <m:sub>
                                  <m:r>
                                    <a:rPr lang="en-US" altLang="ko-KR" sz="1800" b="1" i="1" kern="1200" smtClean="0">
                                      <a:solidFill>
                                        <a:schemeClr val="bg1"/>
                                      </a:solidFill>
                                      <a:latin typeface="Cambria Math" panose="02040503050406030204" pitchFamily="18" charset="0"/>
                                      <a:ea typeface="+mn-ea"/>
                                      <a:cs typeface="+mn-cs"/>
                                    </a:rPr>
                                    <m:t>𝟎𝟓</m:t>
                                  </m:r>
                                </m:sub>
                              </m:sSub>
                            </m:oMath>
                          </a14:m>
                          <a:r>
                            <a:rPr lang="ko-KR" altLang="en-US" dirty="0">
                              <a:solidFill>
                                <a:schemeClr val="bg1"/>
                              </a:solidFill>
                            </a:rPr>
                            <a:t> 관측 점 수</a:t>
                          </a:r>
                        </a:p>
                      </a:txBody>
                      <a:tcPr anchor="ctr"/>
                    </a:tc>
                    <a:tc>
                      <a:txBody>
                        <a:bodyPr/>
                        <a:lstStyle/>
                        <a:p>
                          <a:pPr algn="ctr" latinLnBrk="1"/>
                          <a:r>
                            <a:rPr lang="ko-KR" altLang="en-US" dirty="0">
                              <a:solidFill>
                                <a:schemeClr val="bg1"/>
                              </a:solidFill>
                            </a:rPr>
                            <a:t>평균 전하 위치 </a:t>
                          </a:r>
                          <a:endParaRPr lang="en-US" altLang="ko-KR" dirty="0">
                            <a:solidFill>
                              <a:schemeClr val="bg1"/>
                            </a:solidFill>
                          </a:endParaRPr>
                        </a:p>
                        <a:p>
                          <a:pPr algn="ctr" latinLnBrk="1"/>
                          <a:r>
                            <a:rPr lang="ko-KR" altLang="en-US" dirty="0">
                              <a:solidFill>
                                <a:schemeClr val="bg1"/>
                              </a:solidFill>
                            </a:rPr>
                            <a:t>오차</a:t>
                          </a:r>
                          <a:r>
                            <a:rPr lang="en-US" altLang="ko-KR" dirty="0">
                              <a:solidFill>
                                <a:schemeClr val="bg1"/>
                              </a:solidFill>
                            </a:rPr>
                            <a:t>(</a:t>
                          </a:r>
                          <a:r>
                            <a:rPr lang="en-US" altLang="ko-KR" dirty="0" err="1">
                              <a:solidFill>
                                <a:schemeClr val="bg1"/>
                              </a:solidFill>
                            </a:rPr>
                            <a:t>a.u</a:t>
                          </a:r>
                          <a:r>
                            <a:rPr lang="en-US" altLang="ko-KR" dirty="0">
                              <a:solidFill>
                                <a:schemeClr val="bg1"/>
                              </a:solidFill>
                            </a:rPr>
                            <a:t>.)</a:t>
                          </a:r>
                          <a:endParaRPr lang="ko-KR" altLang="en-US" dirty="0">
                            <a:solidFill>
                              <a:schemeClr val="bg1"/>
                            </a:solidFill>
                          </a:endParaRPr>
                        </a:p>
                      </a:txBody>
                      <a:tcPr anchor="ctr"/>
                    </a:tc>
                    <a:tc>
                      <a:txBody>
                        <a:bodyPr/>
                        <a:lstStyle/>
                        <a:p>
                          <a:pPr algn="ctr" latinLnBrk="1"/>
                          <a:r>
                            <a:rPr lang="ko-KR" altLang="en-US" dirty="0">
                              <a:solidFill>
                                <a:schemeClr val="bg1"/>
                              </a:solidFill>
                            </a:rPr>
                            <a:t>평균 전하 크기</a:t>
                          </a:r>
                          <a:endParaRPr lang="en-US" altLang="ko-KR" dirty="0">
                            <a:solidFill>
                              <a:schemeClr val="bg1"/>
                            </a:solidFill>
                          </a:endParaRPr>
                        </a:p>
                        <a:p>
                          <a:pPr algn="ctr" latinLnBrk="1"/>
                          <a:r>
                            <a:rPr lang="ko-KR" altLang="en-US" dirty="0">
                              <a:solidFill>
                                <a:schemeClr val="bg1"/>
                              </a:solidFill>
                            </a:rPr>
                            <a:t>오차</a:t>
                          </a:r>
                          <a:r>
                            <a:rPr lang="en-US" altLang="ko-KR" dirty="0">
                              <a:solidFill>
                                <a:schemeClr val="bg1"/>
                              </a:solidFill>
                            </a:rPr>
                            <a:t>(</a:t>
                          </a:r>
                          <a:r>
                            <a:rPr lang="en-US" altLang="ko-KR" dirty="0" err="1">
                              <a:solidFill>
                                <a:schemeClr val="bg1"/>
                              </a:solidFill>
                            </a:rPr>
                            <a:t>a.u</a:t>
                          </a:r>
                          <a:r>
                            <a:rPr lang="en-US" altLang="ko-KR" dirty="0">
                              <a:solidFill>
                                <a:schemeClr val="bg1"/>
                              </a:solidFill>
                            </a:rPr>
                            <a:t>.)</a:t>
                          </a:r>
                          <a:endParaRPr lang="ko-KR" altLang="en-US" dirty="0">
                            <a:solidFill>
                              <a:schemeClr val="bg1"/>
                            </a:solidFill>
                          </a:endParaRPr>
                        </a:p>
                      </a:txBody>
                      <a:tcPr anchor="ctr"/>
                    </a:tc>
                    <a:extLst>
                      <a:ext uri="{0D108BD9-81ED-4DB2-BD59-A6C34878D82A}">
                        <a16:rowId xmlns:a16="http://schemas.microsoft.com/office/drawing/2014/main" val="1612105439"/>
                      </a:ext>
                    </a:extLst>
                  </a:tr>
                  <a:tr h="724255">
                    <a:tc>
                      <a:txBody>
                        <a:bodyPr/>
                        <a:lstStyle/>
                        <a:p>
                          <a:pPr algn="ctr" latinLnBrk="1"/>
                          <a:endParaRPr lang="ko-KR" altLang="en-US" dirty="0">
                            <a:solidFill>
                              <a:schemeClr val="tx1"/>
                            </a:solidFill>
                          </a:endParaRPr>
                        </a:p>
                      </a:txBody>
                      <a:tcPr anchor="ctr"/>
                    </a:tc>
                    <a:tc>
                      <a:txBody>
                        <a:bodyPr/>
                        <a:lstStyle/>
                        <a:p>
                          <a:pPr algn="ctr" latinLnBrk="1"/>
                          <a:r>
                            <a:rPr lang="en-US" altLang="ko-KR" dirty="0">
                              <a:solidFill>
                                <a:schemeClr val="tx1"/>
                              </a:solidFill>
                            </a:rPr>
                            <a:t>0</a:t>
                          </a:r>
                          <a:endParaRPr lang="ko-KR" altLang="en-US" dirty="0">
                            <a:solidFill>
                              <a:schemeClr val="tx1"/>
                            </a:solidFill>
                          </a:endParaRPr>
                        </a:p>
                      </a:txBody>
                      <a:tcPr anchor="ctr"/>
                    </a:tc>
                    <a:tc>
                      <a:txBody>
                        <a:bodyPr/>
                        <a:lstStyle/>
                        <a:p>
                          <a:pPr algn="ctr" latinLnBrk="1"/>
                          <a:r>
                            <a:rPr lang="en-US" altLang="ko-KR" dirty="0">
                              <a:solidFill>
                                <a:schemeClr val="tx1"/>
                              </a:solidFill>
                            </a:rPr>
                            <a:t>0.7302</a:t>
                          </a:r>
                          <a:endParaRPr lang="ko-KR" altLang="en-US" dirty="0">
                            <a:solidFill>
                              <a:schemeClr val="tx1"/>
                            </a:solidFill>
                          </a:endParaRPr>
                        </a:p>
                      </a:txBody>
                      <a:tcPr anchor="ctr"/>
                    </a:tc>
                    <a:tc>
                      <a:txBody>
                        <a:bodyPr/>
                        <a:lstStyle/>
                        <a:p>
                          <a:pPr algn="ctr" latinLnBrk="1"/>
                          <a:r>
                            <a:rPr lang="en-US" altLang="ko-KR" dirty="0">
                              <a:solidFill>
                                <a:schemeClr val="tx1"/>
                              </a:solidFill>
                            </a:rPr>
                            <a:t>0.1582</a:t>
                          </a:r>
                          <a:endParaRPr lang="ko-KR" altLang="en-US" dirty="0">
                            <a:solidFill>
                              <a:schemeClr val="tx1"/>
                            </a:solidFill>
                          </a:endParaRPr>
                        </a:p>
                      </a:txBody>
                      <a:tcPr anchor="ctr"/>
                    </a:tc>
                    <a:extLst>
                      <a:ext uri="{0D108BD9-81ED-4DB2-BD59-A6C34878D82A}">
                        <a16:rowId xmlns:a16="http://schemas.microsoft.com/office/drawing/2014/main" val="1223932972"/>
                      </a:ext>
                    </a:extLst>
                  </a:tr>
                  <a:tr h="724255">
                    <a:tc>
                      <a:txBody>
                        <a:bodyPr/>
                        <a:lstStyle/>
                        <a:p>
                          <a:pPr algn="ctr" latinLnBrk="1"/>
                          <a:endParaRPr lang="ko-KR" altLang="en-US" dirty="0">
                            <a:solidFill>
                              <a:schemeClr val="tx1"/>
                            </a:solidFill>
                          </a:endParaRPr>
                        </a:p>
                      </a:txBody>
                      <a:tcPr anchor="ctr"/>
                    </a:tc>
                    <a:tc>
                      <a:txBody>
                        <a:bodyPr/>
                        <a:lstStyle/>
                        <a:p>
                          <a:pPr algn="ctr" latinLnBrk="1"/>
                          <a:r>
                            <a:rPr lang="en-US" altLang="ko-KR" dirty="0">
                              <a:solidFill>
                                <a:schemeClr val="tx1"/>
                              </a:solidFill>
                            </a:rPr>
                            <a:t>3</a:t>
                          </a:r>
                          <a:endParaRPr lang="ko-KR" altLang="en-US" dirty="0">
                            <a:solidFill>
                              <a:schemeClr val="tx1"/>
                            </a:solidFill>
                          </a:endParaRPr>
                        </a:p>
                      </a:txBody>
                      <a:tcPr anchor="ctr"/>
                    </a:tc>
                    <a:tc>
                      <a:txBody>
                        <a:bodyPr/>
                        <a:lstStyle/>
                        <a:p>
                          <a:pPr algn="ctr" latinLnBrk="1"/>
                          <a:r>
                            <a:rPr lang="en-US" altLang="ko-KR" dirty="0">
                              <a:solidFill>
                                <a:schemeClr val="tx1"/>
                              </a:solidFill>
                            </a:rPr>
                            <a:t>0.7278</a:t>
                          </a:r>
                          <a:endParaRPr lang="ko-KR" altLang="en-US" dirty="0">
                            <a:solidFill>
                              <a:schemeClr val="tx1"/>
                            </a:solidFill>
                          </a:endParaRPr>
                        </a:p>
                      </a:txBody>
                      <a:tcPr anchor="ctr"/>
                    </a:tc>
                    <a:tc>
                      <a:txBody>
                        <a:bodyPr/>
                        <a:lstStyle/>
                        <a:p>
                          <a:pPr algn="ctr" latinLnBrk="1"/>
                          <a:r>
                            <a:rPr lang="en-US" altLang="ko-KR" dirty="0">
                              <a:solidFill>
                                <a:schemeClr val="tx1"/>
                              </a:solidFill>
                            </a:rPr>
                            <a:t>0.1548</a:t>
                          </a:r>
                          <a:endParaRPr lang="ko-KR" altLang="en-US" dirty="0">
                            <a:solidFill>
                              <a:schemeClr val="tx1"/>
                            </a:solidFill>
                          </a:endParaRPr>
                        </a:p>
                      </a:txBody>
                      <a:tcPr anchor="ctr"/>
                    </a:tc>
                    <a:extLst>
                      <a:ext uri="{0D108BD9-81ED-4DB2-BD59-A6C34878D82A}">
                        <a16:rowId xmlns:a16="http://schemas.microsoft.com/office/drawing/2014/main" val="694382130"/>
                      </a:ext>
                    </a:extLst>
                  </a:tr>
                  <a:tr h="724255">
                    <a:tc>
                      <a:txBody>
                        <a:bodyPr/>
                        <a:lstStyle/>
                        <a:p>
                          <a:pPr algn="ctr" latinLnBrk="1"/>
                          <a:endParaRPr lang="ko-KR" altLang="en-US" dirty="0">
                            <a:solidFill>
                              <a:schemeClr val="tx1"/>
                            </a:solidFill>
                          </a:endParaRPr>
                        </a:p>
                      </a:txBody>
                      <a:tcPr anchor="ctr"/>
                    </a:tc>
                    <a:tc>
                      <a:txBody>
                        <a:bodyPr/>
                        <a:lstStyle/>
                        <a:p>
                          <a:pPr algn="ctr" latinLnBrk="1"/>
                          <a:r>
                            <a:rPr lang="en-US" altLang="ko-KR" dirty="0">
                              <a:solidFill>
                                <a:schemeClr val="tx1"/>
                              </a:solidFill>
                            </a:rPr>
                            <a:t>8</a:t>
                          </a:r>
                          <a:endParaRPr lang="ko-KR" altLang="en-US" dirty="0">
                            <a:solidFill>
                              <a:schemeClr val="tx1"/>
                            </a:solidFill>
                          </a:endParaRPr>
                        </a:p>
                      </a:txBody>
                      <a:tcPr anchor="ctr"/>
                    </a:tc>
                    <a:tc>
                      <a:txBody>
                        <a:bodyPr/>
                        <a:lstStyle/>
                        <a:p>
                          <a:pPr algn="ctr" latinLnBrk="1"/>
                          <a:r>
                            <a:rPr lang="en-US" altLang="ko-KR" dirty="0">
                              <a:solidFill>
                                <a:schemeClr val="tx1"/>
                              </a:solidFill>
                            </a:rPr>
                            <a:t>0.7338</a:t>
                          </a:r>
                          <a:endParaRPr lang="ko-KR" altLang="en-US" dirty="0">
                            <a:solidFill>
                              <a:schemeClr val="tx1"/>
                            </a:solidFill>
                          </a:endParaRPr>
                        </a:p>
                      </a:txBody>
                      <a:tcPr anchor="ctr"/>
                    </a:tc>
                    <a:tc>
                      <a:txBody>
                        <a:bodyPr/>
                        <a:lstStyle/>
                        <a:p>
                          <a:pPr algn="ctr" latinLnBrk="1"/>
                          <a:r>
                            <a:rPr lang="en-US" altLang="ko-KR" dirty="0">
                              <a:solidFill>
                                <a:schemeClr val="tx1"/>
                              </a:solidFill>
                            </a:rPr>
                            <a:t>0.1551</a:t>
                          </a:r>
                          <a:endParaRPr lang="ko-KR" altLang="en-US" dirty="0">
                            <a:solidFill>
                              <a:schemeClr val="tx1"/>
                            </a:solidFill>
                          </a:endParaRPr>
                        </a:p>
                      </a:txBody>
                      <a:tcPr anchor="ctr"/>
                    </a:tc>
                    <a:extLst>
                      <a:ext uri="{0D108BD9-81ED-4DB2-BD59-A6C34878D82A}">
                        <a16:rowId xmlns:a16="http://schemas.microsoft.com/office/drawing/2014/main" val="4167900972"/>
                      </a:ext>
                    </a:extLst>
                  </a:tr>
                  <a:tr h="724255">
                    <a:tc>
                      <a:txBody>
                        <a:bodyPr/>
                        <a:lstStyle/>
                        <a:p>
                          <a:pPr algn="ctr" latinLnBrk="1"/>
                          <a:endParaRPr lang="ko-KR" altLang="en-US" dirty="0">
                            <a:solidFill>
                              <a:schemeClr val="tx1"/>
                            </a:solidFill>
                          </a:endParaRPr>
                        </a:p>
                      </a:txBody>
                      <a:tcPr anchor="ctr"/>
                    </a:tc>
                    <a:tc>
                      <a:txBody>
                        <a:bodyPr/>
                        <a:lstStyle/>
                        <a:p>
                          <a:pPr algn="ctr" latinLnBrk="1"/>
                          <a:r>
                            <a:rPr lang="en-US" altLang="ko-KR" dirty="0">
                              <a:solidFill>
                                <a:schemeClr val="tx1"/>
                              </a:solidFill>
                            </a:rPr>
                            <a:t>16</a:t>
                          </a:r>
                          <a:endParaRPr lang="ko-KR" altLang="en-US" dirty="0">
                            <a:solidFill>
                              <a:schemeClr val="tx1"/>
                            </a:solidFill>
                          </a:endParaRPr>
                        </a:p>
                      </a:txBody>
                      <a:tcPr anchor="ctr"/>
                    </a:tc>
                    <a:tc>
                      <a:txBody>
                        <a:bodyPr/>
                        <a:lstStyle/>
                        <a:p>
                          <a:pPr algn="ctr" latinLnBrk="1"/>
                          <a:r>
                            <a:rPr lang="en-US" altLang="ko-KR" dirty="0">
                              <a:solidFill>
                                <a:schemeClr val="tx1"/>
                              </a:solidFill>
                            </a:rPr>
                            <a:t>0.7328</a:t>
                          </a:r>
                          <a:endParaRPr lang="ko-KR" altLang="en-US" dirty="0">
                            <a:solidFill>
                              <a:schemeClr val="tx1"/>
                            </a:solidFill>
                          </a:endParaRPr>
                        </a:p>
                      </a:txBody>
                      <a:tcPr anchor="ctr"/>
                    </a:tc>
                    <a:tc>
                      <a:txBody>
                        <a:bodyPr/>
                        <a:lstStyle/>
                        <a:p>
                          <a:pPr algn="ctr" latinLnBrk="1"/>
                          <a:r>
                            <a:rPr lang="en-US" altLang="ko-KR" dirty="0">
                              <a:solidFill>
                                <a:schemeClr val="tx1"/>
                              </a:solidFill>
                            </a:rPr>
                            <a:t>0.1553</a:t>
                          </a:r>
                          <a:endParaRPr lang="ko-KR" altLang="en-US" dirty="0">
                            <a:solidFill>
                              <a:schemeClr val="tx1"/>
                            </a:solidFill>
                          </a:endParaRPr>
                        </a:p>
                      </a:txBody>
                      <a:tcPr anchor="ctr"/>
                    </a:tc>
                    <a:extLst>
                      <a:ext uri="{0D108BD9-81ED-4DB2-BD59-A6C34878D82A}">
                        <a16:rowId xmlns:a16="http://schemas.microsoft.com/office/drawing/2014/main" val="1738240570"/>
                      </a:ext>
                    </a:extLst>
                  </a:tr>
                  <a:tr h="724255">
                    <a:tc>
                      <a:txBody>
                        <a:bodyPr/>
                        <a:lstStyle/>
                        <a:p>
                          <a:pPr algn="ctr" latinLnBrk="1"/>
                          <a:endParaRPr lang="ko-KR" altLang="en-US" dirty="0">
                            <a:solidFill>
                              <a:schemeClr val="tx1"/>
                            </a:solidFill>
                          </a:endParaRPr>
                        </a:p>
                      </a:txBody>
                      <a:tcPr anchor="ctr"/>
                    </a:tc>
                    <a:tc>
                      <a:txBody>
                        <a:bodyPr/>
                        <a:lstStyle/>
                        <a:p>
                          <a:pPr algn="ctr" latinLnBrk="1"/>
                          <a:r>
                            <a:rPr lang="en-US" altLang="ko-KR" dirty="0">
                              <a:solidFill>
                                <a:schemeClr val="tx1"/>
                              </a:solidFill>
                            </a:rPr>
                            <a:t>24</a:t>
                          </a:r>
                          <a:endParaRPr lang="ko-KR" altLang="en-US" dirty="0">
                            <a:solidFill>
                              <a:schemeClr val="tx1"/>
                            </a:solidFill>
                          </a:endParaRPr>
                        </a:p>
                      </a:txBody>
                      <a:tcPr anchor="ctr"/>
                    </a:tc>
                    <a:tc>
                      <a:txBody>
                        <a:bodyPr/>
                        <a:lstStyle/>
                        <a:p>
                          <a:pPr algn="ctr" latinLnBrk="1"/>
                          <a:r>
                            <a:rPr lang="en-US" altLang="ko-KR" dirty="0">
                              <a:solidFill>
                                <a:schemeClr val="tx1"/>
                              </a:solidFill>
                            </a:rPr>
                            <a:t>0.7258</a:t>
                          </a:r>
                          <a:endParaRPr lang="ko-KR" altLang="en-US" dirty="0">
                            <a:solidFill>
                              <a:schemeClr val="tx1"/>
                            </a:solidFill>
                          </a:endParaRPr>
                        </a:p>
                      </a:txBody>
                      <a:tcPr anchor="ctr"/>
                    </a:tc>
                    <a:tc>
                      <a:txBody>
                        <a:bodyPr/>
                        <a:lstStyle/>
                        <a:p>
                          <a:pPr algn="ctr" latinLnBrk="1"/>
                          <a:r>
                            <a:rPr lang="en-US" altLang="ko-KR" dirty="0">
                              <a:solidFill>
                                <a:schemeClr val="tx1"/>
                              </a:solidFill>
                            </a:rPr>
                            <a:t>0.1558</a:t>
                          </a:r>
                          <a:endParaRPr lang="ko-KR" altLang="en-US" dirty="0">
                            <a:solidFill>
                              <a:schemeClr val="tx1"/>
                            </a:solidFill>
                          </a:endParaRPr>
                        </a:p>
                      </a:txBody>
                      <a:tcPr anchor="ctr"/>
                    </a:tc>
                    <a:extLst>
                      <a:ext uri="{0D108BD9-81ED-4DB2-BD59-A6C34878D82A}">
                        <a16:rowId xmlns:a16="http://schemas.microsoft.com/office/drawing/2014/main" val="3447207521"/>
                      </a:ext>
                    </a:extLst>
                  </a:tr>
                  <a:tr h="724255">
                    <a:tc>
                      <a:txBody>
                        <a:bodyPr/>
                        <a:lstStyle/>
                        <a:p>
                          <a:pPr algn="ctr" latinLnBrk="1"/>
                          <a:endParaRPr lang="ko-KR" altLang="en-US" dirty="0">
                            <a:solidFill>
                              <a:schemeClr val="tx1"/>
                            </a:solidFill>
                          </a:endParaRPr>
                        </a:p>
                      </a:txBody>
                      <a:tcPr anchor="ctr"/>
                    </a:tc>
                    <a:tc>
                      <a:txBody>
                        <a:bodyPr/>
                        <a:lstStyle/>
                        <a:p>
                          <a:pPr algn="ctr" latinLnBrk="1"/>
                          <a:r>
                            <a:rPr lang="en-US" altLang="ko-KR" dirty="0">
                              <a:solidFill>
                                <a:schemeClr val="tx1"/>
                              </a:solidFill>
                            </a:rPr>
                            <a:t>32</a:t>
                          </a:r>
                          <a:endParaRPr lang="ko-KR" altLang="en-US" dirty="0">
                            <a:solidFill>
                              <a:schemeClr val="tx1"/>
                            </a:solidFill>
                          </a:endParaRPr>
                        </a:p>
                      </a:txBody>
                      <a:tcPr anchor="ctr"/>
                    </a:tc>
                    <a:tc>
                      <a:txBody>
                        <a:bodyPr/>
                        <a:lstStyle/>
                        <a:p>
                          <a:pPr algn="ctr" latinLnBrk="1"/>
                          <a:r>
                            <a:rPr lang="en-US" altLang="ko-KR" dirty="0">
                              <a:solidFill>
                                <a:schemeClr val="tx1"/>
                              </a:solidFill>
                            </a:rPr>
                            <a:t>0.7231</a:t>
                          </a:r>
                          <a:endParaRPr lang="ko-KR" altLang="en-US" dirty="0">
                            <a:solidFill>
                              <a:schemeClr val="tx1"/>
                            </a:solidFill>
                          </a:endParaRPr>
                        </a:p>
                      </a:txBody>
                      <a:tcPr anchor="ctr"/>
                    </a:tc>
                    <a:tc>
                      <a:txBody>
                        <a:bodyPr/>
                        <a:lstStyle/>
                        <a:p>
                          <a:pPr algn="ctr" latinLnBrk="1"/>
                          <a:r>
                            <a:rPr lang="en-US" altLang="ko-KR" dirty="0">
                              <a:solidFill>
                                <a:schemeClr val="tx1"/>
                              </a:solidFill>
                            </a:rPr>
                            <a:t>0.1547</a:t>
                          </a:r>
                          <a:endParaRPr lang="ko-KR" altLang="en-US" dirty="0">
                            <a:solidFill>
                              <a:schemeClr val="tx1"/>
                            </a:solidFill>
                          </a:endParaRPr>
                        </a:p>
                      </a:txBody>
                      <a:tcPr anchor="ctr"/>
                    </a:tc>
                    <a:extLst>
                      <a:ext uri="{0D108BD9-81ED-4DB2-BD59-A6C34878D82A}">
                        <a16:rowId xmlns:a16="http://schemas.microsoft.com/office/drawing/2014/main" val="2377660629"/>
                      </a:ext>
                    </a:extLst>
                  </a:tr>
                </a:tbl>
              </a:graphicData>
            </a:graphic>
          </p:graphicFrame>
        </mc:Choice>
        <mc:Fallback>
          <p:graphicFrame>
            <p:nvGraphicFramePr>
              <p:cNvPr id="13" name="표 12">
                <a:extLst>
                  <a:ext uri="{FF2B5EF4-FFF2-40B4-BE49-F238E27FC236}">
                    <a16:creationId xmlns:a16="http://schemas.microsoft.com/office/drawing/2014/main" id="{641826AC-E82A-B2A0-E086-EF985E536CE0}"/>
                  </a:ext>
                </a:extLst>
              </p:cNvPr>
              <p:cNvGraphicFramePr>
                <a:graphicFrameLocks noGrp="1"/>
              </p:cNvGraphicFramePr>
              <p:nvPr>
                <p:extLst>
                  <p:ext uri="{D42A27DB-BD31-4B8C-83A1-F6EECF244321}">
                    <p14:modId xmlns:p14="http://schemas.microsoft.com/office/powerpoint/2010/main" val="2399105287"/>
                  </p:ext>
                </p:extLst>
              </p:nvPr>
            </p:nvGraphicFramePr>
            <p:xfrm>
              <a:off x="3495751" y="1353312"/>
              <a:ext cx="8128000" cy="5069785"/>
            </p:xfrm>
            <a:graphic>
              <a:graphicData uri="http://schemas.openxmlformats.org/drawingml/2006/table">
                <a:tbl>
                  <a:tblPr firstRow="1" bandRow="1">
                    <a:tableStyleId>{5C22544A-7EE6-4342-B048-85BDC9FD1C3A}</a:tableStyleId>
                  </a:tblPr>
                  <a:tblGrid>
                    <a:gridCol w="2032000">
                      <a:extLst>
                        <a:ext uri="{9D8B030D-6E8A-4147-A177-3AD203B41FA5}">
                          <a16:colId xmlns:a16="http://schemas.microsoft.com/office/drawing/2014/main" val="1411082048"/>
                        </a:ext>
                      </a:extLst>
                    </a:gridCol>
                    <a:gridCol w="2032000">
                      <a:extLst>
                        <a:ext uri="{9D8B030D-6E8A-4147-A177-3AD203B41FA5}">
                          <a16:colId xmlns:a16="http://schemas.microsoft.com/office/drawing/2014/main" val="1850576194"/>
                        </a:ext>
                      </a:extLst>
                    </a:gridCol>
                    <a:gridCol w="2032000">
                      <a:extLst>
                        <a:ext uri="{9D8B030D-6E8A-4147-A177-3AD203B41FA5}">
                          <a16:colId xmlns:a16="http://schemas.microsoft.com/office/drawing/2014/main" val="3701787801"/>
                        </a:ext>
                      </a:extLst>
                    </a:gridCol>
                    <a:gridCol w="2032000">
                      <a:extLst>
                        <a:ext uri="{9D8B030D-6E8A-4147-A177-3AD203B41FA5}">
                          <a16:colId xmlns:a16="http://schemas.microsoft.com/office/drawing/2014/main" val="2420030416"/>
                        </a:ext>
                      </a:extLst>
                    </a:gridCol>
                  </a:tblGrid>
                  <a:tr h="724255">
                    <a:tc>
                      <a:txBody>
                        <a:bodyPr/>
                        <a:lstStyle/>
                        <a:p>
                          <a:endParaRPr lang="ko-KR"/>
                        </a:p>
                      </a:txBody>
                      <a:tcPr anchor="ctr">
                        <a:blipFill>
                          <a:blip r:embed="rId3"/>
                          <a:stretch>
                            <a:fillRect l="-299" t="-1681" r="-300599" b="-600840"/>
                          </a:stretch>
                        </a:blipFill>
                      </a:tcPr>
                    </a:tc>
                    <a:tc>
                      <a:txBody>
                        <a:bodyPr/>
                        <a:lstStyle/>
                        <a:p>
                          <a:endParaRPr lang="ko-KR"/>
                        </a:p>
                      </a:txBody>
                      <a:tcPr anchor="ctr">
                        <a:blipFill>
                          <a:blip r:embed="rId3"/>
                          <a:stretch>
                            <a:fillRect l="-100601" t="-1681" r="-201502" b="-600840"/>
                          </a:stretch>
                        </a:blipFill>
                      </a:tcPr>
                    </a:tc>
                    <a:tc>
                      <a:txBody>
                        <a:bodyPr/>
                        <a:lstStyle/>
                        <a:p>
                          <a:pPr algn="ctr" latinLnBrk="1"/>
                          <a:r>
                            <a:rPr lang="ko-KR" altLang="en-US" dirty="0">
                              <a:solidFill>
                                <a:schemeClr val="bg1"/>
                              </a:solidFill>
                            </a:rPr>
                            <a:t>평균 전하 위치 </a:t>
                          </a:r>
                          <a:endParaRPr lang="en-US" altLang="ko-KR" dirty="0">
                            <a:solidFill>
                              <a:schemeClr val="bg1"/>
                            </a:solidFill>
                          </a:endParaRPr>
                        </a:p>
                        <a:p>
                          <a:pPr algn="ctr" latinLnBrk="1"/>
                          <a:r>
                            <a:rPr lang="ko-KR" altLang="en-US" dirty="0">
                              <a:solidFill>
                                <a:schemeClr val="bg1"/>
                              </a:solidFill>
                            </a:rPr>
                            <a:t>오차</a:t>
                          </a:r>
                          <a:r>
                            <a:rPr lang="en-US" altLang="ko-KR" dirty="0">
                              <a:solidFill>
                                <a:schemeClr val="bg1"/>
                              </a:solidFill>
                            </a:rPr>
                            <a:t>(</a:t>
                          </a:r>
                          <a:r>
                            <a:rPr lang="en-US" altLang="ko-KR" dirty="0" err="1">
                              <a:solidFill>
                                <a:schemeClr val="bg1"/>
                              </a:solidFill>
                            </a:rPr>
                            <a:t>a.u</a:t>
                          </a:r>
                          <a:r>
                            <a:rPr lang="en-US" altLang="ko-KR" dirty="0">
                              <a:solidFill>
                                <a:schemeClr val="bg1"/>
                              </a:solidFill>
                            </a:rPr>
                            <a:t>.)</a:t>
                          </a:r>
                          <a:endParaRPr lang="ko-KR" altLang="en-US" dirty="0">
                            <a:solidFill>
                              <a:schemeClr val="bg1"/>
                            </a:solidFill>
                          </a:endParaRPr>
                        </a:p>
                      </a:txBody>
                      <a:tcPr anchor="ctr"/>
                    </a:tc>
                    <a:tc>
                      <a:txBody>
                        <a:bodyPr/>
                        <a:lstStyle/>
                        <a:p>
                          <a:pPr algn="ctr" latinLnBrk="1"/>
                          <a:r>
                            <a:rPr lang="ko-KR" altLang="en-US" dirty="0">
                              <a:solidFill>
                                <a:schemeClr val="bg1"/>
                              </a:solidFill>
                            </a:rPr>
                            <a:t>평균 전하 크기</a:t>
                          </a:r>
                          <a:endParaRPr lang="en-US" altLang="ko-KR" dirty="0">
                            <a:solidFill>
                              <a:schemeClr val="bg1"/>
                            </a:solidFill>
                          </a:endParaRPr>
                        </a:p>
                        <a:p>
                          <a:pPr algn="ctr" latinLnBrk="1"/>
                          <a:r>
                            <a:rPr lang="ko-KR" altLang="en-US" dirty="0">
                              <a:solidFill>
                                <a:schemeClr val="bg1"/>
                              </a:solidFill>
                            </a:rPr>
                            <a:t>오차</a:t>
                          </a:r>
                          <a:r>
                            <a:rPr lang="en-US" altLang="ko-KR" dirty="0">
                              <a:solidFill>
                                <a:schemeClr val="bg1"/>
                              </a:solidFill>
                            </a:rPr>
                            <a:t>(</a:t>
                          </a:r>
                          <a:r>
                            <a:rPr lang="en-US" altLang="ko-KR" dirty="0" err="1">
                              <a:solidFill>
                                <a:schemeClr val="bg1"/>
                              </a:solidFill>
                            </a:rPr>
                            <a:t>a.u</a:t>
                          </a:r>
                          <a:r>
                            <a:rPr lang="en-US" altLang="ko-KR" dirty="0">
                              <a:solidFill>
                                <a:schemeClr val="bg1"/>
                              </a:solidFill>
                            </a:rPr>
                            <a:t>.)</a:t>
                          </a:r>
                          <a:endParaRPr lang="ko-KR" altLang="en-US" dirty="0">
                            <a:solidFill>
                              <a:schemeClr val="bg1"/>
                            </a:solidFill>
                          </a:endParaRPr>
                        </a:p>
                      </a:txBody>
                      <a:tcPr anchor="ctr"/>
                    </a:tc>
                    <a:extLst>
                      <a:ext uri="{0D108BD9-81ED-4DB2-BD59-A6C34878D82A}">
                        <a16:rowId xmlns:a16="http://schemas.microsoft.com/office/drawing/2014/main" val="1612105439"/>
                      </a:ext>
                    </a:extLst>
                  </a:tr>
                  <a:tr h="724255">
                    <a:tc>
                      <a:txBody>
                        <a:bodyPr/>
                        <a:lstStyle/>
                        <a:p>
                          <a:pPr algn="ctr" latinLnBrk="1"/>
                          <a:endParaRPr lang="ko-KR" altLang="en-US" dirty="0">
                            <a:solidFill>
                              <a:schemeClr val="tx1"/>
                            </a:solidFill>
                          </a:endParaRPr>
                        </a:p>
                      </a:txBody>
                      <a:tcPr anchor="ctr"/>
                    </a:tc>
                    <a:tc>
                      <a:txBody>
                        <a:bodyPr/>
                        <a:lstStyle/>
                        <a:p>
                          <a:pPr algn="ctr" latinLnBrk="1"/>
                          <a:r>
                            <a:rPr lang="en-US" altLang="ko-KR" dirty="0">
                              <a:solidFill>
                                <a:schemeClr val="tx1"/>
                              </a:solidFill>
                            </a:rPr>
                            <a:t>0</a:t>
                          </a:r>
                          <a:endParaRPr lang="ko-KR" altLang="en-US" dirty="0">
                            <a:solidFill>
                              <a:schemeClr val="tx1"/>
                            </a:solidFill>
                          </a:endParaRPr>
                        </a:p>
                      </a:txBody>
                      <a:tcPr anchor="ctr"/>
                    </a:tc>
                    <a:tc>
                      <a:txBody>
                        <a:bodyPr/>
                        <a:lstStyle/>
                        <a:p>
                          <a:pPr algn="ctr" latinLnBrk="1"/>
                          <a:r>
                            <a:rPr lang="en-US" altLang="ko-KR" dirty="0">
                              <a:solidFill>
                                <a:schemeClr val="tx1"/>
                              </a:solidFill>
                            </a:rPr>
                            <a:t>0.7302</a:t>
                          </a:r>
                          <a:endParaRPr lang="ko-KR" altLang="en-US" dirty="0">
                            <a:solidFill>
                              <a:schemeClr val="tx1"/>
                            </a:solidFill>
                          </a:endParaRPr>
                        </a:p>
                      </a:txBody>
                      <a:tcPr anchor="ctr"/>
                    </a:tc>
                    <a:tc>
                      <a:txBody>
                        <a:bodyPr/>
                        <a:lstStyle/>
                        <a:p>
                          <a:pPr algn="ctr" latinLnBrk="1"/>
                          <a:r>
                            <a:rPr lang="en-US" altLang="ko-KR" dirty="0">
                              <a:solidFill>
                                <a:schemeClr val="tx1"/>
                              </a:solidFill>
                            </a:rPr>
                            <a:t>0.1582</a:t>
                          </a:r>
                          <a:endParaRPr lang="ko-KR" altLang="en-US" dirty="0">
                            <a:solidFill>
                              <a:schemeClr val="tx1"/>
                            </a:solidFill>
                          </a:endParaRPr>
                        </a:p>
                      </a:txBody>
                      <a:tcPr anchor="ctr"/>
                    </a:tc>
                    <a:extLst>
                      <a:ext uri="{0D108BD9-81ED-4DB2-BD59-A6C34878D82A}">
                        <a16:rowId xmlns:a16="http://schemas.microsoft.com/office/drawing/2014/main" val="1223932972"/>
                      </a:ext>
                    </a:extLst>
                  </a:tr>
                  <a:tr h="724255">
                    <a:tc>
                      <a:txBody>
                        <a:bodyPr/>
                        <a:lstStyle/>
                        <a:p>
                          <a:pPr algn="ctr" latinLnBrk="1"/>
                          <a:endParaRPr lang="ko-KR" altLang="en-US" dirty="0">
                            <a:solidFill>
                              <a:schemeClr val="tx1"/>
                            </a:solidFill>
                          </a:endParaRPr>
                        </a:p>
                      </a:txBody>
                      <a:tcPr anchor="ctr"/>
                    </a:tc>
                    <a:tc>
                      <a:txBody>
                        <a:bodyPr/>
                        <a:lstStyle/>
                        <a:p>
                          <a:pPr algn="ctr" latinLnBrk="1"/>
                          <a:r>
                            <a:rPr lang="en-US" altLang="ko-KR" dirty="0">
                              <a:solidFill>
                                <a:schemeClr val="tx1"/>
                              </a:solidFill>
                            </a:rPr>
                            <a:t>3</a:t>
                          </a:r>
                          <a:endParaRPr lang="ko-KR" altLang="en-US" dirty="0">
                            <a:solidFill>
                              <a:schemeClr val="tx1"/>
                            </a:solidFill>
                          </a:endParaRPr>
                        </a:p>
                      </a:txBody>
                      <a:tcPr anchor="ctr"/>
                    </a:tc>
                    <a:tc>
                      <a:txBody>
                        <a:bodyPr/>
                        <a:lstStyle/>
                        <a:p>
                          <a:pPr algn="ctr" latinLnBrk="1"/>
                          <a:r>
                            <a:rPr lang="en-US" altLang="ko-KR" dirty="0">
                              <a:solidFill>
                                <a:schemeClr val="tx1"/>
                              </a:solidFill>
                            </a:rPr>
                            <a:t>0.7278</a:t>
                          </a:r>
                          <a:endParaRPr lang="ko-KR" altLang="en-US" dirty="0">
                            <a:solidFill>
                              <a:schemeClr val="tx1"/>
                            </a:solidFill>
                          </a:endParaRPr>
                        </a:p>
                      </a:txBody>
                      <a:tcPr anchor="ctr"/>
                    </a:tc>
                    <a:tc>
                      <a:txBody>
                        <a:bodyPr/>
                        <a:lstStyle/>
                        <a:p>
                          <a:pPr algn="ctr" latinLnBrk="1"/>
                          <a:r>
                            <a:rPr lang="en-US" altLang="ko-KR" dirty="0">
                              <a:solidFill>
                                <a:schemeClr val="tx1"/>
                              </a:solidFill>
                            </a:rPr>
                            <a:t>0.1548</a:t>
                          </a:r>
                          <a:endParaRPr lang="ko-KR" altLang="en-US" dirty="0">
                            <a:solidFill>
                              <a:schemeClr val="tx1"/>
                            </a:solidFill>
                          </a:endParaRPr>
                        </a:p>
                      </a:txBody>
                      <a:tcPr anchor="ctr"/>
                    </a:tc>
                    <a:extLst>
                      <a:ext uri="{0D108BD9-81ED-4DB2-BD59-A6C34878D82A}">
                        <a16:rowId xmlns:a16="http://schemas.microsoft.com/office/drawing/2014/main" val="694382130"/>
                      </a:ext>
                    </a:extLst>
                  </a:tr>
                  <a:tr h="724255">
                    <a:tc>
                      <a:txBody>
                        <a:bodyPr/>
                        <a:lstStyle/>
                        <a:p>
                          <a:pPr algn="ctr" latinLnBrk="1"/>
                          <a:endParaRPr lang="ko-KR" altLang="en-US" dirty="0">
                            <a:solidFill>
                              <a:schemeClr val="tx1"/>
                            </a:solidFill>
                          </a:endParaRPr>
                        </a:p>
                      </a:txBody>
                      <a:tcPr anchor="ctr"/>
                    </a:tc>
                    <a:tc>
                      <a:txBody>
                        <a:bodyPr/>
                        <a:lstStyle/>
                        <a:p>
                          <a:pPr algn="ctr" latinLnBrk="1"/>
                          <a:r>
                            <a:rPr lang="en-US" altLang="ko-KR" dirty="0">
                              <a:solidFill>
                                <a:schemeClr val="tx1"/>
                              </a:solidFill>
                            </a:rPr>
                            <a:t>8</a:t>
                          </a:r>
                          <a:endParaRPr lang="ko-KR" altLang="en-US" dirty="0">
                            <a:solidFill>
                              <a:schemeClr val="tx1"/>
                            </a:solidFill>
                          </a:endParaRPr>
                        </a:p>
                      </a:txBody>
                      <a:tcPr anchor="ctr"/>
                    </a:tc>
                    <a:tc>
                      <a:txBody>
                        <a:bodyPr/>
                        <a:lstStyle/>
                        <a:p>
                          <a:pPr algn="ctr" latinLnBrk="1"/>
                          <a:r>
                            <a:rPr lang="en-US" altLang="ko-KR" dirty="0">
                              <a:solidFill>
                                <a:schemeClr val="tx1"/>
                              </a:solidFill>
                            </a:rPr>
                            <a:t>0.7338</a:t>
                          </a:r>
                          <a:endParaRPr lang="ko-KR" altLang="en-US" dirty="0">
                            <a:solidFill>
                              <a:schemeClr val="tx1"/>
                            </a:solidFill>
                          </a:endParaRPr>
                        </a:p>
                      </a:txBody>
                      <a:tcPr anchor="ctr"/>
                    </a:tc>
                    <a:tc>
                      <a:txBody>
                        <a:bodyPr/>
                        <a:lstStyle/>
                        <a:p>
                          <a:pPr algn="ctr" latinLnBrk="1"/>
                          <a:r>
                            <a:rPr lang="en-US" altLang="ko-KR" dirty="0">
                              <a:solidFill>
                                <a:schemeClr val="tx1"/>
                              </a:solidFill>
                            </a:rPr>
                            <a:t>0.1551</a:t>
                          </a:r>
                          <a:endParaRPr lang="ko-KR" altLang="en-US" dirty="0">
                            <a:solidFill>
                              <a:schemeClr val="tx1"/>
                            </a:solidFill>
                          </a:endParaRPr>
                        </a:p>
                      </a:txBody>
                      <a:tcPr anchor="ctr"/>
                    </a:tc>
                    <a:extLst>
                      <a:ext uri="{0D108BD9-81ED-4DB2-BD59-A6C34878D82A}">
                        <a16:rowId xmlns:a16="http://schemas.microsoft.com/office/drawing/2014/main" val="4167900972"/>
                      </a:ext>
                    </a:extLst>
                  </a:tr>
                  <a:tr h="724255">
                    <a:tc>
                      <a:txBody>
                        <a:bodyPr/>
                        <a:lstStyle/>
                        <a:p>
                          <a:pPr algn="ctr" latinLnBrk="1"/>
                          <a:endParaRPr lang="ko-KR" altLang="en-US" dirty="0">
                            <a:solidFill>
                              <a:schemeClr val="tx1"/>
                            </a:solidFill>
                          </a:endParaRPr>
                        </a:p>
                      </a:txBody>
                      <a:tcPr anchor="ctr"/>
                    </a:tc>
                    <a:tc>
                      <a:txBody>
                        <a:bodyPr/>
                        <a:lstStyle/>
                        <a:p>
                          <a:pPr algn="ctr" latinLnBrk="1"/>
                          <a:r>
                            <a:rPr lang="en-US" altLang="ko-KR" dirty="0">
                              <a:solidFill>
                                <a:schemeClr val="tx1"/>
                              </a:solidFill>
                            </a:rPr>
                            <a:t>16</a:t>
                          </a:r>
                          <a:endParaRPr lang="ko-KR" altLang="en-US" dirty="0">
                            <a:solidFill>
                              <a:schemeClr val="tx1"/>
                            </a:solidFill>
                          </a:endParaRPr>
                        </a:p>
                      </a:txBody>
                      <a:tcPr anchor="ctr"/>
                    </a:tc>
                    <a:tc>
                      <a:txBody>
                        <a:bodyPr/>
                        <a:lstStyle/>
                        <a:p>
                          <a:pPr algn="ctr" latinLnBrk="1"/>
                          <a:r>
                            <a:rPr lang="en-US" altLang="ko-KR" dirty="0">
                              <a:solidFill>
                                <a:schemeClr val="tx1"/>
                              </a:solidFill>
                            </a:rPr>
                            <a:t>0.7328</a:t>
                          </a:r>
                          <a:endParaRPr lang="ko-KR" altLang="en-US" dirty="0">
                            <a:solidFill>
                              <a:schemeClr val="tx1"/>
                            </a:solidFill>
                          </a:endParaRPr>
                        </a:p>
                      </a:txBody>
                      <a:tcPr anchor="ctr"/>
                    </a:tc>
                    <a:tc>
                      <a:txBody>
                        <a:bodyPr/>
                        <a:lstStyle/>
                        <a:p>
                          <a:pPr algn="ctr" latinLnBrk="1"/>
                          <a:r>
                            <a:rPr lang="en-US" altLang="ko-KR" dirty="0">
                              <a:solidFill>
                                <a:schemeClr val="tx1"/>
                              </a:solidFill>
                            </a:rPr>
                            <a:t>0.1553</a:t>
                          </a:r>
                          <a:endParaRPr lang="ko-KR" altLang="en-US" dirty="0">
                            <a:solidFill>
                              <a:schemeClr val="tx1"/>
                            </a:solidFill>
                          </a:endParaRPr>
                        </a:p>
                      </a:txBody>
                      <a:tcPr anchor="ctr"/>
                    </a:tc>
                    <a:extLst>
                      <a:ext uri="{0D108BD9-81ED-4DB2-BD59-A6C34878D82A}">
                        <a16:rowId xmlns:a16="http://schemas.microsoft.com/office/drawing/2014/main" val="1738240570"/>
                      </a:ext>
                    </a:extLst>
                  </a:tr>
                  <a:tr h="724255">
                    <a:tc>
                      <a:txBody>
                        <a:bodyPr/>
                        <a:lstStyle/>
                        <a:p>
                          <a:pPr algn="ctr" latinLnBrk="1"/>
                          <a:endParaRPr lang="ko-KR" altLang="en-US" dirty="0">
                            <a:solidFill>
                              <a:schemeClr val="tx1"/>
                            </a:solidFill>
                          </a:endParaRPr>
                        </a:p>
                      </a:txBody>
                      <a:tcPr anchor="ctr"/>
                    </a:tc>
                    <a:tc>
                      <a:txBody>
                        <a:bodyPr/>
                        <a:lstStyle/>
                        <a:p>
                          <a:pPr algn="ctr" latinLnBrk="1"/>
                          <a:r>
                            <a:rPr lang="en-US" altLang="ko-KR" dirty="0">
                              <a:solidFill>
                                <a:schemeClr val="tx1"/>
                              </a:solidFill>
                            </a:rPr>
                            <a:t>24</a:t>
                          </a:r>
                          <a:endParaRPr lang="ko-KR" altLang="en-US" dirty="0">
                            <a:solidFill>
                              <a:schemeClr val="tx1"/>
                            </a:solidFill>
                          </a:endParaRPr>
                        </a:p>
                      </a:txBody>
                      <a:tcPr anchor="ctr"/>
                    </a:tc>
                    <a:tc>
                      <a:txBody>
                        <a:bodyPr/>
                        <a:lstStyle/>
                        <a:p>
                          <a:pPr algn="ctr" latinLnBrk="1"/>
                          <a:r>
                            <a:rPr lang="en-US" altLang="ko-KR" dirty="0">
                              <a:solidFill>
                                <a:schemeClr val="tx1"/>
                              </a:solidFill>
                            </a:rPr>
                            <a:t>0.7258</a:t>
                          </a:r>
                          <a:endParaRPr lang="ko-KR" altLang="en-US" dirty="0">
                            <a:solidFill>
                              <a:schemeClr val="tx1"/>
                            </a:solidFill>
                          </a:endParaRPr>
                        </a:p>
                      </a:txBody>
                      <a:tcPr anchor="ctr"/>
                    </a:tc>
                    <a:tc>
                      <a:txBody>
                        <a:bodyPr/>
                        <a:lstStyle/>
                        <a:p>
                          <a:pPr algn="ctr" latinLnBrk="1"/>
                          <a:r>
                            <a:rPr lang="en-US" altLang="ko-KR" dirty="0">
                              <a:solidFill>
                                <a:schemeClr val="tx1"/>
                              </a:solidFill>
                            </a:rPr>
                            <a:t>0.1558</a:t>
                          </a:r>
                          <a:endParaRPr lang="ko-KR" altLang="en-US" dirty="0">
                            <a:solidFill>
                              <a:schemeClr val="tx1"/>
                            </a:solidFill>
                          </a:endParaRPr>
                        </a:p>
                      </a:txBody>
                      <a:tcPr anchor="ctr"/>
                    </a:tc>
                    <a:extLst>
                      <a:ext uri="{0D108BD9-81ED-4DB2-BD59-A6C34878D82A}">
                        <a16:rowId xmlns:a16="http://schemas.microsoft.com/office/drawing/2014/main" val="3447207521"/>
                      </a:ext>
                    </a:extLst>
                  </a:tr>
                  <a:tr h="724255">
                    <a:tc>
                      <a:txBody>
                        <a:bodyPr/>
                        <a:lstStyle/>
                        <a:p>
                          <a:pPr algn="ctr" latinLnBrk="1"/>
                          <a:endParaRPr lang="ko-KR" altLang="en-US" dirty="0">
                            <a:solidFill>
                              <a:schemeClr val="tx1"/>
                            </a:solidFill>
                          </a:endParaRPr>
                        </a:p>
                      </a:txBody>
                      <a:tcPr anchor="ctr"/>
                    </a:tc>
                    <a:tc>
                      <a:txBody>
                        <a:bodyPr/>
                        <a:lstStyle/>
                        <a:p>
                          <a:pPr algn="ctr" latinLnBrk="1"/>
                          <a:r>
                            <a:rPr lang="en-US" altLang="ko-KR" dirty="0">
                              <a:solidFill>
                                <a:schemeClr val="tx1"/>
                              </a:solidFill>
                            </a:rPr>
                            <a:t>32</a:t>
                          </a:r>
                          <a:endParaRPr lang="ko-KR" altLang="en-US" dirty="0">
                            <a:solidFill>
                              <a:schemeClr val="tx1"/>
                            </a:solidFill>
                          </a:endParaRPr>
                        </a:p>
                      </a:txBody>
                      <a:tcPr anchor="ctr"/>
                    </a:tc>
                    <a:tc>
                      <a:txBody>
                        <a:bodyPr/>
                        <a:lstStyle/>
                        <a:p>
                          <a:pPr algn="ctr" latinLnBrk="1"/>
                          <a:r>
                            <a:rPr lang="en-US" altLang="ko-KR" dirty="0">
                              <a:solidFill>
                                <a:schemeClr val="tx1"/>
                              </a:solidFill>
                            </a:rPr>
                            <a:t>0.7231</a:t>
                          </a:r>
                          <a:endParaRPr lang="ko-KR" altLang="en-US" dirty="0">
                            <a:solidFill>
                              <a:schemeClr val="tx1"/>
                            </a:solidFill>
                          </a:endParaRPr>
                        </a:p>
                      </a:txBody>
                      <a:tcPr anchor="ctr"/>
                    </a:tc>
                    <a:tc>
                      <a:txBody>
                        <a:bodyPr/>
                        <a:lstStyle/>
                        <a:p>
                          <a:pPr algn="ctr" latinLnBrk="1"/>
                          <a:r>
                            <a:rPr lang="en-US" altLang="ko-KR" dirty="0">
                              <a:solidFill>
                                <a:schemeClr val="tx1"/>
                              </a:solidFill>
                            </a:rPr>
                            <a:t>0.1547</a:t>
                          </a:r>
                          <a:endParaRPr lang="ko-KR" altLang="en-US" dirty="0">
                            <a:solidFill>
                              <a:schemeClr val="tx1"/>
                            </a:solidFill>
                          </a:endParaRPr>
                        </a:p>
                      </a:txBody>
                      <a:tcPr anchor="ctr"/>
                    </a:tc>
                    <a:extLst>
                      <a:ext uri="{0D108BD9-81ED-4DB2-BD59-A6C34878D82A}">
                        <a16:rowId xmlns:a16="http://schemas.microsoft.com/office/drawing/2014/main" val="2377660629"/>
                      </a:ext>
                    </a:extLst>
                  </a:tr>
                </a:tbl>
              </a:graphicData>
            </a:graphic>
          </p:graphicFrame>
        </mc:Fallback>
      </mc:AlternateContent>
      <p:sp>
        <p:nvSpPr>
          <p:cNvPr id="12" name="TextBox 11">
            <a:extLst>
              <a:ext uri="{FF2B5EF4-FFF2-40B4-BE49-F238E27FC236}">
                <a16:creationId xmlns:a16="http://schemas.microsoft.com/office/drawing/2014/main" id="{3506D543-7224-B9ED-714B-FA2E7E12B1DD}"/>
              </a:ext>
            </a:extLst>
          </p:cNvPr>
          <p:cNvSpPr txBox="1"/>
          <p:nvPr/>
        </p:nvSpPr>
        <p:spPr>
          <a:xfrm>
            <a:off x="676656" y="987552"/>
            <a:ext cx="3167855" cy="284693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marL="0" marR="0" lvl="0" indent="0" algn="l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 sz="1250">
                <a:solidFill>
                  <a:srgbClr val="5C6574"/>
                </a:solidFill>
              </a:defRPr>
            </a:pPr>
            <a:r>
              <a:rPr kumimoji="0" lang="ko-KR" altLang="en-US" sz="1250" b="0" i="0" u="none" strike="noStrike" kern="1200" cap="none" spc="0" normalizeH="0" baseline="0" noProof="0" dirty="0">
                <a:ln>
                  <a:noFill/>
                </a:ln>
                <a:solidFill>
                  <a:srgbClr val="5C6574"/>
                </a:solidFill>
                <a:effectLst/>
                <a:uLnTx/>
                <a:uFillTx/>
                <a:latin typeface="Calibri"/>
                <a:ea typeface="+mn-ea"/>
                <a:cs typeface="+mn-cs"/>
              </a:rPr>
              <a:t>얼마나 적은 부호 정보로 복원이 가능한가</a:t>
            </a:r>
            <a:r>
              <a:rPr kumimoji="0" lang="en-US" altLang="ko-KR" sz="1250" b="0" i="0" u="none" strike="noStrike" kern="1200" cap="none" spc="0" normalizeH="0" baseline="0" noProof="0" dirty="0">
                <a:ln>
                  <a:noFill/>
                </a:ln>
                <a:solidFill>
                  <a:srgbClr val="5C6574"/>
                </a:solidFill>
                <a:effectLst/>
                <a:uLnTx/>
                <a:uFillTx/>
                <a:latin typeface="Calibri"/>
                <a:ea typeface="+mn-ea"/>
                <a:cs typeface="+mn-cs"/>
              </a:rPr>
              <a:t>?</a:t>
            </a: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3" name="TextBox 2">
                <a:extLst>
                  <a:ext uri="{FF2B5EF4-FFF2-40B4-BE49-F238E27FC236}">
                    <a16:creationId xmlns:a16="http://schemas.microsoft.com/office/drawing/2014/main" id="{22F5306A-9B9F-0F3B-4AF7-53F3E053342A}"/>
                  </a:ext>
                </a:extLst>
              </p:cNvPr>
              <p:cNvSpPr txBox="1"/>
              <p:nvPr/>
            </p:nvSpPr>
            <p:spPr>
              <a:xfrm>
                <a:off x="658368" y="384048"/>
                <a:ext cx="6488123" cy="523220"/>
              </a:xfrm>
              <a:prstGeom prst="rect">
                <a:avLst/>
              </a:prstGeom>
              <a:noFill/>
            </p:spPr>
            <p:txBody>
              <a:bodyPr wrap="none">
                <a:spAutoFit/>
              </a:bodyPr>
              <a:lstStyle/>
              <a:p>
                <a:pPr lvl="0" defTabSz="457200" latinLnBrk="0">
                  <a:defRPr sz="2800" b="1">
                    <a:solidFill>
                      <a:srgbClr val="18233A"/>
                    </a:solidFill>
                  </a:defRPr>
                </a:pPr>
                <a:r>
                  <a:rPr lang="en-US" altLang="ko-KR" sz="2800" b="1" dirty="0">
                    <a:solidFill>
                      <a:srgbClr val="18233A"/>
                    </a:solidFill>
                    <a:latin typeface="+mj-ea"/>
                    <a:ea typeface="+mj-ea"/>
                  </a:rPr>
                  <a:t>3</a:t>
                </a:r>
                <a:r>
                  <a:rPr lang="en-US" altLang="ko-KR" sz="2800" b="1" noProof="0" dirty="0">
                    <a:solidFill>
                      <a:srgbClr val="18233A"/>
                    </a:solidFill>
                    <a:latin typeface="+mj-ea"/>
                    <a:ea typeface="+mj-ea"/>
                  </a:rPr>
                  <a:t>. </a:t>
                </a:r>
                <a:r>
                  <a:rPr lang="ko-KR" altLang="en-US" sz="2800" b="1" noProof="0" dirty="0">
                    <a:solidFill>
                      <a:srgbClr val="18233A"/>
                    </a:solidFill>
                    <a:latin typeface="+mj-ea"/>
                    <a:ea typeface="+mj-ea"/>
                  </a:rPr>
                  <a:t>탐구 결과</a:t>
                </a:r>
                <a:r>
                  <a:rPr lang="en-US" altLang="ko-KR" sz="2800" b="1" noProof="0" dirty="0">
                    <a:solidFill>
                      <a:srgbClr val="18233A"/>
                    </a:solidFill>
                    <a:latin typeface="+mj-ea"/>
                    <a:ea typeface="+mj-ea"/>
                  </a:rPr>
                  <a:t>-</a:t>
                </a:r>
                <a:r>
                  <a:rPr lang="en-US" altLang="ko-KR" sz="2800" b="1" dirty="0">
                    <a:solidFill>
                      <a:srgbClr val="18233A"/>
                    </a:solidFill>
                    <a:latin typeface="+mj-ea"/>
                    <a:ea typeface="+mj-ea"/>
                  </a:rPr>
                  <a:t>1</a:t>
                </a:r>
                <a:r>
                  <a:rPr kumimoji="0" lang="en-US" altLang="ko-KR" sz="2800" b="1" i="0" u="none" strike="noStrike" kern="1200" cap="none" spc="0" normalizeH="0" baseline="0" noProof="0" dirty="0">
                    <a:ln>
                      <a:noFill/>
                    </a:ln>
                    <a:solidFill>
                      <a:srgbClr val="18233A"/>
                    </a:solidFill>
                    <a:effectLst/>
                    <a:uLnTx/>
                    <a:uFillTx/>
                    <a:latin typeface="+mj-ea"/>
                    <a:ea typeface="+mj-ea"/>
                  </a:rPr>
                  <a:t>)</a:t>
                </a:r>
                <a:r>
                  <a:rPr lang="ko-KR" altLang="en-US" sz="2800" dirty="0">
                    <a:latin typeface="+mj-ea"/>
                    <a:ea typeface="+mj-ea"/>
                  </a:rPr>
                  <a:t>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ko-KR" altLang="en-US" sz="2800" b="1" i="1" smtClean="0">
                            <a:latin typeface="Cambria Math" panose="02040503050406030204" pitchFamily="18" charset="0"/>
                            <a:ea typeface="+mj-ea"/>
                          </a:rPr>
                        </m:ctrlPr>
                      </m:sSubPr>
                      <m:e>
                        <m:r>
                          <a:rPr lang="ko-KR" altLang="en-US" sz="2800" b="1" i="1" smtClean="0">
                            <a:latin typeface="Cambria Math" panose="02040503050406030204" pitchFamily="18" charset="0"/>
                            <a:ea typeface="+mj-ea"/>
                          </a:rPr>
                          <m:t>𝒈</m:t>
                        </m:r>
                      </m:e>
                      <m:sub>
                        <m:r>
                          <a:rPr lang="en-US" altLang="ko-KR" sz="2800" b="1" i="1" smtClean="0">
                            <a:latin typeface="Cambria Math" panose="02040503050406030204" pitchFamily="18" charset="0"/>
                            <a:ea typeface="+mj-ea"/>
                          </a:rPr>
                          <m:t>𝟎𝟓</m:t>
                        </m:r>
                      </m:sub>
                    </m:sSub>
                  </m:oMath>
                </a14:m>
                <a:r>
                  <a:rPr kumimoji="0" lang="ko-KR" altLang="en-US" sz="2800" b="1" i="0" u="none" strike="noStrike" kern="1200" cap="none" spc="0" normalizeH="0" baseline="0" noProof="0" dirty="0">
                    <a:ln>
                      <a:noFill/>
                    </a:ln>
                    <a:solidFill>
                      <a:srgbClr val="18233A"/>
                    </a:solidFill>
                    <a:effectLst/>
                    <a:uLnTx/>
                    <a:uFillTx/>
                    <a:latin typeface="+mj-ea"/>
                    <a:ea typeface="+mj-ea"/>
                  </a:rPr>
                  <a:t>정보량에 따른 비교</a:t>
                </a:r>
                <a:endParaRPr kumimoji="0" sz="2800" b="1" i="0" u="none" strike="noStrike" kern="1200" cap="none" spc="0" normalizeH="0" baseline="0" noProof="0" dirty="0">
                  <a:ln>
                    <a:noFill/>
                  </a:ln>
                  <a:solidFill>
                    <a:srgbClr val="18233A"/>
                  </a:solidFill>
                  <a:effectLst/>
                  <a:uLnTx/>
                  <a:uFillTx/>
                  <a:latin typeface="+mj-ea"/>
                  <a:ea typeface="+mj-ea"/>
                </a:endParaRPr>
              </a:p>
            </p:txBody>
          </p:sp>
        </mc:Choice>
        <mc:Fallback>
          <p:sp>
            <p:nvSpPr>
              <p:cNvPr id="3" name="TextBox 2">
                <a:extLst>
                  <a:ext uri="{FF2B5EF4-FFF2-40B4-BE49-F238E27FC236}">
                    <a16:creationId xmlns:a16="http://schemas.microsoft.com/office/drawing/2014/main" id="{22F5306A-9B9F-0F3B-4AF7-53F3E053342A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658368" y="384048"/>
                <a:ext cx="6488123" cy="523220"/>
              </a:xfrm>
              <a:prstGeom prst="rect">
                <a:avLst/>
              </a:prstGeom>
              <a:blipFill>
                <a:blip r:embed="rId4"/>
                <a:stretch>
                  <a:fillRect l="-1880" t="-11628" r="-846" b="-31395"/>
                </a:stretch>
              </a:blipFill>
            </p:spPr>
            <p:txBody>
              <a:bodyPr/>
              <a:lstStyle/>
              <a:p>
                <a:r>
                  <a:rPr lang="ko-KR" alt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6" name="Rectangle 5">
            <a:extLst>
              <a:ext uri="{FF2B5EF4-FFF2-40B4-BE49-F238E27FC236}">
                <a16:creationId xmlns:a16="http://schemas.microsoft.com/office/drawing/2014/main" id="{251248C5-1FA0-7EC6-C2B9-0C7FFCB395FA}"/>
              </a:ext>
            </a:extLst>
          </p:cNvPr>
          <p:cNvSpPr/>
          <p:nvPr/>
        </p:nvSpPr>
        <p:spPr>
          <a:xfrm>
            <a:off x="676656" y="1353312"/>
            <a:ext cx="566928" cy="41148"/>
          </a:xfrm>
          <a:prstGeom prst="rect">
            <a:avLst/>
          </a:prstGeom>
          <a:solidFill>
            <a:srgbClr val="315EB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Calibri"/>
              <a:ea typeface="+mn-ea"/>
              <a:cs typeface="+mn-cs"/>
            </a:endParaRP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16" name="TextBox 15">
                <a:extLst>
                  <a:ext uri="{FF2B5EF4-FFF2-40B4-BE49-F238E27FC236}">
                    <a16:creationId xmlns:a16="http://schemas.microsoft.com/office/drawing/2014/main" id="{C4F23529-7B5B-8B9C-7F02-D2491B39C937}"/>
                  </a:ext>
                </a:extLst>
              </p:cNvPr>
              <p:cNvSpPr txBox="1"/>
              <p:nvPr/>
            </p:nvSpPr>
            <p:spPr>
              <a:xfrm>
                <a:off x="5461916" y="2998113"/>
                <a:ext cx="1268168" cy="861774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>
                      <m:sSub>
                        <m:sSubPr>
                          <m:ctrlPr>
                            <a:rPr lang="en-US" altLang="ko-KR" sz="5000" b="0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altLang="ko-KR" sz="5000" b="0" i="1" smtClean="0">
                              <a:latin typeface="Cambria Math" panose="02040503050406030204" pitchFamily="18" charset="0"/>
                            </a:rPr>
                            <m:t>𝑔</m:t>
                          </m:r>
                        </m:e>
                        <m:sub>
                          <m:r>
                            <a:rPr lang="en-US" altLang="ko-KR" sz="5000" b="0" i="1" smtClean="0">
                              <a:latin typeface="Cambria Math" panose="02040503050406030204" pitchFamily="18" charset="0"/>
                            </a:rPr>
                            <m:t>05</m:t>
                          </m:r>
                        </m:sub>
                      </m:sSub>
                    </m:oMath>
                  </m:oMathPara>
                </a14:m>
                <a:endParaRPr lang="ko-KR" altLang="en-US" sz="5000" dirty="0"/>
              </a:p>
            </p:txBody>
          </p:sp>
        </mc:Choice>
        <mc:Fallback xmlns="">
          <p:sp>
            <p:nvSpPr>
              <p:cNvPr id="16" name="TextBox 15">
                <a:extLst>
                  <a:ext uri="{FF2B5EF4-FFF2-40B4-BE49-F238E27FC236}">
                    <a16:creationId xmlns:a16="http://schemas.microsoft.com/office/drawing/2014/main" id="{C4F23529-7B5B-8B9C-7F02-D2491B39C937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5461916" y="2998113"/>
                <a:ext cx="1268168" cy="861774"/>
              </a:xfrm>
              <a:prstGeom prst="rect">
                <a:avLst/>
              </a:prstGeom>
              <a:blipFill>
                <a:blip r:embed="rId5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ko-KR" alt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17" name="TextBox 16">
            <a:extLst>
              <a:ext uri="{FF2B5EF4-FFF2-40B4-BE49-F238E27FC236}">
                <a16:creationId xmlns:a16="http://schemas.microsoft.com/office/drawing/2014/main" id="{D9E2AE2D-6583-159B-226A-FB2CCD1CAEB3}"/>
              </a:ext>
            </a:extLst>
          </p:cNvPr>
          <p:cNvSpPr txBox="1"/>
          <p:nvPr/>
        </p:nvSpPr>
        <p:spPr>
          <a:xfrm>
            <a:off x="1121249" y="3152001"/>
            <a:ext cx="740908" cy="553998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ko-KR" sz="3000" dirty="0">
                <a:latin typeface="Cambria Math" panose="02040503050406030204" pitchFamily="18" charset="0"/>
                <a:ea typeface="Cambria Math" panose="02040503050406030204" pitchFamily="18" charset="0"/>
              </a:rPr>
              <a:t>0%</a:t>
            </a:r>
            <a:endParaRPr lang="ko-KR" altLang="en-US" sz="3000" dirty="0">
              <a:latin typeface="Cambria Math" panose="02040503050406030204" pitchFamily="18" charset="0"/>
            </a:endParaRPr>
          </a:p>
        </p:txBody>
      </p:sp>
      <p:sp>
        <p:nvSpPr>
          <p:cNvPr id="19" name="TextBox 18">
            <a:extLst>
              <a:ext uri="{FF2B5EF4-FFF2-40B4-BE49-F238E27FC236}">
                <a16:creationId xmlns:a16="http://schemas.microsoft.com/office/drawing/2014/main" id="{4D34A22C-50B9-5277-802E-30C6764215A4}"/>
              </a:ext>
            </a:extLst>
          </p:cNvPr>
          <p:cNvSpPr txBox="1"/>
          <p:nvPr/>
        </p:nvSpPr>
        <p:spPr>
          <a:xfrm>
            <a:off x="1084027" y="3152001"/>
            <a:ext cx="954107" cy="553998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ko-KR" sz="3000" dirty="0">
                <a:latin typeface="Cambria Math" panose="02040503050406030204" pitchFamily="18" charset="0"/>
                <a:ea typeface="Cambria Math" panose="02040503050406030204" pitchFamily="18" charset="0"/>
              </a:rPr>
              <a:t>10%</a:t>
            </a:r>
            <a:endParaRPr lang="ko-KR" altLang="en-US" sz="3000" dirty="0">
              <a:latin typeface="Cambria Math" panose="02040503050406030204" pitchFamily="18" charset="0"/>
            </a:endParaRPr>
          </a:p>
        </p:txBody>
      </p:sp>
      <p:sp>
        <p:nvSpPr>
          <p:cNvPr id="21" name="TextBox 20">
            <a:extLst>
              <a:ext uri="{FF2B5EF4-FFF2-40B4-BE49-F238E27FC236}">
                <a16:creationId xmlns:a16="http://schemas.microsoft.com/office/drawing/2014/main" id="{EF6A9E62-E14F-6A83-88B3-6EAA0892CE5B}"/>
              </a:ext>
            </a:extLst>
          </p:cNvPr>
          <p:cNvSpPr txBox="1"/>
          <p:nvPr/>
        </p:nvSpPr>
        <p:spPr>
          <a:xfrm>
            <a:off x="1121249" y="3152001"/>
            <a:ext cx="954107" cy="553998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ko-KR" sz="3000" dirty="0">
                <a:latin typeface="Cambria Math" panose="02040503050406030204" pitchFamily="18" charset="0"/>
                <a:ea typeface="Cambria Math" panose="02040503050406030204" pitchFamily="18" charset="0"/>
              </a:rPr>
              <a:t>25%</a:t>
            </a:r>
            <a:endParaRPr lang="ko-KR" altLang="en-US" sz="3000" dirty="0">
              <a:latin typeface="Cambria Math" panose="02040503050406030204" pitchFamily="18" charset="0"/>
            </a:endParaRPr>
          </a:p>
        </p:txBody>
      </p:sp>
      <p:sp>
        <p:nvSpPr>
          <p:cNvPr id="24" name="TextBox 23">
            <a:extLst>
              <a:ext uri="{FF2B5EF4-FFF2-40B4-BE49-F238E27FC236}">
                <a16:creationId xmlns:a16="http://schemas.microsoft.com/office/drawing/2014/main" id="{C8ECD9BF-740D-A956-89DB-F6027904E797}"/>
              </a:ext>
            </a:extLst>
          </p:cNvPr>
          <p:cNvSpPr txBox="1"/>
          <p:nvPr/>
        </p:nvSpPr>
        <p:spPr>
          <a:xfrm>
            <a:off x="1084642" y="3152001"/>
            <a:ext cx="954107" cy="553998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ko-KR" sz="3000" dirty="0">
                <a:latin typeface="Cambria Math" panose="02040503050406030204" pitchFamily="18" charset="0"/>
                <a:ea typeface="Cambria Math" panose="02040503050406030204" pitchFamily="18" charset="0"/>
              </a:rPr>
              <a:t>50%</a:t>
            </a:r>
            <a:endParaRPr lang="ko-KR" altLang="en-US" sz="3000" dirty="0">
              <a:latin typeface="Cambria Math" panose="02040503050406030204" pitchFamily="18" charset="0"/>
            </a:endParaRPr>
          </a:p>
        </p:txBody>
      </p:sp>
      <p:sp>
        <p:nvSpPr>
          <p:cNvPr id="26" name="TextBox 25">
            <a:extLst>
              <a:ext uri="{FF2B5EF4-FFF2-40B4-BE49-F238E27FC236}">
                <a16:creationId xmlns:a16="http://schemas.microsoft.com/office/drawing/2014/main" id="{65D60291-E3D1-6CB9-E25E-EF6EF34F49B1}"/>
              </a:ext>
            </a:extLst>
          </p:cNvPr>
          <p:cNvSpPr txBox="1"/>
          <p:nvPr/>
        </p:nvSpPr>
        <p:spPr>
          <a:xfrm>
            <a:off x="1120634" y="3152001"/>
            <a:ext cx="954107" cy="553998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ko-KR" sz="3000" dirty="0">
                <a:latin typeface="Cambria Math" panose="02040503050406030204" pitchFamily="18" charset="0"/>
                <a:ea typeface="Cambria Math" panose="02040503050406030204" pitchFamily="18" charset="0"/>
              </a:rPr>
              <a:t>75%</a:t>
            </a:r>
            <a:endParaRPr lang="ko-KR" altLang="en-US" sz="3000" dirty="0">
              <a:latin typeface="Cambria Math" panose="02040503050406030204" pitchFamily="18" charset="0"/>
            </a:endParaRPr>
          </a:p>
        </p:txBody>
      </p:sp>
      <p:sp>
        <p:nvSpPr>
          <p:cNvPr id="28" name="TextBox 27">
            <a:extLst>
              <a:ext uri="{FF2B5EF4-FFF2-40B4-BE49-F238E27FC236}">
                <a16:creationId xmlns:a16="http://schemas.microsoft.com/office/drawing/2014/main" id="{FC1C70BC-741D-39B4-E31B-B4312E24AC33}"/>
              </a:ext>
            </a:extLst>
          </p:cNvPr>
          <p:cNvSpPr txBox="1"/>
          <p:nvPr/>
        </p:nvSpPr>
        <p:spPr>
          <a:xfrm>
            <a:off x="1014033" y="3152001"/>
            <a:ext cx="1167307" cy="553998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ko-KR" sz="3000" dirty="0">
                <a:latin typeface="Cambria Math" panose="02040503050406030204" pitchFamily="18" charset="0"/>
                <a:ea typeface="Cambria Math" panose="02040503050406030204" pitchFamily="18" charset="0"/>
              </a:rPr>
              <a:t>100%</a:t>
            </a:r>
            <a:endParaRPr lang="ko-KR" altLang="en-US" sz="3000" dirty="0">
              <a:latin typeface="Cambria Math" panose="02040503050406030204" pitchFamily="18" charset="0"/>
            </a:endParaRP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10" name="TextBox 9">
                <a:extLst>
                  <a:ext uri="{FF2B5EF4-FFF2-40B4-BE49-F238E27FC236}">
                    <a16:creationId xmlns:a16="http://schemas.microsoft.com/office/drawing/2014/main" id="{F469AEBE-D4C3-8DA7-64E3-9C76BEE05870}"/>
                  </a:ext>
                </a:extLst>
              </p:cNvPr>
              <p:cNvSpPr txBox="1"/>
              <p:nvPr/>
            </p:nvSpPr>
            <p:spPr>
              <a:xfrm>
                <a:off x="3906939" y="2462070"/>
                <a:ext cx="4126258" cy="1035092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r>
                  <a:rPr lang="ko-KR" altLang="en-US" sz="3000" dirty="0"/>
                  <a:t>얼마나 적은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US" altLang="ko-KR" sz="3200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altLang="ko-KR" sz="3200" i="1">
                            <a:latin typeface="Cambria Math" panose="02040503050406030204" pitchFamily="18" charset="0"/>
                          </a:rPr>
                          <m:t>𝑔</m:t>
                        </m:r>
                      </m:e>
                      <m:sub>
                        <m:r>
                          <a:rPr lang="en-US" altLang="ko-KR" sz="3200" i="1">
                            <a:latin typeface="Cambria Math" panose="02040503050406030204" pitchFamily="18" charset="0"/>
                          </a:rPr>
                          <m:t>05</m:t>
                        </m:r>
                      </m:sub>
                    </m:sSub>
                    <m:r>
                      <a:rPr lang="en-US" altLang="ko-KR" sz="3200" b="0" i="0" smtClean="0">
                        <a:latin typeface="Cambria Math" panose="02040503050406030204" pitchFamily="18" charset="0"/>
                      </a:rPr>
                      <m:t> </m:t>
                    </m:r>
                  </m:oMath>
                </a14:m>
                <a:r>
                  <a:rPr lang="ko-KR" altLang="en-US" sz="3000" dirty="0"/>
                  <a:t>정보로</a:t>
                </a:r>
                <a:endParaRPr lang="en-US" altLang="ko-KR" sz="3000" dirty="0"/>
              </a:p>
              <a:p>
                <a:r>
                  <a:rPr lang="ko-KR" altLang="en-US" sz="3000" dirty="0"/>
                  <a:t>복원이 가능할까</a:t>
                </a:r>
                <a:r>
                  <a:rPr lang="en-US" altLang="ko-KR" sz="3000" dirty="0"/>
                  <a:t>?</a:t>
                </a:r>
                <a:endParaRPr lang="ko-KR" altLang="en-US" sz="3000" dirty="0"/>
              </a:p>
            </p:txBody>
          </p:sp>
        </mc:Choice>
        <mc:Fallback xmlns="">
          <p:sp>
            <p:nvSpPr>
              <p:cNvPr id="10" name="TextBox 9">
                <a:extLst>
                  <a:ext uri="{FF2B5EF4-FFF2-40B4-BE49-F238E27FC236}">
                    <a16:creationId xmlns:a16="http://schemas.microsoft.com/office/drawing/2014/main" id="{F469AEBE-D4C3-8DA7-64E3-9C76BEE05870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3906939" y="2462070"/>
                <a:ext cx="4126258" cy="1035092"/>
              </a:xfrm>
              <a:prstGeom prst="rect">
                <a:avLst/>
              </a:prstGeom>
              <a:blipFill>
                <a:blip r:embed="rId6"/>
                <a:stretch>
                  <a:fillRect l="-3545" t="-7059" r="-2659" b="-17647"/>
                </a:stretch>
              </a:blipFill>
            </p:spPr>
            <p:txBody>
              <a:bodyPr/>
              <a:lstStyle/>
              <a:p>
                <a:r>
                  <a:rPr lang="ko-KR" alt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11" name="TextBox 10">
            <a:extLst>
              <a:ext uri="{FF2B5EF4-FFF2-40B4-BE49-F238E27FC236}">
                <a16:creationId xmlns:a16="http://schemas.microsoft.com/office/drawing/2014/main" id="{37D0C920-ADFE-6C83-38C0-9A5522B3B438}"/>
              </a:ext>
            </a:extLst>
          </p:cNvPr>
          <p:cNvSpPr txBox="1"/>
          <p:nvPr/>
        </p:nvSpPr>
        <p:spPr>
          <a:xfrm>
            <a:off x="4771598" y="1790094"/>
            <a:ext cx="1713931" cy="707886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ko-KR" sz="4000" dirty="0"/>
              <a:t>Hmm...</a:t>
            </a:r>
            <a:endParaRPr lang="ko-KR" altLang="en-US" sz="4000" dirty="0"/>
          </a:p>
        </p:txBody>
      </p:sp>
      <p:sp>
        <p:nvSpPr>
          <p:cNvPr id="15" name="TextBox 14">
            <a:extLst>
              <a:ext uri="{FF2B5EF4-FFF2-40B4-BE49-F238E27FC236}">
                <a16:creationId xmlns:a16="http://schemas.microsoft.com/office/drawing/2014/main" id="{6714D6E1-FD60-567E-266B-45DE11AC319C}"/>
              </a:ext>
            </a:extLst>
          </p:cNvPr>
          <p:cNvSpPr txBox="1"/>
          <p:nvPr/>
        </p:nvSpPr>
        <p:spPr>
          <a:xfrm>
            <a:off x="6349323" y="1038069"/>
            <a:ext cx="2420856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ko-KR" altLang="en-US" dirty="0"/>
              <a:t>독립 </a:t>
            </a:r>
            <a:r>
              <a:rPr lang="ko-KR" altLang="en-US" dirty="0" err="1"/>
              <a:t>시드</a:t>
            </a:r>
            <a:r>
              <a:rPr lang="ko-KR" altLang="en-US" dirty="0"/>
              <a:t> 실험의 결과</a:t>
            </a:r>
          </a:p>
        </p:txBody>
      </p:sp>
    </p:spTree>
    <p:custDataLst>
      <p:tags r:id="rId1"/>
    </p:custDataLst>
    <p:extLst>
      <p:ext uri="{BB962C8B-B14F-4D97-AF65-F5344CB8AC3E}">
        <p14:creationId xmlns:p14="http://schemas.microsoft.com/office/powerpoint/2010/main" val="3242125516"/>
      </p:ext>
    </p:extLst>
  </p:cSld>
  <p:clrMapOvr>
    <a:masterClrMapping/>
  </p:clrMapOvr>
  <mc:AlternateContent xmlns:mc="http://schemas.openxmlformats.org/markup-compatibility/2006">
    <mc:Choice xmlns:p159="http://schemas.microsoft.com/office/powerpoint/2015/09/main" Requires="p159">
      <p:transition xmlns:p14="http://schemas.microsoft.com/office/powerpoint/2010/main" spd="med" p14:dur="700">
        <p159:morph option="byObject"/>
      </p:transition>
    </mc:Choice>
    <mc:Fallback>
      <p:transition spd="med">
        <p:fade/>
      </p:transition>
    </mc:Fallback>
  </mc:AlternateContent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iterate type="lt">
                                    <p:tmAbs val="500"/>
                                  </p:iterate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7" fill="hold">
                            <p:stCondLst>
                              <p:cond delay="2501"/>
                            </p:stCondLst>
                            <p:childTnLst>
                              <p:par>
                                <p:cTn id="8" presetID="1" presetClass="entr" presetSubtype="0" fill="hold" grpId="0" nodeType="afterEffect">
                                  <p:stCondLst>
                                    <p:cond delay="0"/>
                                  </p:stCondLst>
                                  <p:iterate type="lt">
                                    <p:tmAbs val="100"/>
                                  </p:iterate>
                                  <p:childTnLst>
                                    <p:set>
                                      <p:cBhvr>
                                        <p:cTn id="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0" fill="hold">
                            <p:stCondLst>
                              <p:cond delay="3802"/>
                            </p:stCondLst>
                            <p:childTnLst>
                              <p:par>
                                <p:cTn id="11" presetID="1" presetClass="entr" presetSubtype="0" fill="hold" grpId="0" nodeType="afterEffect">
                                  <p:stCondLst>
                                    <p:cond delay="0"/>
                                  </p:stCondLst>
                                  <p:iterate type="lt">
                                    <p:tmAbs val="100"/>
                                  </p:iterate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2" presetClass="exit" presetSubtype="3" fill="hold" grpId="1" nodeType="clickEffect">
                                  <p:stCondLst>
                                    <p:cond delay="0"/>
                                  </p:stCondLst>
                                  <p:iterate type="lt">
                                    <p:tmPct val="0"/>
                                  </p:iterate>
                                  <p:childTnLst>
                                    <p:anim calcmode="lin" valueType="num">
                                      <p:cBhvr additive="base">
                                        <p:cTn id="16" dur="500"/>
                                        <p:tgtEl>
                                          <p:spTgt spid="11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ppt_x"/>
                                          </p:val>
                                        </p:tav>
                                        <p:tav tm="100000">
                                          <p:val>
                                            <p:strVal val="1+ppt_w/2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17" dur="500"/>
                                        <p:tgtEl>
                                          <p:spTgt spid="1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ppt_y"/>
                                          </p:val>
                                        </p:tav>
                                        <p:tav tm="100000">
                                          <p:val>
                                            <p:strVal val="0-ppt_h/2"/>
                                          </p:val>
                                        </p:tav>
                                      </p:tavLst>
                                    </p:anim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499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9" presetID="2" presetClass="exit" presetSubtype="3" fill="hold" grpId="1" nodeType="withEffect">
                                  <p:stCondLst>
                                    <p:cond delay="0"/>
                                  </p:stCondLst>
                                  <p:iterate type="lt">
                                    <p:tmPct val="0"/>
                                  </p:iterate>
                                  <p:childTnLst>
                                    <p:anim calcmode="lin" valueType="num">
                                      <p:cBhvr additive="base">
                                        <p:cTn id="20" dur="500"/>
                                        <p:tgtEl>
                                          <p:spTgt spid="10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ppt_x"/>
                                          </p:val>
                                        </p:tav>
                                        <p:tav tm="100000">
                                          <p:val>
                                            <p:strVal val="1+ppt_w/2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21" dur="500"/>
                                        <p:tgtEl>
                                          <p:spTgt spid="10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ppt_y"/>
                                          </p:val>
                                        </p:tav>
                                        <p:tav tm="100000">
                                          <p:val>
                                            <p:strVal val="0-ppt_h/2"/>
                                          </p:val>
                                        </p:tav>
                                      </p:tavLst>
                                    </p:anim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499"/>
                                          </p:stCondLst>
                                        </p:cTn>
                                        <p:tgtEl>
                                          <p:spTgt spid="10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3" presetID="2" presetClass="exit" presetSubtype="3" fill="hold" grpId="1" nodeType="withEffect">
                                  <p:stCondLst>
                                    <p:cond delay="0"/>
                                  </p:stCondLst>
                                  <p:iterate type="lt">
                                    <p:tmPct val="0"/>
                                  </p:iterate>
                                  <p:childTnLst>
                                    <p:anim calcmode="lin" valueType="num">
                                      <p:cBhvr additive="base">
                                        <p:cTn id="24" dur="500"/>
                                        <p:tgtEl>
                                          <p:spTgt spid="10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ppt_x"/>
                                          </p:val>
                                        </p:tav>
                                        <p:tav tm="100000">
                                          <p:val>
                                            <p:strVal val="1+ppt_w/2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25" dur="500"/>
                                        <p:tgtEl>
                                          <p:spTgt spid="10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ppt_y"/>
                                          </p:val>
                                        </p:tav>
                                        <p:tav tm="100000">
                                          <p:val>
                                            <p:strVal val="0-ppt_h/2"/>
                                          </p:val>
                                        </p:tav>
                                      </p:tavLst>
                                    </p:anim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499"/>
                                          </p:stCondLst>
                                        </p:cTn>
                                        <p:tgtEl>
                                          <p:spTgt spid="10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27" fill="hold">
                            <p:stCondLst>
                              <p:cond delay="500"/>
                            </p:stCondLst>
                            <p:childTnLst>
                              <p:par>
                                <p:cTn id="28" presetID="1" presetClass="entr" presetSubtype="0" fill="hold" grpId="1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30" fill="hold">
                            <p:stCondLst>
                              <p:cond delay="500"/>
                            </p:stCondLst>
                            <p:childTnLst>
                              <p:par>
                                <p:cTn id="31" presetID="42" presetClass="path" presetSubtype="0" accel="50000" decel="5000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animMotion origin="layout" path="M 0 0 L -0.3819 0 " pathEditMode="relative" rAng="0" ptsTypes="AA">
                                      <p:cBhvr>
                                        <p:cTn id="32" dur="700" fill="hold"/>
                                        <p:tgtEl>
                                          <p:spTgt spid="16"/>
                                        </p:tgtEl>
                                        <p:attrNameLst>
                                          <p:attrName>ppt_x</p:attrName>
                                          <p:attrName>ppt_y</p:attrName>
                                        </p:attrNameLst>
                                      </p:cBhvr>
                                      <p:rCtr x="-19102" y="0"/>
                                    </p:animMotion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33" fill="hold">
                            <p:stCondLst>
                              <p:cond delay="1200"/>
                            </p:stCondLst>
                            <p:childTnLst>
                              <p:par>
                                <p:cTn id="34" presetID="10" presetClass="entr" presetSubtype="0" fill="hold" grpId="1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6" dur="3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7" presetID="42" presetClass="path" presetSubtype="0" accel="50000" decel="5000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animMotion origin="layout" path="M -0.00417 0 L 0.24322 -0.14097 " pathEditMode="relative" rAng="0" ptsTypes="AA">
                                      <p:cBhvr>
                                        <p:cTn id="38" dur="300" fill="hold"/>
                                        <p:tgtEl>
                                          <p:spTgt spid="17"/>
                                        </p:tgtEl>
                                        <p:attrNameLst>
                                          <p:attrName>ppt_x</p:attrName>
                                          <p:attrName>ppt_y</p:attrName>
                                        </p:attrNameLst>
                                      </p:cBhvr>
                                      <p:rCtr x="12370" y="-7060"/>
                                    </p:animMotion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39" fill="hold">
                            <p:stCondLst>
                              <p:cond delay="1500"/>
                            </p:stCondLst>
                            <p:childTnLst>
                              <p:par>
                                <p:cTn id="40" presetID="10" presetClass="entr" presetSubtype="0" fill="hold" grpId="1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43" presetID="42" presetClass="path" presetSubtype="0" accel="50000" decel="5000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animMotion origin="layout" path="M -0.00989 0 L 0.23685 -0.04028 " pathEditMode="relative" rAng="0" ptsTypes="AA">
                                      <p:cBhvr>
                                        <p:cTn id="44" dur="300" fill="hold"/>
                                        <p:tgtEl>
                                          <p:spTgt spid="19"/>
                                        </p:tgtEl>
                                        <p:attrNameLst>
                                          <p:attrName>ppt_x</p:attrName>
                                          <p:attrName>ppt_y</p:attrName>
                                        </p:attrNameLst>
                                      </p:cBhvr>
                                      <p:rCtr x="12331" y="-2014"/>
                                    </p:animMotion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45" fill="hold">
                            <p:stCondLst>
                              <p:cond delay="1800"/>
                            </p:stCondLst>
                            <p:childTnLst>
                              <p:par>
                                <p:cTn id="46" presetID="10" presetClass="entr" presetSubtype="0" fill="hold" grpId="1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8" dur="3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49" presetID="42" presetClass="path" presetSubtype="0" accel="50000" decel="5000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animMotion origin="layout" path="M 4.16667E-7 0 L 0.23216 0.06273 " pathEditMode="relative" rAng="0" ptsTypes="AA">
                                      <p:cBhvr>
                                        <p:cTn id="50" dur="300" fill="hold"/>
                                        <p:tgtEl>
                                          <p:spTgt spid="21"/>
                                        </p:tgtEl>
                                        <p:attrNameLst>
                                          <p:attrName>ppt_x</p:attrName>
                                          <p:attrName>ppt_y</p:attrName>
                                        </p:attrNameLst>
                                      </p:cBhvr>
                                      <p:rCtr x="11602" y="3125"/>
                                    </p:animMotion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51" fill="hold">
                            <p:stCondLst>
                              <p:cond delay="2100"/>
                            </p:stCondLst>
                            <p:childTnLst>
                              <p:par>
                                <p:cTn id="52" presetID="10" presetClass="entr" presetSubtype="0" fill="hold" grpId="1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4" dur="30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55" presetID="42" presetClass="path" presetSubtype="0" accel="50000" decel="5000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animMotion origin="layout" path="M -0.00989 0 L 0.23633 0.17292 " pathEditMode="relative" rAng="0" ptsTypes="AA">
                                      <p:cBhvr>
                                        <p:cTn id="56" dur="300" fill="hold"/>
                                        <p:tgtEl>
                                          <p:spTgt spid="24"/>
                                        </p:tgtEl>
                                        <p:attrNameLst>
                                          <p:attrName>ppt_x</p:attrName>
                                          <p:attrName>ppt_y</p:attrName>
                                        </p:attrNameLst>
                                      </p:cBhvr>
                                      <p:rCtr x="12305" y="8634"/>
                                    </p:animMotion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57" fill="hold">
                            <p:stCondLst>
                              <p:cond delay="2400"/>
                            </p:stCondLst>
                            <p:childTnLst>
                              <p:par>
                                <p:cTn id="58" presetID="10" presetClass="entr" presetSubtype="0" fill="hold" grpId="1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0" dur="30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61" presetID="42" presetClass="path" presetSubtype="0" accel="50000" decel="5000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animMotion origin="layout" path="M 4.16667E-7 0 L 0.22969 0.28403 " pathEditMode="relative" rAng="0" ptsTypes="AA">
                                      <p:cBhvr>
                                        <p:cTn id="62" dur="300" fill="hold"/>
                                        <p:tgtEl>
                                          <p:spTgt spid="26"/>
                                        </p:tgtEl>
                                        <p:attrNameLst>
                                          <p:attrName>ppt_x</p:attrName>
                                          <p:attrName>ppt_y</p:attrName>
                                        </p:attrNameLst>
                                      </p:cBhvr>
                                      <p:rCtr x="11484" y="14190"/>
                                    </p:animMotion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63" fill="hold">
                            <p:stCondLst>
                              <p:cond delay="2700"/>
                            </p:stCondLst>
                            <p:childTnLst>
                              <p:par>
                                <p:cTn id="64" presetID="10" presetClass="entr" presetSubtype="0" fill="hold" grpId="1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6" dur="30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67" presetID="42" presetClass="path" presetSubtype="0" accel="50000" decel="5000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animMotion origin="layout" path="M 4.16667E-7 0 L 0.22669 0.38889 " pathEditMode="relative" rAng="0" ptsTypes="AA">
                                      <p:cBhvr>
                                        <p:cTn id="68" dur="300" fill="hold"/>
                                        <p:tgtEl>
                                          <p:spTgt spid="28"/>
                                        </p:tgtEl>
                                        <p:attrNameLst>
                                          <p:attrName>ppt_x</p:attrName>
                                          <p:attrName>ppt_y</p:attrName>
                                        </p:attrNameLst>
                                      </p:cBhvr>
                                      <p:rCtr x="11328" y="19444"/>
                                    </p:animMotion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69" fill="hold">
                            <p:stCondLst>
                              <p:cond delay="3000"/>
                            </p:stCondLst>
                            <p:childTnLst>
                              <p:par>
                                <p:cTn id="70" presetID="10" presetClass="entr" presetSubtype="0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7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2" dur="500"/>
                                        <p:tgtEl>
                                          <p:spTgt spid="1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6" grpId="0"/>
      <p:bldP spid="16" grpId="1"/>
      <p:bldP spid="17" grpId="0"/>
      <p:bldP spid="17" grpId="1"/>
      <p:bldP spid="19" grpId="0"/>
      <p:bldP spid="19" grpId="1"/>
      <p:bldP spid="21" grpId="0"/>
      <p:bldP spid="21" grpId="1"/>
      <p:bldP spid="24" grpId="0"/>
      <p:bldP spid="24" grpId="1"/>
      <p:bldP spid="26" grpId="0"/>
      <p:bldP spid="26" grpId="1"/>
      <p:bldP spid="28" grpId="0"/>
      <p:bldP spid="28" grpId="1"/>
      <p:bldP spid="10" grpId="0" uiExpand="1" build="allAtOnce"/>
      <p:bldP spid="10" grpId="1" uiExpand="1" build="allAtOnce"/>
      <p:bldP spid="11" grpId="0"/>
      <p:bldP spid="11" grpId="1"/>
    </p:bldLst>
  </p:timing>
</p:sld>
</file>

<file path=ppt/slides/slide4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7" name="그림 16">
            <a:extLst>
              <a:ext uri="{FF2B5EF4-FFF2-40B4-BE49-F238E27FC236}">
                <a16:creationId xmlns:a16="http://schemas.microsoft.com/office/drawing/2014/main" id="{A8801575-401B-E8D1-3A66-F94A5A380BDA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7714" t="9947" r="38571" b="5600"/>
          <a:stretch>
            <a:fillRect/>
          </a:stretch>
        </p:blipFill>
        <p:spPr>
          <a:xfrm>
            <a:off x="8191500" y="1712686"/>
            <a:ext cx="3638737" cy="3432628"/>
          </a:xfrm>
          <a:custGeom>
            <a:avLst/>
            <a:gdLst>
              <a:gd name="csX0" fmla="*/ 0 w 6139543"/>
              <a:gd name="csY0" fmla="*/ 0 h 5791781"/>
              <a:gd name="csX1" fmla="*/ 6139543 w 6139543"/>
              <a:gd name="csY1" fmla="*/ 0 h 5791781"/>
              <a:gd name="csX2" fmla="*/ 6139543 w 6139543"/>
              <a:gd name="csY2" fmla="*/ 5791781 h 5791781"/>
              <a:gd name="csX3" fmla="*/ 0 w 6139543"/>
              <a:gd name="csY3" fmla="*/ 5791781 h 5791781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</a:cxnLst>
            <a:rect l="l" t="t" r="r" b="b"/>
            <a:pathLst>
              <a:path w="6139543" h="5791781">
                <a:moveTo>
                  <a:pt x="0" y="0"/>
                </a:moveTo>
                <a:lnTo>
                  <a:pt x="6139543" y="0"/>
                </a:lnTo>
                <a:lnTo>
                  <a:pt x="6139543" y="5791781"/>
                </a:lnTo>
                <a:lnTo>
                  <a:pt x="0" y="5791781"/>
                </a:lnTo>
                <a:close/>
              </a:path>
            </a:pathLst>
          </a:custGeom>
        </p:spPr>
      </p:pic>
      <p:pic>
        <p:nvPicPr>
          <p:cNvPr id="11" name="그림 10">
            <a:extLst>
              <a:ext uri="{FF2B5EF4-FFF2-40B4-BE49-F238E27FC236}">
                <a16:creationId xmlns:a16="http://schemas.microsoft.com/office/drawing/2014/main" id="{A325C941-5022-E2D3-8D95-FCDA25C4984F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7714" t="9947" r="38571" b="5600"/>
          <a:stretch>
            <a:fillRect/>
          </a:stretch>
        </p:blipFill>
        <p:spPr>
          <a:xfrm>
            <a:off x="4276631" y="1712686"/>
            <a:ext cx="3638737" cy="3432628"/>
          </a:xfrm>
          <a:custGeom>
            <a:avLst/>
            <a:gdLst>
              <a:gd name="csX0" fmla="*/ 0 w 6139543"/>
              <a:gd name="csY0" fmla="*/ 0 h 5791781"/>
              <a:gd name="csX1" fmla="*/ 6139543 w 6139543"/>
              <a:gd name="csY1" fmla="*/ 0 h 5791781"/>
              <a:gd name="csX2" fmla="*/ 6139543 w 6139543"/>
              <a:gd name="csY2" fmla="*/ 5791781 h 5791781"/>
              <a:gd name="csX3" fmla="*/ 0 w 6139543"/>
              <a:gd name="csY3" fmla="*/ 5791781 h 5791781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</a:cxnLst>
            <a:rect l="l" t="t" r="r" b="b"/>
            <a:pathLst>
              <a:path w="6139543" h="5791781">
                <a:moveTo>
                  <a:pt x="0" y="0"/>
                </a:moveTo>
                <a:lnTo>
                  <a:pt x="6139543" y="0"/>
                </a:lnTo>
                <a:lnTo>
                  <a:pt x="6139543" y="5791781"/>
                </a:lnTo>
                <a:lnTo>
                  <a:pt x="0" y="5791781"/>
                </a:lnTo>
                <a:close/>
              </a:path>
            </a:pathLst>
          </a:custGeom>
        </p:spPr>
      </p:pic>
      <mc:AlternateContent xmlns:mc="http://schemas.openxmlformats.org/markup-compatibility/2006">
        <mc:Choice xmlns:a14="http://schemas.microsoft.com/office/drawing/2010/main" Requires="a14">
          <p:sp>
            <p:nvSpPr>
              <p:cNvPr id="3" name="TextBox 2">
                <a:extLst>
                  <a:ext uri="{FF2B5EF4-FFF2-40B4-BE49-F238E27FC236}">
                    <a16:creationId xmlns:a16="http://schemas.microsoft.com/office/drawing/2014/main" id="{FDBC11EB-5664-BCE0-CAAD-AE2907DD6DEB}"/>
                  </a:ext>
                </a:extLst>
              </p:cNvPr>
              <p:cNvSpPr txBox="1"/>
              <p:nvPr/>
            </p:nvSpPr>
            <p:spPr>
              <a:xfrm>
                <a:off x="658368" y="384048"/>
                <a:ext cx="5064656" cy="523220"/>
              </a:xfrm>
              <a:prstGeom prst="rect">
                <a:avLst/>
              </a:prstGeom>
              <a:noFill/>
            </p:spPr>
            <p:txBody>
              <a:bodyPr wrap="none">
                <a:spAutoFit/>
              </a:bodyPr>
              <a:lstStyle/>
              <a:p>
                <a:pPr lvl="0" defTabSz="457200" latinLnBrk="0">
                  <a:defRPr sz="2800" b="1">
                    <a:solidFill>
                      <a:srgbClr val="18233A"/>
                    </a:solidFill>
                  </a:defRPr>
                </a:pPr>
                <a:r>
                  <a:rPr lang="en-US" altLang="ko-KR" sz="2800" b="1" dirty="0">
                    <a:solidFill>
                      <a:srgbClr val="18233A"/>
                    </a:solidFill>
                    <a:latin typeface="+mj-ea"/>
                    <a:ea typeface="+mj-ea"/>
                  </a:rPr>
                  <a:t>3</a:t>
                </a:r>
                <a:r>
                  <a:rPr lang="en-US" altLang="ko-KR" sz="2800" b="1" noProof="0" dirty="0">
                    <a:solidFill>
                      <a:srgbClr val="18233A"/>
                    </a:solidFill>
                    <a:latin typeface="+mj-ea"/>
                    <a:ea typeface="+mj-ea"/>
                  </a:rPr>
                  <a:t>. </a:t>
                </a:r>
                <a:r>
                  <a:rPr lang="ko-KR" altLang="en-US" sz="2800" b="1" noProof="0" dirty="0">
                    <a:solidFill>
                      <a:srgbClr val="18233A"/>
                    </a:solidFill>
                    <a:latin typeface="+mj-ea"/>
                    <a:ea typeface="+mj-ea"/>
                  </a:rPr>
                  <a:t>탐구 결과</a:t>
                </a:r>
                <a:r>
                  <a:rPr lang="en-US" altLang="ko-KR" sz="2800" b="1" noProof="0" dirty="0">
                    <a:solidFill>
                      <a:srgbClr val="18233A"/>
                    </a:solidFill>
                    <a:latin typeface="+mj-ea"/>
                    <a:ea typeface="+mj-ea"/>
                  </a:rPr>
                  <a:t>-2)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ko-KR" altLang="en-US" sz="2800" b="1" i="1">
                            <a:solidFill>
                              <a:srgbClr val="18233A"/>
                            </a:solidFill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ko-KR" altLang="en-US" sz="2800" b="1" i="1">
                            <a:solidFill>
                              <a:srgbClr val="18233A"/>
                            </a:solidFill>
                            <a:latin typeface="Cambria Math" panose="02040503050406030204" pitchFamily="18" charset="0"/>
                          </a:rPr>
                          <m:t>𝒈</m:t>
                        </m:r>
                      </m:e>
                      <m:sub>
                        <m:r>
                          <a:rPr lang="en-US" altLang="ko-KR" sz="2800" b="1" i="1">
                            <a:solidFill>
                              <a:srgbClr val="18233A"/>
                            </a:solidFill>
                            <a:latin typeface="Cambria Math" panose="02040503050406030204" pitchFamily="18" charset="0"/>
                          </a:rPr>
                          <m:t>𝟎𝟓</m:t>
                        </m:r>
                      </m:sub>
                    </m:sSub>
                  </m:oMath>
                </a14:m>
                <a:r>
                  <a:rPr lang="ko-KR" altLang="en-US" sz="2800" b="1" noProof="0" dirty="0">
                    <a:solidFill>
                      <a:srgbClr val="18233A"/>
                    </a:solidFill>
                    <a:latin typeface="+mj-ea"/>
                    <a:ea typeface="+mj-ea"/>
                  </a:rPr>
                  <a:t> </a:t>
                </a:r>
                <a:r>
                  <a:rPr lang="en-US" altLang="ko-KR" sz="2800" b="1" noProof="0" dirty="0">
                    <a:solidFill>
                      <a:srgbClr val="18233A"/>
                    </a:solidFill>
                    <a:latin typeface="+mj-ea"/>
                    <a:ea typeface="+mj-ea"/>
                  </a:rPr>
                  <a:t>10% </a:t>
                </a:r>
                <a:r>
                  <a:rPr lang="ko-KR" altLang="en-US" sz="2800" b="1" noProof="0" dirty="0">
                    <a:solidFill>
                      <a:srgbClr val="18233A"/>
                    </a:solidFill>
                    <a:latin typeface="+mj-ea"/>
                    <a:ea typeface="+mj-ea"/>
                  </a:rPr>
                  <a:t>결과</a:t>
                </a:r>
                <a:endParaRPr kumimoji="0" sz="2800" b="1" i="0" u="none" strike="noStrike" kern="1200" cap="none" spc="0" normalizeH="0" baseline="0" noProof="0" dirty="0">
                  <a:ln>
                    <a:noFill/>
                  </a:ln>
                  <a:solidFill>
                    <a:srgbClr val="18233A"/>
                  </a:solidFill>
                  <a:effectLst/>
                  <a:uLnTx/>
                  <a:uFillTx/>
                  <a:latin typeface="+mj-ea"/>
                  <a:ea typeface="+mj-ea"/>
                </a:endParaRPr>
              </a:p>
            </p:txBody>
          </p:sp>
        </mc:Choice>
        <mc:Fallback>
          <p:sp>
            <p:nvSpPr>
              <p:cNvPr id="3" name="TextBox 2">
                <a:extLst>
                  <a:ext uri="{FF2B5EF4-FFF2-40B4-BE49-F238E27FC236}">
                    <a16:creationId xmlns:a16="http://schemas.microsoft.com/office/drawing/2014/main" id="{FDBC11EB-5664-BCE0-CAAD-AE2907DD6DEB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658368" y="384048"/>
                <a:ext cx="5064656" cy="523220"/>
              </a:xfrm>
              <a:prstGeom prst="rect">
                <a:avLst/>
              </a:prstGeom>
              <a:blipFill>
                <a:blip r:embed="rId4"/>
                <a:stretch>
                  <a:fillRect l="-2407" t="-11628" r="-1324" b="-31395"/>
                </a:stretch>
              </a:blipFill>
            </p:spPr>
            <p:txBody>
              <a:bodyPr/>
              <a:lstStyle/>
              <a:p>
                <a:r>
                  <a:rPr lang="ko-KR" altLang="en-US">
                    <a:noFill/>
                  </a:rPr>
                  <a:t> </a:t>
                </a:r>
              </a:p>
            </p:txBody>
          </p:sp>
        </mc:Fallback>
      </mc:AlternateContent>
      <p:pic>
        <p:nvPicPr>
          <p:cNvPr id="6" name="그림 5">
            <a:extLst>
              <a:ext uri="{FF2B5EF4-FFF2-40B4-BE49-F238E27FC236}">
                <a16:creationId xmlns:a16="http://schemas.microsoft.com/office/drawing/2014/main" id="{BB1B16AD-256A-E231-FBA5-C25844752943}"/>
              </a:ext>
            </a:extLst>
          </p:cNvPr>
          <p:cNvPicPr>
            <a:picLocks noChangeAspect="1"/>
          </p:cNvPicPr>
          <p:nvPr/>
        </p:nvPicPr>
        <p:blipFill>
          <a:blip r:embed="rId5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7714" t="9947" r="38571" b="5600"/>
          <a:stretch>
            <a:fillRect/>
          </a:stretch>
        </p:blipFill>
        <p:spPr>
          <a:xfrm>
            <a:off x="361763" y="1712686"/>
            <a:ext cx="3638737" cy="3432628"/>
          </a:xfrm>
          <a:custGeom>
            <a:avLst/>
            <a:gdLst>
              <a:gd name="csX0" fmla="*/ 0 w 6139543"/>
              <a:gd name="csY0" fmla="*/ 0 h 5791781"/>
              <a:gd name="csX1" fmla="*/ 6139543 w 6139543"/>
              <a:gd name="csY1" fmla="*/ 0 h 5791781"/>
              <a:gd name="csX2" fmla="*/ 6139543 w 6139543"/>
              <a:gd name="csY2" fmla="*/ 5791781 h 5791781"/>
              <a:gd name="csX3" fmla="*/ 0 w 6139543"/>
              <a:gd name="csY3" fmla="*/ 5791781 h 5791781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</a:cxnLst>
            <a:rect l="l" t="t" r="r" b="b"/>
            <a:pathLst>
              <a:path w="6139543" h="5791781">
                <a:moveTo>
                  <a:pt x="0" y="0"/>
                </a:moveTo>
                <a:lnTo>
                  <a:pt x="6139543" y="0"/>
                </a:lnTo>
                <a:lnTo>
                  <a:pt x="6139543" y="5791781"/>
                </a:lnTo>
                <a:lnTo>
                  <a:pt x="0" y="5791781"/>
                </a:lnTo>
                <a:close/>
              </a:path>
            </a:pathLst>
          </a:custGeom>
        </p:spPr>
      </p:pic>
      <p:sp>
        <p:nvSpPr>
          <p:cNvPr id="18" name="TextBox 17">
            <a:extLst>
              <a:ext uri="{FF2B5EF4-FFF2-40B4-BE49-F238E27FC236}">
                <a16:creationId xmlns:a16="http://schemas.microsoft.com/office/drawing/2014/main" id="{CDCD9E2F-15A2-3989-41B8-A0670F6C84C4}"/>
              </a:ext>
            </a:extLst>
          </p:cNvPr>
          <p:cNvSpPr txBox="1"/>
          <p:nvPr/>
        </p:nvSpPr>
        <p:spPr>
          <a:xfrm>
            <a:off x="1349828" y="5239657"/>
            <a:ext cx="1391728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ko-KR" altLang="en-US" dirty="0"/>
              <a:t>최고 케이스</a:t>
            </a:r>
          </a:p>
        </p:txBody>
      </p:sp>
      <p:sp>
        <p:nvSpPr>
          <p:cNvPr id="19" name="TextBox 18">
            <a:extLst>
              <a:ext uri="{FF2B5EF4-FFF2-40B4-BE49-F238E27FC236}">
                <a16:creationId xmlns:a16="http://schemas.microsoft.com/office/drawing/2014/main" id="{65D2A208-0F4B-B8C1-0BEF-20BCC501985F}"/>
              </a:ext>
            </a:extLst>
          </p:cNvPr>
          <p:cNvSpPr txBox="1"/>
          <p:nvPr/>
        </p:nvSpPr>
        <p:spPr>
          <a:xfrm>
            <a:off x="5284719" y="5239657"/>
            <a:ext cx="1622560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ko-KR" altLang="en-US" dirty="0"/>
              <a:t>중앙값 케이스</a:t>
            </a:r>
          </a:p>
        </p:txBody>
      </p:sp>
      <p:sp>
        <p:nvSpPr>
          <p:cNvPr id="20" name="TextBox 19">
            <a:extLst>
              <a:ext uri="{FF2B5EF4-FFF2-40B4-BE49-F238E27FC236}">
                <a16:creationId xmlns:a16="http://schemas.microsoft.com/office/drawing/2014/main" id="{AEE4C156-6DB6-848B-1ED1-79E0B494BE8D}"/>
              </a:ext>
            </a:extLst>
          </p:cNvPr>
          <p:cNvSpPr txBox="1"/>
          <p:nvPr/>
        </p:nvSpPr>
        <p:spPr>
          <a:xfrm>
            <a:off x="9315004" y="5239657"/>
            <a:ext cx="1391728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ko-KR" altLang="en-US"/>
              <a:t>최악 </a:t>
            </a:r>
            <a:r>
              <a:rPr lang="ko-KR" altLang="en-US" dirty="0"/>
              <a:t>케이스</a:t>
            </a:r>
          </a:p>
        </p:txBody>
      </p:sp>
      <p:sp>
        <p:nvSpPr>
          <p:cNvPr id="21" name="TextBox 20">
            <a:extLst>
              <a:ext uri="{FF2B5EF4-FFF2-40B4-BE49-F238E27FC236}">
                <a16:creationId xmlns:a16="http://schemas.microsoft.com/office/drawing/2014/main" id="{F272ACF5-1B7E-01EF-1533-BCF8C899AD12}"/>
              </a:ext>
            </a:extLst>
          </p:cNvPr>
          <p:cNvSpPr txBox="1"/>
          <p:nvPr/>
        </p:nvSpPr>
        <p:spPr>
          <a:xfrm>
            <a:off x="1349828" y="5561301"/>
            <a:ext cx="1287532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ko-KR" altLang="en-US" dirty="0"/>
              <a:t>오차</a:t>
            </a:r>
            <a:r>
              <a:rPr lang="en-US" altLang="ko-KR" dirty="0"/>
              <a:t>: 0.324</a:t>
            </a:r>
            <a:endParaRPr lang="ko-KR" altLang="en-US" dirty="0"/>
          </a:p>
        </p:txBody>
      </p:sp>
      <p:sp>
        <p:nvSpPr>
          <p:cNvPr id="22" name="TextBox 21">
            <a:extLst>
              <a:ext uri="{FF2B5EF4-FFF2-40B4-BE49-F238E27FC236}">
                <a16:creationId xmlns:a16="http://schemas.microsoft.com/office/drawing/2014/main" id="{582907BE-0327-27ED-C596-EB6CC9298D68}"/>
              </a:ext>
            </a:extLst>
          </p:cNvPr>
          <p:cNvSpPr txBox="1"/>
          <p:nvPr/>
        </p:nvSpPr>
        <p:spPr>
          <a:xfrm>
            <a:off x="5284719" y="5561301"/>
            <a:ext cx="1287532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ko-KR" altLang="en-US" dirty="0"/>
              <a:t>오차</a:t>
            </a:r>
            <a:r>
              <a:rPr lang="en-US" altLang="ko-KR" dirty="0"/>
              <a:t>: 0.703</a:t>
            </a:r>
            <a:endParaRPr lang="ko-KR" altLang="en-US" dirty="0"/>
          </a:p>
        </p:txBody>
      </p:sp>
      <p:sp>
        <p:nvSpPr>
          <p:cNvPr id="23" name="TextBox 22">
            <a:extLst>
              <a:ext uri="{FF2B5EF4-FFF2-40B4-BE49-F238E27FC236}">
                <a16:creationId xmlns:a16="http://schemas.microsoft.com/office/drawing/2014/main" id="{EE0DBA44-E421-1ECF-4E8C-32A213776888}"/>
              </a:ext>
            </a:extLst>
          </p:cNvPr>
          <p:cNvSpPr txBox="1"/>
          <p:nvPr/>
        </p:nvSpPr>
        <p:spPr>
          <a:xfrm>
            <a:off x="9315004" y="5565978"/>
            <a:ext cx="1287532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ko-KR" altLang="en-US" dirty="0"/>
              <a:t>오차</a:t>
            </a:r>
            <a:r>
              <a:rPr lang="en-US" altLang="ko-KR" dirty="0"/>
              <a:t>: 1.765</a:t>
            </a:r>
            <a:endParaRPr lang="ko-KR" altLang="en-US" dirty="0"/>
          </a:p>
        </p:txBody>
      </p:sp>
    </p:spTree>
    <p:extLst>
      <p:ext uri="{BB962C8B-B14F-4D97-AF65-F5344CB8AC3E}">
        <p14:creationId xmlns:p14="http://schemas.microsoft.com/office/powerpoint/2010/main" val="3114268960"/>
      </p:ext>
    </p:extLst>
  </p:cSld>
  <p:clrMapOvr>
    <a:masterClrMapping/>
  </p:clrMapOvr>
</p:sld>
</file>

<file path=ppt/slides/slide4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Box 2">
            <a:extLst>
              <a:ext uri="{FF2B5EF4-FFF2-40B4-BE49-F238E27FC236}">
                <a16:creationId xmlns:a16="http://schemas.microsoft.com/office/drawing/2014/main" id="{F604926C-B922-E3FF-2218-BA7AE502EBA5}"/>
              </a:ext>
            </a:extLst>
          </p:cNvPr>
          <p:cNvSpPr txBox="1"/>
          <p:nvPr/>
        </p:nvSpPr>
        <p:spPr>
          <a:xfrm>
            <a:off x="658368" y="384048"/>
            <a:ext cx="5429692" cy="5232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lvl="0" defTabSz="457200" latinLnBrk="0">
              <a:defRPr sz="2800" b="1">
                <a:solidFill>
                  <a:srgbClr val="18233A"/>
                </a:solidFill>
              </a:defRPr>
            </a:pPr>
            <a:r>
              <a:rPr lang="en-US" altLang="ko-KR" sz="2800" b="1" noProof="0" dirty="0">
                <a:solidFill>
                  <a:srgbClr val="18233A"/>
                </a:solidFill>
                <a:latin typeface="+mj-ea"/>
                <a:ea typeface="+mj-ea"/>
              </a:rPr>
              <a:t>4. </a:t>
            </a:r>
            <a:r>
              <a:rPr lang="ko-KR" altLang="en-US" sz="2800" b="1" noProof="0" dirty="0">
                <a:solidFill>
                  <a:srgbClr val="18233A"/>
                </a:solidFill>
                <a:latin typeface="+mj-ea"/>
                <a:ea typeface="+mj-ea"/>
              </a:rPr>
              <a:t>결과 해석</a:t>
            </a:r>
            <a:r>
              <a:rPr lang="en-US" altLang="ko-KR" sz="2800" b="1" noProof="0" dirty="0">
                <a:solidFill>
                  <a:srgbClr val="18233A"/>
                </a:solidFill>
                <a:latin typeface="+mj-ea"/>
                <a:ea typeface="+mj-ea"/>
              </a:rPr>
              <a:t>-1) </a:t>
            </a:r>
            <a:r>
              <a:rPr lang="ko-KR" altLang="en-US" sz="2800" b="1" noProof="0" dirty="0">
                <a:solidFill>
                  <a:srgbClr val="18233A"/>
                </a:solidFill>
                <a:latin typeface="+mj-ea"/>
                <a:ea typeface="+mj-ea"/>
              </a:rPr>
              <a:t>오차의 비선형성</a:t>
            </a:r>
            <a:endParaRPr kumimoji="0" sz="2800" b="1" i="0" u="none" strike="noStrike" kern="1200" cap="none" spc="0" normalizeH="0" baseline="0" noProof="0" dirty="0">
              <a:ln>
                <a:noFill/>
              </a:ln>
              <a:solidFill>
                <a:srgbClr val="18233A"/>
              </a:solidFill>
              <a:effectLst/>
              <a:uLnTx/>
              <a:uFillTx/>
              <a:latin typeface="+mj-ea"/>
              <a:ea typeface="+mj-ea"/>
            </a:endParaRPr>
          </a:p>
        </p:txBody>
      </p:sp>
      <mc:AlternateContent xmlns:mc="http://schemas.openxmlformats.org/markup-compatibility/2006">
        <mc:Choice xmlns:a14="http://schemas.microsoft.com/office/drawing/2010/main" Requires="a14">
          <p:graphicFrame>
            <p:nvGraphicFramePr>
              <p:cNvPr id="4" name="표 3">
                <a:extLst>
                  <a:ext uri="{FF2B5EF4-FFF2-40B4-BE49-F238E27FC236}">
                    <a16:creationId xmlns:a16="http://schemas.microsoft.com/office/drawing/2014/main" id="{60A2929E-C9E5-7518-2631-A622CA18B035}"/>
                  </a:ext>
                </a:extLst>
              </p:cNvPr>
              <p:cNvGraphicFramePr>
                <a:graphicFrameLocks noGrp="1"/>
              </p:cNvGraphicFramePr>
              <p:nvPr>
                <p:extLst>
                  <p:ext uri="{D42A27DB-BD31-4B8C-83A1-F6EECF244321}">
                    <p14:modId xmlns:p14="http://schemas.microsoft.com/office/powerpoint/2010/main" val="701113195"/>
                  </p:ext>
                </p:extLst>
              </p:nvPr>
            </p:nvGraphicFramePr>
            <p:xfrm>
              <a:off x="2024060" y="1287997"/>
              <a:ext cx="8128000" cy="5069785"/>
            </p:xfrm>
            <a:graphic>
              <a:graphicData uri="http://schemas.openxmlformats.org/drawingml/2006/table">
                <a:tbl>
                  <a:tblPr firstRow="1" bandRow="1">
                    <a:tableStyleId>{5C22544A-7EE6-4342-B048-85BDC9FD1C3A}</a:tableStyleId>
                  </a:tblPr>
                  <a:tblGrid>
                    <a:gridCol w="2032000">
                      <a:extLst>
                        <a:ext uri="{9D8B030D-6E8A-4147-A177-3AD203B41FA5}">
                          <a16:colId xmlns:a16="http://schemas.microsoft.com/office/drawing/2014/main" val="1411082048"/>
                        </a:ext>
                      </a:extLst>
                    </a:gridCol>
                    <a:gridCol w="2032000">
                      <a:extLst>
                        <a:ext uri="{9D8B030D-6E8A-4147-A177-3AD203B41FA5}">
                          <a16:colId xmlns:a16="http://schemas.microsoft.com/office/drawing/2014/main" val="1850576194"/>
                        </a:ext>
                      </a:extLst>
                    </a:gridCol>
                    <a:gridCol w="2032000">
                      <a:extLst>
                        <a:ext uri="{9D8B030D-6E8A-4147-A177-3AD203B41FA5}">
                          <a16:colId xmlns:a16="http://schemas.microsoft.com/office/drawing/2014/main" val="3701787801"/>
                        </a:ext>
                      </a:extLst>
                    </a:gridCol>
                    <a:gridCol w="2032000">
                      <a:extLst>
                        <a:ext uri="{9D8B030D-6E8A-4147-A177-3AD203B41FA5}">
                          <a16:colId xmlns:a16="http://schemas.microsoft.com/office/drawing/2014/main" val="2420030416"/>
                        </a:ext>
                      </a:extLst>
                    </a:gridCol>
                  </a:tblGrid>
                  <a:tr h="724255">
                    <a:tc>
                      <a:txBody>
                        <a:bodyPr/>
                        <a:lstStyle/>
                        <a:p>
                          <a:pPr algn="ctr" latinLnBrk="1"/>
                          <a14:m>
                            <m:oMath xmlns:m="http://schemas.openxmlformats.org/officeDocument/2006/math">
                              <m:sSub>
                                <m:sSubPr>
                                  <m:ctrlPr>
                                    <a:rPr lang="ko-KR" altLang="en-US" sz="1800" b="1" i="1" kern="1200" smtClean="0">
                                      <a:solidFill>
                                        <a:schemeClr val="bg1"/>
                                      </a:solidFill>
                                      <a:latin typeface="Cambria Math" panose="02040503050406030204" pitchFamily="18" charset="0"/>
                                      <a:ea typeface="+mn-ea"/>
                                      <a:cs typeface="+mn-cs"/>
                                    </a:rPr>
                                  </m:ctrlPr>
                                </m:sSubPr>
                                <m:e>
                                  <m:r>
                                    <a:rPr lang="ko-KR" altLang="en-US" sz="1800" b="1" i="1" kern="1200" smtClean="0">
                                      <a:solidFill>
                                        <a:schemeClr val="bg1"/>
                                      </a:solidFill>
                                      <a:latin typeface="Cambria Math" panose="02040503050406030204" pitchFamily="18" charset="0"/>
                                      <a:ea typeface="+mn-ea"/>
                                      <a:cs typeface="+mn-cs"/>
                                    </a:rPr>
                                    <m:t>𝒈</m:t>
                                  </m:r>
                                </m:e>
                                <m:sub>
                                  <m:r>
                                    <a:rPr lang="en-US" altLang="ko-KR" sz="1800" b="1" i="1" kern="1200" smtClean="0">
                                      <a:solidFill>
                                        <a:schemeClr val="bg1"/>
                                      </a:solidFill>
                                      <a:latin typeface="Cambria Math" panose="02040503050406030204" pitchFamily="18" charset="0"/>
                                      <a:ea typeface="+mn-ea"/>
                                      <a:cs typeface="+mn-cs"/>
                                    </a:rPr>
                                    <m:t>𝟎𝟓</m:t>
                                  </m:r>
                                </m:sub>
                              </m:sSub>
                            </m:oMath>
                          </a14:m>
                          <a:r>
                            <a:rPr lang="ko-KR" altLang="en-US" dirty="0">
                              <a:solidFill>
                                <a:schemeClr val="bg1"/>
                              </a:solidFill>
                            </a:rPr>
                            <a:t> 제공량</a:t>
                          </a:r>
                          <a:endParaRPr lang="ko-KR" altLang="en-US" dirty="0">
                            <a:solidFill>
                              <a:schemeClr val="tx1"/>
                            </a:solidFill>
                          </a:endParaRPr>
                        </a:p>
                      </a:txBody>
                      <a:tcPr anchor="ctr"/>
                    </a:tc>
                    <a:tc>
                      <a:txBody>
                        <a:bodyPr/>
                        <a:lstStyle/>
                        <a:p>
                          <a:pPr algn="ctr" latinLnBrk="1"/>
                          <a14:m>
                            <m:oMath xmlns:m="http://schemas.openxmlformats.org/officeDocument/2006/math">
                              <m:sSub>
                                <m:sSubPr>
                                  <m:ctrlPr>
                                    <a:rPr lang="ko-KR" altLang="en-US" sz="1800" b="1" i="1" kern="1200" smtClean="0">
                                      <a:solidFill>
                                        <a:schemeClr val="bg1"/>
                                      </a:solidFill>
                                      <a:latin typeface="Cambria Math" panose="02040503050406030204" pitchFamily="18" charset="0"/>
                                      <a:ea typeface="+mn-ea"/>
                                      <a:cs typeface="+mn-cs"/>
                                    </a:rPr>
                                  </m:ctrlPr>
                                </m:sSubPr>
                                <m:e>
                                  <m:r>
                                    <a:rPr lang="ko-KR" altLang="en-US" sz="1800" b="1" i="1" kern="1200" smtClean="0">
                                      <a:solidFill>
                                        <a:schemeClr val="bg1"/>
                                      </a:solidFill>
                                      <a:latin typeface="Cambria Math" panose="02040503050406030204" pitchFamily="18" charset="0"/>
                                      <a:ea typeface="+mn-ea"/>
                                      <a:cs typeface="+mn-cs"/>
                                    </a:rPr>
                                    <m:t>𝒈</m:t>
                                  </m:r>
                                </m:e>
                                <m:sub>
                                  <m:r>
                                    <a:rPr lang="en-US" altLang="ko-KR" sz="1800" b="1" i="1" kern="1200" smtClean="0">
                                      <a:solidFill>
                                        <a:schemeClr val="bg1"/>
                                      </a:solidFill>
                                      <a:latin typeface="Cambria Math" panose="02040503050406030204" pitchFamily="18" charset="0"/>
                                      <a:ea typeface="+mn-ea"/>
                                      <a:cs typeface="+mn-cs"/>
                                    </a:rPr>
                                    <m:t>𝟎𝟓</m:t>
                                  </m:r>
                                </m:sub>
                              </m:sSub>
                            </m:oMath>
                          </a14:m>
                          <a:r>
                            <a:rPr lang="ko-KR" altLang="en-US" dirty="0">
                              <a:solidFill>
                                <a:schemeClr val="bg1"/>
                              </a:solidFill>
                            </a:rPr>
                            <a:t> 관측 점 수</a:t>
                          </a:r>
                        </a:p>
                      </a:txBody>
                      <a:tcPr anchor="ctr"/>
                    </a:tc>
                    <a:tc>
                      <a:txBody>
                        <a:bodyPr/>
                        <a:lstStyle/>
                        <a:p>
                          <a:pPr algn="ctr" latinLnBrk="1"/>
                          <a:r>
                            <a:rPr lang="ko-KR" altLang="en-US" dirty="0">
                              <a:solidFill>
                                <a:schemeClr val="bg1"/>
                              </a:solidFill>
                            </a:rPr>
                            <a:t>평균 전하 위치 </a:t>
                          </a:r>
                          <a:endParaRPr lang="en-US" altLang="ko-KR" dirty="0">
                            <a:solidFill>
                              <a:schemeClr val="bg1"/>
                            </a:solidFill>
                          </a:endParaRPr>
                        </a:p>
                        <a:p>
                          <a:pPr algn="ctr" latinLnBrk="1"/>
                          <a:r>
                            <a:rPr lang="ko-KR" altLang="en-US" dirty="0">
                              <a:solidFill>
                                <a:schemeClr val="bg1"/>
                              </a:solidFill>
                            </a:rPr>
                            <a:t>오차</a:t>
                          </a:r>
                          <a:r>
                            <a:rPr lang="en-US" altLang="ko-KR" dirty="0">
                              <a:solidFill>
                                <a:schemeClr val="bg1"/>
                              </a:solidFill>
                            </a:rPr>
                            <a:t>(</a:t>
                          </a:r>
                          <a:r>
                            <a:rPr lang="en-US" altLang="ko-KR" dirty="0" err="1">
                              <a:solidFill>
                                <a:schemeClr val="bg1"/>
                              </a:solidFill>
                            </a:rPr>
                            <a:t>a.u</a:t>
                          </a:r>
                          <a:r>
                            <a:rPr lang="en-US" altLang="ko-KR" dirty="0">
                              <a:solidFill>
                                <a:schemeClr val="bg1"/>
                              </a:solidFill>
                            </a:rPr>
                            <a:t>.)</a:t>
                          </a:r>
                          <a:endParaRPr lang="ko-KR" altLang="en-US" dirty="0">
                            <a:solidFill>
                              <a:schemeClr val="bg1"/>
                            </a:solidFill>
                          </a:endParaRPr>
                        </a:p>
                      </a:txBody>
                      <a:tcPr anchor="ctr"/>
                    </a:tc>
                    <a:tc>
                      <a:txBody>
                        <a:bodyPr/>
                        <a:lstStyle/>
                        <a:p>
                          <a:pPr algn="ctr" latinLnBrk="1"/>
                          <a:r>
                            <a:rPr lang="ko-KR" altLang="en-US" dirty="0">
                              <a:solidFill>
                                <a:schemeClr val="bg1"/>
                              </a:solidFill>
                            </a:rPr>
                            <a:t>평균 전하 크기</a:t>
                          </a:r>
                          <a:endParaRPr lang="en-US" altLang="ko-KR" dirty="0">
                            <a:solidFill>
                              <a:schemeClr val="bg1"/>
                            </a:solidFill>
                          </a:endParaRPr>
                        </a:p>
                        <a:p>
                          <a:pPr algn="ctr" latinLnBrk="1"/>
                          <a:r>
                            <a:rPr lang="ko-KR" altLang="en-US" dirty="0">
                              <a:solidFill>
                                <a:schemeClr val="bg1"/>
                              </a:solidFill>
                            </a:rPr>
                            <a:t>오차</a:t>
                          </a:r>
                          <a:r>
                            <a:rPr lang="en-US" altLang="ko-KR" dirty="0">
                              <a:solidFill>
                                <a:schemeClr val="bg1"/>
                              </a:solidFill>
                            </a:rPr>
                            <a:t>(</a:t>
                          </a:r>
                          <a:r>
                            <a:rPr lang="en-US" altLang="ko-KR" dirty="0" err="1">
                              <a:solidFill>
                                <a:schemeClr val="bg1"/>
                              </a:solidFill>
                            </a:rPr>
                            <a:t>a.u</a:t>
                          </a:r>
                          <a:r>
                            <a:rPr lang="en-US" altLang="ko-KR" dirty="0">
                              <a:solidFill>
                                <a:schemeClr val="bg1"/>
                              </a:solidFill>
                            </a:rPr>
                            <a:t>.)</a:t>
                          </a:r>
                          <a:endParaRPr lang="ko-KR" altLang="en-US" dirty="0">
                            <a:solidFill>
                              <a:schemeClr val="bg1"/>
                            </a:solidFill>
                          </a:endParaRPr>
                        </a:p>
                      </a:txBody>
                      <a:tcPr anchor="ctr"/>
                    </a:tc>
                    <a:extLst>
                      <a:ext uri="{0D108BD9-81ED-4DB2-BD59-A6C34878D82A}">
                        <a16:rowId xmlns:a16="http://schemas.microsoft.com/office/drawing/2014/main" val="1612105439"/>
                      </a:ext>
                    </a:extLst>
                  </a:tr>
                  <a:tr h="724255">
                    <a:tc>
                      <a:txBody>
                        <a:bodyPr/>
                        <a:lstStyle/>
                        <a:p>
                          <a:pPr algn="ctr" latinLnBrk="1"/>
                          <a:r>
                            <a:rPr lang="en-US" altLang="ko-KR" dirty="0">
                              <a:solidFill>
                                <a:schemeClr val="tx1"/>
                              </a:solidFill>
                            </a:rPr>
                            <a:t>0%</a:t>
                          </a:r>
                          <a:endParaRPr lang="ko-KR" altLang="en-US" dirty="0">
                            <a:solidFill>
                              <a:schemeClr val="tx1"/>
                            </a:solidFill>
                          </a:endParaRPr>
                        </a:p>
                      </a:txBody>
                      <a:tcPr anchor="ctr"/>
                    </a:tc>
                    <a:tc>
                      <a:txBody>
                        <a:bodyPr/>
                        <a:lstStyle/>
                        <a:p>
                          <a:pPr algn="ctr" latinLnBrk="1"/>
                          <a:r>
                            <a:rPr lang="en-US" altLang="ko-KR" dirty="0">
                              <a:solidFill>
                                <a:schemeClr val="tx1"/>
                              </a:solidFill>
                            </a:rPr>
                            <a:t>0</a:t>
                          </a:r>
                          <a:endParaRPr lang="ko-KR" altLang="en-US" dirty="0">
                            <a:solidFill>
                              <a:schemeClr val="tx1"/>
                            </a:solidFill>
                          </a:endParaRPr>
                        </a:p>
                      </a:txBody>
                      <a:tcPr anchor="ctr"/>
                    </a:tc>
                    <a:tc>
                      <a:txBody>
                        <a:bodyPr/>
                        <a:lstStyle/>
                        <a:p>
                          <a:pPr algn="ctr" latinLnBrk="1"/>
                          <a:r>
                            <a:rPr lang="en-US" altLang="ko-KR" dirty="0">
                              <a:solidFill>
                                <a:schemeClr val="tx1"/>
                              </a:solidFill>
                            </a:rPr>
                            <a:t>0.7302</a:t>
                          </a:r>
                          <a:endParaRPr lang="ko-KR" altLang="en-US" dirty="0">
                            <a:solidFill>
                              <a:schemeClr val="tx1"/>
                            </a:solidFill>
                          </a:endParaRPr>
                        </a:p>
                      </a:txBody>
                      <a:tcPr anchor="ctr"/>
                    </a:tc>
                    <a:tc>
                      <a:txBody>
                        <a:bodyPr/>
                        <a:lstStyle/>
                        <a:p>
                          <a:pPr algn="ctr" latinLnBrk="1"/>
                          <a:r>
                            <a:rPr lang="en-US" altLang="ko-KR" dirty="0">
                              <a:solidFill>
                                <a:schemeClr val="tx1"/>
                              </a:solidFill>
                            </a:rPr>
                            <a:t>0.1582</a:t>
                          </a:r>
                          <a:endParaRPr lang="ko-KR" altLang="en-US" dirty="0">
                            <a:solidFill>
                              <a:schemeClr val="tx1"/>
                            </a:solidFill>
                          </a:endParaRPr>
                        </a:p>
                      </a:txBody>
                      <a:tcPr anchor="ctr"/>
                    </a:tc>
                    <a:extLst>
                      <a:ext uri="{0D108BD9-81ED-4DB2-BD59-A6C34878D82A}">
                        <a16:rowId xmlns:a16="http://schemas.microsoft.com/office/drawing/2014/main" val="1223932972"/>
                      </a:ext>
                    </a:extLst>
                  </a:tr>
                  <a:tr h="724255">
                    <a:tc>
                      <a:txBody>
                        <a:bodyPr/>
                        <a:lstStyle/>
                        <a:p>
                          <a:pPr algn="ctr" latinLnBrk="1"/>
                          <a:r>
                            <a:rPr lang="en-US" altLang="ko-KR" dirty="0">
                              <a:solidFill>
                                <a:schemeClr val="tx1"/>
                              </a:solidFill>
                            </a:rPr>
                            <a:t>10%</a:t>
                          </a:r>
                          <a:endParaRPr lang="ko-KR" altLang="en-US" dirty="0">
                            <a:solidFill>
                              <a:schemeClr val="tx1"/>
                            </a:solidFill>
                          </a:endParaRPr>
                        </a:p>
                      </a:txBody>
                      <a:tcPr anchor="ctr"/>
                    </a:tc>
                    <a:tc>
                      <a:txBody>
                        <a:bodyPr/>
                        <a:lstStyle/>
                        <a:p>
                          <a:pPr algn="ctr" latinLnBrk="1"/>
                          <a:r>
                            <a:rPr lang="en-US" altLang="ko-KR" dirty="0">
                              <a:solidFill>
                                <a:schemeClr val="tx1"/>
                              </a:solidFill>
                            </a:rPr>
                            <a:t>3</a:t>
                          </a:r>
                          <a:endParaRPr lang="ko-KR" altLang="en-US" dirty="0">
                            <a:solidFill>
                              <a:schemeClr val="tx1"/>
                            </a:solidFill>
                          </a:endParaRPr>
                        </a:p>
                      </a:txBody>
                      <a:tcPr anchor="ctr"/>
                    </a:tc>
                    <a:tc>
                      <a:txBody>
                        <a:bodyPr/>
                        <a:lstStyle/>
                        <a:p>
                          <a:pPr algn="ctr" latinLnBrk="1"/>
                          <a:r>
                            <a:rPr lang="en-US" altLang="ko-KR" dirty="0">
                              <a:solidFill>
                                <a:schemeClr val="tx1"/>
                              </a:solidFill>
                            </a:rPr>
                            <a:t>0.7278</a:t>
                          </a:r>
                          <a:endParaRPr lang="ko-KR" altLang="en-US" dirty="0">
                            <a:solidFill>
                              <a:schemeClr val="tx1"/>
                            </a:solidFill>
                          </a:endParaRPr>
                        </a:p>
                      </a:txBody>
                      <a:tcPr anchor="ctr"/>
                    </a:tc>
                    <a:tc>
                      <a:txBody>
                        <a:bodyPr/>
                        <a:lstStyle/>
                        <a:p>
                          <a:pPr algn="ctr" latinLnBrk="1"/>
                          <a:r>
                            <a:rPr lang="en-US" altLang="ko-KR" dirty="0">
                              <a:solidFill>
                                <a:schemeClr val="tx1"/>
                              </a:solidFill>
                            </a:rPr>
                            <a:t>0.1548</a:t>
                          </a:r>
                          <a:endParaRPr lang="ko-KR" altLang="en-US" dirty="0">
                            <a:solidFill>
                              <a:schemeClr val="tx1"/>
                            </a:solidFill>
                          </a:endParaRPr>
                        </a:p>
                      </a:txBody>
                      <a:tcPr anchor="ctr"/>
                    </a:tc>
                    <a:extLst>
                      <a:ext uri="{0D108BD9-81ED-4DB2-BD59-A6C34878D82A}">
                        <a16:rowId xmlns:a16="http://schemas.microsoft.com/office/drawing/2014/main" val="694382130"/>
                      </a:ext>
                    </a:extLst>
                  </a:tr>
                  <a:tr h="724255">
                    <a:tc>
                      <a:txBody>
                        <a:bodyPr/>
                        <a:lstStyle/>
                        <a:p>
                          <a:pPr algn="ctr" latinLnBrk="1"/>
                          <a:r>
                            <a:rPr lang="en-US" altLang="ko-KR" dirty="0">
                              <a:solidFill>
                                <a:schemeClr val="tx1"/>
                              </a:solidFill>
                            </a:rPr>
                            <a:t>25%</a:t>
                          </a:r>
                          <a:endParaRPr lang="ko-KR" altLang="en-US" dirty="0">
                            <a:solidFill>
                              <a:schemeClr val="tx1"/>
                            </a:solidFill>
                          </a:endParaRPr>
                        </a:p>
                      </a:txBody>
                      <a:tcPr anchor="ctr"/>
                    </a:tc>
                    <a:tc>
                      <a:txBody>
                        <a:bodyPr/>
                        <a:lstStyle/>
                        <a:p>
                          <a:pPr algn="ctr" latinLnBrk="1"/>
                          <a:r>
                            <a:rPr lang="en-US" altLang="ko-KR" dirty="0">
                              <a:solidFill>
                                <a:schemeClr val="tx1"/>
                              </a:solidFill>
                            </a:rPr>
                            <a:t>8</a:t>
                          </a:r>
                          <a:endParaRPr lang="ko-KR" altLang="en-US" dirty="0">
                            <a:solidFill>
                              <a:schemeClr val="tx1"/>
                            </a:solidFill>
                          </a:endParaRPr>
                        </a:p>
                      </a:txBody>
                      <a:tcPr anchor="ctr"/>
                    </a:tc>
                    <a:tc>
                      <a:txBody>
                        <a:bodyPr/>
                        <a:lstStyle/>
                        <a:p>
                          <a:pPr algn="ctr" latinLnBrk="1"/>
                          <a:r>
                            <a:rPr lang="en-US" altLang="ko-KR" dirty="0">
                              <a:solidFill>
                                <a:schemeClr val="tx1"/>
                              </a:solidFill>
                            </a:rPr>
                            <a:t>0.7338</a:t>
                          </a:r>
                          <a:endParaRPr lang="ko-KR" altLang="en-US" dirty="0">
                            <a:solidFill>
                              <a:schemeClr val="tx1"/>
                            </a:solidFill>
                          </a:endParaRPr>
                        </a:p>
                      </a:txBody>
                      <a:tcPr anchor="ctr"/>
                    </a:tc>
                    <a:tc>
                      <a:txBody>
                        <a:bodyPr/>
                        <a:lstStyle/>
                        <a:p>
                          <a:pPr algn="ctr" latinLnBrk="1"/>
                          <a:r>
                            <a:rPr lang="en-US" altLang="ko-KR" dirty="0">
                              <a:solidFill>
                                <a:schemeClr val="tx1"/>
                              </a:solidFill>
                            </a:rPr>
                            <a:t>0.1551</a:t>
                          </a:r>
                          <a:endParaRPr lang="ko-KR" altLang="en-US" dirty="0">
                            <a:solidFill>
                              <a:schemeClr val="tx1"/>
                            </a:solidFill>
                          </a:endParaRPr>
                        </a:p>
                      </a:txBody>
                      <a:tcPr anchor="ctr"/>
                    </a:tc>
                    <a:extLst>
                      <a:ext uri="{0D108BD9-81ED-4DB2-BD59-A6C34878D82A}">
                        <a16:rowId xmlns:a16="http://schemas.microsoft.com/office/drawing/2014/main" val="4167900972"/>
                      </a:ext>
                    </a:extLst>
                  </a:tr>
                  <a:tr h="724255">
                    <a:tc>
                      <a:txBody>
                        <a:bodyPr/>
                        <a:lstStyle/>
                        <a:p>
                          <a:pPr algn="ctr" latinLnBrk="1"/>
                          <a:r>
                            <a:rPr lang="en-US" altLang="ko-KR" dirty="0">
                              <a:solidFill>
                                <a:schemeClr val="tx1"/>
                              </a:solidFill>
                            </a:rPr>
                            <a:t>50%</a:t>
                          </a:r>
                          <a:endParaRPr lang="ko-KR" altLang="en-US" dirty="0">
                            <a:solidFill>
                              <a:schemeClr val="tx1"/>
                            </a:solidFill>
                          </a:endParaRPr>
                        </a:p>
                      </a:txBody>
                      <a:tcPr anchor="ctr"/>
                    </a:tc>
                    <a:tc>
                      <a:txBody>
                        <a:bodyPr/>
                        <a:lstStyle/>
                        <a:p>
                          <a:pPr algn="ctr" latinLnBrk="1"/>
                          <a:r>
                            <a:rPr lang="en-US" altLang="ko-KR" dirty="0">
                              <a:solidFill>
                                <a:schemeClr val="tx1"/>
                              </a:solidFill>
                            </a:rPr>
                            <a:t>16</a:t>
                          </a:r>
                          <a:endParaRPr lang="ko-KR" altLang="en-US" dirty="0">
                            <a:solidFill>
                              <a:schemeClr val="tx1"/>
                            </a:solidFill>
                          </a:endParaRPr>
                        </a:p>
                      </a:txBody>
                      <a:tcPr anchor="ctr"/>
                    </a:tc>
                    <a:tc>
                      <a:txBody>
                        <a:bodyPr/>
                        <a:lstStyle/>
                        <a:p>
                          <a:pPr algn="ctr" latinLnBrk="1"/>
                          <a:r>
                            <a:rPr lang="en-US" altLang="ko-KR" dirty="0">
                              <a:solidFill>
                                <a:schemeClr val="tx1"/>
                              </a:solidFill>
                            </a:rPr>
                            <a:t>0.7328</a:t>
                          </a:r>
                          <a:endParaRPr lang="ko-KR" altLang="en-US" dirty="0">
                            <a:solidFill>
                              <a:schemeClr val="tx1"/>
                            </a:solidFill>
                          </a:endParaRPr>
                        </a:p>
                      </a:txBody>
                      <a:tcPr anchor="ctr"/>
                    </a:tc>
                    <a:tc>
                      <a:txBody>
                        <a:bodyPr/>
                        <a:lstStyle/>
                        <a:p>
                          <a:pPr algn="ctr" latinLnBrk="1"/>
                          <a:r>
                            <a:rPr lang="en-US" altLang="ko-KR" dirty="0">
                              <a:solidFill>
                                <a:schemeClr val="tx1"/>
                              </a:solidFill>
                            </a:rPr>
                            <a:t>0.1553</a:t>
                          </a:r>
                          <a:endParaRPr lang="ko-KR" altLang="en-US" dirty="0">
                            <a:solidFill>
                              <a:schemeClr val="tx1"/>
                            </a:solidFill>
                          </a:endParaRPr>
                        </a:p>
                      </a:txBody>
                      <a:tcPr anchor="ctr"/>
                    </a:tc>
                    <a:extLst>
                      <a:ext uri="{0D108BD9-81ED-4DB2-BD59-A6C34878D82A}">
                        <a16:rowId xmlns:a16="http://schemas.microsoft.com/office/drawing/2014/main" val="1738240570"/>
                      </a:ext>
                    </a:extLst>
                  </a:tr>
                  <a:tr h="724255">
                    <a:tc>
                      <a:txBody>
                        <a:bodyPr/>
                        <a:lstStyle/>
                        <a:p>
                          <a:pPr algn="ctr" latinLnBrk="1"/>
                          <a:r>
                            <a:rPr lang="en-US" altLang="ko-KR" dirty="0">
                              <a:solidFill>
                                <a:schemeClr val="tx1"/>
                              </a:solidFill>
                            </a:rPr>
                            <a:t>75%</a:t>
                          </a:r>
                          <a:endParaRPr lang="ko-KR" altLang="en-US" dirty="0">
                            <a:solidFill>
                              <a:schemeClr val="tx1"/>
                            </a:solidFill>
                          </a:endParaRPr>
                        </a:p>
                      </a:txBody>
                      <a:tcPr anchor="ctr"/>
                    </a:tc>
                    <a:tc>
                      <a:txBody>
                        <a:bodyPr/>
                        <a:lstStyle/>
                        <a:p>
                          <a:pPr algn="ctr" latinLnBrk="1"/>
                          <a:r>
                            <a:rPr lang="en-US" altLang="ko-KR" dirty="0">
                              <a:solidFill>
                                <a:schemeClr val="tx1"/>
                              </a:solidFill>
                            </a:rPr>
                            <a:t>24</a:t>
                          </a:r>
                          <a:endParaRPr lang="ko-KR" altLang="en-US" dirty="0">
                            <a:solidFill>
                              <a:schemeClr val="tx1"/>
                            </a:solidFill>
                          </a:endParaRPr>
                        </a:p>
                      </a:txBody>
                      <a:tcPr anchor="ctr"/>
                    </a:tc>
                    <a:tc>
                      <a:txBody>
                        <a:bodyPr/>
                        <a:lstStyle/>
                        <a:p>
                          <a:pPr algn="ctr" latinLnBrk="1"/>
                          <a:r>
                            <a:rPr lang="en-US" altLang="ko-KR" dirty="0">
                              <a:solidFill>
                                <a:schemeClr val="tx1"/>
                              </a:solidFill>
                            </a:rPr>
                            <a:t>0.7258</a:t>
                          </a:r>
                          <a:endParaRPr lang="ko-KR" altLang="en-US" dirty="0">
                            <a:solidFill>
                              <a:schemeClr val="tx1"/>
                            </a:solidFill>
                          </a:endParaRPr>
                        </a:p>
                      </a:txBody>
                      <a:tcPr anchor="ctr"/>
                    </a:tc>
                    <a:tc>
                      <a:txBody>
                        <a:bodyPr/>
                        <a:lstStyle/>
                        <a:p>
                          <a:pPr algn="ctr" latinLnBrk="1"/>
                          <a:r>
                            <a:rPr lang="en-US" altLang="ko-KR" dirty="0">
                              <a:solidFill>
                                <a:schemeClr val="tx1"/>
                              </a:solidFill>
                            </a:rPr>
                            <a:t>0.1558</a:t>
                          </a:r>
                          <a:endParaRPr lang="ko-KR" altLang="en-US" dirty="0">
                            <a:solidFill>
                              <a:schemeClr val="tx1"/>
                            </a:solidFill>
                          </a:endParaRPr>
                        </a:p>
                      </a:txBody>
                      <a:tcPr anchor="ctr"/>
                    </a:tc>
                    <a:extLst>
                      <a:ext uri="{0D108BD9-81ED-4DB2-BD59-A6C34878D82A}">
                        <a16:rowId xmlns:a16="http://schemas.microsoft.com/office/drawing/2014/main" val="3447207521"/>
                      </a:ext>
                    </a:extLst>
                  </a:tr>
                  <a:tr h="724255">
                    <a:tc>
                      <a:txBody>
                        <a:bodyPr/>
                        <a:lstStyle/>
                        <a:p>
                          <a:pPr algn="ctr" latinLnBrk="1"/>
                          <a:r>
                            <a:rPr lang="en-US" altLang="ko-KR" dirty="0">
                              <a:solidFill>
                                <a:schemeClr val="tx1"/>
                              </a:solidFill>
                            </a:rPr>
                            <a:t>100%</a:t>
                          </a:r>
                          <a:endParaRPr lang="ko-KR" altLang="en-US" dirty="0">
                            <a:solidFill>
                              <a:schemeClr val="tx1"/>
                            </a:solidFill>
                          </a:endParaRPr>
                        </a:p>
                      </a:txBody>
                      <a:tcPr anchor="ctr"/>
                    </a:tc>
                    <a:tc>
                      <a:txBody>
                        <a:bodyPr/>
                        <a:lstStyle/>
                        <a:p>
                          <a:pPr algn="ctr" latinLnBrk="1"/>
                          <a:r>
                            <a:rPr lang="en-US" altLang="ko-KR" dirty="0">
                              <a:solidFill>
                                <a:schemeClr val="tx1"/>
                              </a:solidFill>
                            </a:rPr>
                            <a:t>32</a:t>
                          </a:r>
                          <a:endParaRPr lang="ko-KR" altLang="en-US" dirty="0">
                            <a:solidFill>
                              <a:schemeClr val="tx1"/>
                            </a:solidFill>
                          </a:endParaRPr>
                        </a:p>
                      </a:txBody>
                      <a:tcPr anchor="ctr"/>
                    </a:tc>
                    <a:tc>
                      <a:txBody>
                        <a:bodyPr/>
                        <a:lstStyle/>
                        <a:p>
                          <a:pPr algn="ctr" latinLnBrk="1"/>
                          <a:r>
                            <a:rPr lang="en-US" altLang="ko-KR" dirty="0">
                              <a:solidFill>
                                <a:schemeClr val="tx1"/>
                              </a:solidFill>
                            </a:rPr>
                            <a:t>0.7231</a:t>
                          </a:r>
                          <a:endParaRPr lang="ko-KR" altLang="en-US" dirty="0">
                            <a:solidFill>
                              <a:schemeClr val="tx1"/>
                            </a:solidFill>
                          </a:endParaRPr>
                        </a:p>
                      </a:txBody>
                      <a:tcPr anchor="ctr"/>
                    </a:tc>
                    <a:tc>
                      <a:txBody>
                        <a:bodyPr/>
                        <a:lstStyle/>
                        <a:p>
                          <a:pPr algn="ctr" latinLnBrk="1"/>
                          <a:r>
                            <a:rPr lang="en-US" altLang="ko-KR" dirty="0">
                              <a:solidFill>
                                <a:schemeClr val="tx1"/>
                              </a:solidFill>
                            </a:rPr>
                            <a:t>0.1547</a:t>
                          </a:r>
                          <a:endParaRPr lang="ko-KR" altLang="en-US" dirty="0">
                            <a:solidFill>
                              <a:schemeClr val="tx1"/>
                            </a:solidFill>
                          </a:endParaRPr>
                        </a:p>
                      </a:txBody>
                      <a:tcPr anchor="ctr"/>
                    </a:tc>
                    <a:extLst>
                      <a:ext uri="{0D108BD9-81ED-4DB2-BD59-A6C34878D82A}">
                        <a16:rowId xmlns:a16="http://schemas.microsoft.com/office/drawing/2014/main" val="2377660629"/>
                      </a:ext>
                    </a:extLst>
                  </a:tr>
                </a:tbl>
              </a:graphicData>
            </a:graphic>
          </p:graphicFrame>
        </mc:Choice>
        <mc:Fallback>
          <p:graphicFrame>
            <p:nvGraphicFramePr>
              <p:cNvPr id="4" name="표 3">
                <a:extLst>
                  <a:ext uri="{FF2B5EF4-FFF2-40B4-BE49-F238E27FC236}">
                    <a16:creationId xmlns:a16="http://schemas.microsoft.com/office/drawing/2014/main" id="{60A2929E-C9E5-7518-2631-A622CA18B035}"/>
                  </a:ext>
                </a:extLst>
              </p:cNvPr>
              <p:cNvGraphicFramePr>
                <a:graphicFrameLocks noGrp="1"/>
              </p:cNvGraphicFramePr>
              <p:nvPr>
                <p:extLst>
                  <p:ext uri="{D42A27DB-BD31-4B8C-83A1-F6EECF244321}">
                    <p14:modId xmlns:p14="http://schemas.microsoft.com/office/powerpoint/2010/main" val="701113195"/>
                  </p:ext>
                </p:extLst>
              </p:nvPr>
            </p:nvGraphicFramePr>
            <p:xfrm>
              <a:off x="2024060" y="1287997"/>
              <a:ext cx="8128000" cy="5069785"/>
            </p:xfrm>
            <a:graphic>
              <a:graphicData uri="http://schemas.openxmlformats.org/drawingml/2006/table">
                <a:tbl>
                  <a:tblPr firstRow="1" bandRow="1">
                    <a:tableStyleId>{5C22544A-7EE6-4342-B048-85BDC9FD1C3A}</a:tableStyleId>
                  </a:tblPr>
                  <a:tblGrid>
                    <a:gridCol w="2032000">
                      <a:extLst>
                        <a:ext uri="{9D8B030D-6E8A-4147-A177-3AD203B41FA5}">
                          <a16:colId xmlns:a16="http://schemas.microsoft.com/office/drawing/2014/main" val="1411082048"/>
                        </a:ext>
                      </a:extLst>
                    </a:gridCol>
                    <a:gridCol w="2032000">
                      <a:extLst>
                        <a:ext uri="{9D8B030D-6E8A-4147-A177-3AD203B41FA5}">
                          <a16:colId xmlns:a16="http://schemas.microsoft.com/office/drawing/2014/main" val="1850576194"/>
                        </a:ext>
                      </a:extLst>
                    </a:gridCol>
                    <a:gridCol w="2032000">
                      <a:extLst>
                        <a:ext uri="{9D8B030D-6E8A-4147-A177-3AD203B41FA5}">
                          <a16:colId xmlns:a16="http://schemas.microsoft.com/office/drawing/2014/main" val="3701787801"/>
                        </a:ext>
                      </a:extLst>
                    </a:gridCol>
                    <a:gridCol w="2032000">
                      <a:extLst>
                        <a:ext uri="{9D8B030D-6E8A-4147-A177-3AD203B41FA5}">
                          <a16:colId xmlns:a16="http://schemas.microsoft.com/office/drawing/2014/main" val="2420030416"/>
                        </a:ext>
                      </a:extLst>
                    </a:gridCol>
                  </a:tblGrid>
                  <a:tr h="724255">
                    <a:tc>
                      <a:txBody>
                        <a:bodyPr/>
                        <a:lstStyle/>
                        <a:p>
                          <a:endParaRPr lang="ko-KR"/>
                        </a:p>
                      </a:txBody>
                      <a:tcPr anchor="ctr">
                        <a:blipFill>
                          <a:blip r:embed="rId2"/>
                          <a:stretch>
                            <a:fillRect l="-599" t="-840" r="-300599" b="-601681"/>
                          </a:stretch>
                        </a:blipFill>
                      </a:tcPr>
                    </a:tc>
                    <a:tc>
                      <a:txBody>
                        <a:bodyPr/>
                        <a:lstStyle/>
                        <a:p>
                          <a:endParaRPr lang="ko-KR"/>
                        </a:p>
                      </a:txBody>
                      <a:tcPr anchor="ctr">
                        <a:blipFill>
                          <a:blip r:embed="rId2"/>
                          <a:stretch>
                            <a:fillRect l="-100901" t="-840" r="-201502" b="-601681"/>
                          </a:stretch>
                        </a:blipFill>
                      </a:tcPr>
                    </a:tc>
                    <a:tc>
                      <a:txBody>
                        <a:bodyPr/>
                        <a:lstStyle/>
                        <a:p>
                          <a:pPr algn="ctr" latinLnBrk="1"/>
                          <a:r>
                            <a:rPr lang="ko-KR" altLang="en-US" dirty="0">
                              <a:solidFill>
                                <a:schemeClr val="bg1"/>
                              </a:solidFill>
                            </a:rPr>
                            <a:t>평균 전하 위치 </a:t>
                          </a:r>
                          <a:endParaRPr lang="en-US" altLang="ko-KR" dirty="0">
                            <a:solidFill>
                              <a:schemeClr val="bg1"/>
                            </a:solidFill>
                          </a:endParaRPr>
                        </a:p>
                        <a:p>
                          <a:pPr algn="ctr" latinLnBrk="1"/>
                          <a:r>
                            <a:rPr lang="ko-KR" altLang="en-US" dirty="0">
                              <a:solidFill>
                                <a:schemeClr val="bg1"/>
                              </a:solidFill>
                            </a:rPr>
                            <a:t>오차</a:t>
                          </a:r>
                          <a:r>
                            <a:rPr lang="en-US" altLang="ko-KR" dirty="0">
                              <a:solidFill>
                                <a:schemeClr val="bg1"/>
                              </a:solidFill>
                            </a:rPr>
                            <a:t>(</a:t>
                          </a:r>
                          <a:r>
                            <a:rPr lang="en-US" altLang="ko-KR" dirty="0" err="1">
                              <a:solidFill>
                                <a:schemeClr val="bg1"/>
                              </a:solidFill>
                            </a:rPr>
                            <a:t>a.u</a:t>
                          </a:r>
                          <a:r>
                            <a:rPr lang="en-US" altLang="ko-KR" dirty="0">
                              <a:solidFill>
                                <a:schemeClr val="bg1"/>
                              </a:solidFill>
                            </a:rPr>
                            <a:t>.)</a:t>
                          </a:r>
                          <a:endParaRPr lang="ko-KR" altLang="en-US" dirty="0">
                            <a:solidFill>
                              <a:schemeClr val="bg1"/>
                            </a:solidFill>
                          </a:endParaRPr>
                        </a:p>
                      </a:txBody>
                      <a:tcPr anchor="ctr"/>
                    </a:tc>
                    <a:tc>
                      <a:txBody>
                        <a:bodyPr/>
                        <a:lstStyle/>
                        <a:p>
                          <a:pPr algn="ctr" latinLnBrk="1"/>
                          <a:r>
                            <a:rPr lang="ko-KR" altLang="en-US" dirty="0">
                              <a:solidFill>
                                <a:schemeClr val="bg1"/>
                              </a:solidFill>
                            </a:rPr>
                            <a:t>평균 전하 크기</a:t>
                          </a:r>
                          <a:endParaRPr lang="en-US" altLang="ko-KR" dirty="0">
                            <a:solidFill>
                              <a:schemeClr val="bg1"/>
                            </a:solidFill>
                          </a:endParaRPr>
                        </a:p>
                        <a:p>
                          <a:pPr algn="ctr" latinLnBrk="1"/>
                          <a:r>
                            <a:rPr lang="ko-KR" altLang="en-US" dirty="0">
                              <a:solidFill>
                                <a:schemeClr val="bg1"/>
                              </a:solidFill>
                            </a:rPr>
                            <a:t>오차</a:t>
                          </a:r>
                          <a:r>
                            <a:rPr lang="en-US" altLang="ko-KR" dirty="0">
                              <a:solidFill>
                                <a:schemeClr val="bg1"/>
                              </a:solidFill>
                            </a:rPr>
                            <a:t>(</a:t>
                          </a:r>
                          <a:r>
                            <a:rPr lang="en-US" altLang="ko-KR" dirty="0" err="1">
                              <a:solidFill>
                                <a:schemeClr val="bg1"/>
                              </a:solidFill>
                            </a:rPr>
                            <a:t>a.u</a:t>
                          </a:r>
                          <a:r>
                            <a:rPr lang="en-US" altLang="ko-KR" dirty="0">
                              <a:solidFill>
                                <a:schemeClr val="bg1"/>
                              </a:solidFill>
                            </a:rPr>
                            <a:t>.)</a:t>
                          </a:r>
                          <a:endParaRPr lang="ko-KR" altLang="en-US" dirty="0">
                            <a:solidFill>
                              <a:schemeClr val="bg1"/>
                            </a:solidFill>
                          </a:endParaRPr>
                        </a:p>
                      </a:txBody>
                      <a:tcPr anchor="ctr"/>
                    </a:tc>
                    <a:extLst>
                      <a:ext uri="{0D108BD9-81ED-4DB2-BD59-A6C34878D82A}">
                        <a16:rowId xmlns:a16="http://schemas.microsoft.com/office/drawing/2014/main" val="1612105439"/>
                      </a:ext>
                    </a:extLst>
                  </a:tr>
                  <a:tr h="724255">
                    <a:tc>
                      <a:txBody>
                        <a:bodyPr/>
                        <a:lstStyle/>
                        <a:p>
                          <a:pPr algn="ctr" latinLnBrk="1"/>
                          <a:r>
                            <a:rPr lang="en-US" altLang="ko-KR" dirty="0">
                              <a:solidFill>
                                <a:schemeClr val="tx1"/>
                              </a:solidFill>
                            </a:rPr>
                            <a:t>0%</a:t>
                          </a:r>
                          <a:endParaRPr lang="ko-KR" altLang="en-US" dirty="0">
                            <a:solidFill>
                              <a:schemeClr val="tx1"/>
                            </a:solidFill>
                          </a:endParaRPr>
                        </a:p>
                      </a:txBody>
                      <a:tcPr anchor="ctr"/>
                    </a:tc>
                    <a:tc>
                      <a:txBody>
                        <a:bodyPr/>
                        <a:lstStyle/>
                        <a:p>
                          <a:pPr algn="ctr" latinLnBrk="1"/>
                          <a:r>
                            <a:rPr lang="en-US" altLang="ko-KR" dirty="0">
                              <a:solidFill>
                                <a:schemeClr val="tx1"/>
                              </a:solidFill>
                            </a:rPr>
                            <a:t>0</a:t>
                          </a:r>
                          <a:endParaRPr lang="ko-KR" altLang="en-US" dirty="0">
                            <a:solidFill>
                              <a:schemeClr val="tx1"/>
                            </a:solidFill>
                          </a:endParaRPr>
                        </a:p>
                      </a:txBody>
                      <a:tcPr anchor="ctr"/>
                    </a:tc>
                    <a:tc>
                      <a:txBody>
                        <a:bodyPr/>
                        <a:lstStyle/>
                        <a:p>
                          <a:pPr algn="ctr" latinLnBrk="1"/>
                          <a:r>
                            <a:rPr lang="en-US" altLang="ko-KR" dirty="0">
                              <a:solidFill>
                                <a:schemeClr val="tx1"/>
                              </a:solidFill>
                            </a:rPr>
                            <a:t>0.7302</a:t>
                          </a:r>
                          <a:endParaRPr lang="ko-KR" altLang="en-US" dirty="0">
                            <a:solidFill>
                              <a:schemeClr val="tx1"/>
                            </a:solidFill>
                          </a:endParaRPr>
                        </a:p>
                      </a:txBody>
                      <a:tcPr anchor="ctr"/>
                    </a:tc>
                    <a:tc>
                      <a:txBody>
                        <a:bodyPr/>
                        <a:lstStyle/>
                        <a:p>
                          <a:pPr algn="ctr" latinLnBrk="1"/>
                          <a:r>
                            <a:rPr lang="en-US" altLang="ko-KR" dirty="0">
                              <a:solidFill>
                                <a:schemeClr val="tx1"/>
                              </a:solidFill>
                            </a:rPr>
                            <a:t>0.1582</a:t>
                          </a:r>
                          <a:endParaRPr lang="ko-KR" altLang="en-US" dirty="0">
                            <a:solidFill>
                              <a:schemeClr val="tx1"/>
                            </a:solidFill>
                          </a:endParaRPr>
                        </a:p>
                      </a:txBody>
                      <a:tcPr anchor="ctr"/>
                    </a:tc>
                    <a:extLst>
                      <a:ext uri="{0D108BD9-81ED-4DB2-BD59-A6C34878D82A}">
                        <a16:rowId xmlns:a16="http://schemas.microsoft.com/office/drawing/2014/main" val="1223932972"/>
                      </a:ext>
                    </a:extLst>
                  </a:tr>
                  <a:tr h="724255">
                    <a:tc>
                      <a:txBody>
                        <a:bodyPr/>
                        <a:lstStyle/>
                        <a:p>
                          <a:pPr algn="ctr" latinLnBrk="1"/>
                          <a:r>
                            <a:rPr lang="en-US" altLang="ko-KR" dirty="0">
                              <a:solidFill>
                                <a:schemeClr val="tx1"/>
                              </a:solidFill>
                            </a:rPr>
                            <a:t>10%</a:t>
                          </a:r>
                          <a:endParaRPr lang="ko-KR" altLang="en-US" dirty="0">
                            <a:solidFill>
                              <a:schemeClr val="tx1"/>
                            </a:solidFill>
                          </a:endParaRPr>
                        </a:p>
                      </a:txBody>
                      <a:tcPr anchor="ctr"/>
                    </a:tc>
                    <a:tc>
                      <a:txBody>
                        <a:bodyPr/>
                        <a:lstStyle/>
                        <a:p>
                          <a:pPr algn="ctr" latinLnBrk="1"/>
                          <a:r>
                            <a:rPr lang="en-US" altLang="ko-KR" dirty="0">
                              <a:solidFill>
                                <a:schemeClr val="tx1"/>
                              </a:solidFill>
                            </a:rPr>
                            <a:t>3</a:t>
                          </a:r>
                          <a:endParaRPr lang="ko-KR" altLang="en-US" dirty="0">
                            <a:solidFill>
                              <a:schemeClr val="tx1"/>
                            </a:solidFill>
                          </a:endParaRPr>
                        </a:p>
                      </a:txBody>
                      <a:tcPr anchor="ctr"/>
                    </a:tc>
                    <a:tc>
                      <a:txBody>
                        <a:bodyPr/>
                        <a:lstStyle/>
                        <a:p>
                          <a:pPr algn="ctr" latinLnBrk="1"/>
                          <a:r>
                            <a:rPr lang="en-US" altLang="ko-KR" dirty="0">
                              <a:solidFill>
                                <a:schemeClr val="tx1"/>
                              </a:solidFill>
                            </a:rPr>
                            <a:t>0.7278</a:t>
                          </a:r>
                          <a:endParaRPr lang="ko-KR" altLang="en-US" dirty="0">
                            <a:solidFill>
                              <a:schemeClr val="tx1"/>
                            </a:solidFill>
                          </a:endParaRPr>
                        </a:p>
                      </a:txBody>
                      <a:tcPr anchor="ctr"/>
                    </a:tc>
                    <a:tc>
                      <a:txBody>
                        <a:bodyPr/>
                        <a:lstStyle/>
                        <a:p>
                          <a:pPr algn="ctr" latinLnBrk="1"/>
                          <a:r>
                            <a:rPr lang="en-US" altLang="ko-KR" dirty="0">
                              <a:solidFill>
                                <a:schemeClr val="tx1"/>
                              </a:solidFill>
                            </a:rPr>
                            <a:t>0.1548</a:t>
                          </a:r>
                          <a:endParaRPr lang="ko-KR" altLang="en-US" dirty="0">
                            <a:solidFill>
                              <a:schemeClr val="tx1"/>
                            </a:solidFill>
                          </a:endParaRPr>
                        </a:p>
                      </a:txBody>
                      <a:tcPr anchor="ctr"/>
                    </a:tc>
                    <a:extLst>
                      <a:ext uri="{0D108BD9-81ED-4DB2-BD59-A6C34878D82A}">
                        <a16:rowId xmlns:a16="http://schemas.microsoft.com/office/drawing/2014/main" val="694382130"/>
                      </a:ext>
                    </a:extLst>
                  </a:tr>
                  <a:tr h="724255">
                    <a:tc>
                      <a:txBody>
                        <a:bodyPr/>
                        <a:lstStyle/>
                        <a:p>
                          <a:pPr algn="ctr" latinLnBrk="1"/>
                          <a:r>
                            <a:rPr lang="en-US" altLang="ko-KR" dirty="0">
                              <a:solidFill>
                                <a:schemeClr val="tx1"/>
                              </a:solidFill>
                            </a:rPr>
                            <a:t>25%</a:t>
                          </a:r>
                          <a:endParaRPr lang="ko-KR" altLang="en-US" dirty="0">
                            <a:solidFill>
                              <a:schemeClr val="tx1"/>
                            </a:solidFill>
                          </a:endParaRPr>
                        </a:p>
                      </a:txBody>
                      <a:tcPr anchor="ctr"/>
                    </a:tc>
                    <a:tc>
                      <a:txBody>
                        <a:bodyPr/>
                        <a:lstStyle/>
                        <a:p>
                          <a:pPr algn="ctr" latinLnBrk="1"/>
                          <a:r>
                            <a:rPr lang="en-US" altLang="ko-KR" dirty="0">
                              <a:solidFill>
                                <a:schemeClr val="tx1"/>
                              </a:solidFill>
                            </a:rPr>
                            <a:t>8</a:t>
                          </a:r>
                          <a:endParaRPr lang="ko-KR" altLang="en-US" dirty="0">
                            <a:solidFill>
                              <a:schemeClr val="tx1"/>
                            </a:solidFill>
                          </a:endParaRPr>
                        </a:p>
                      </a:txBody>
                      <a:tcPr anchor="ctr"/>
                    </a:tc>
                    <a:tc>
                      <a:txBody>
                        <a:bodyPr/>
                        <a:lstStyle/>
                        <a:p>
                          <a:pPr algn="ctr" latinLnBrk="1"/>
                          <a:r>
                            <a:rPr lang="en-US" altLang="ko-KR" dirty="0">
                              <a:solidFill>
                                <a:schemeClr val="tx1"/>
                              </a:solidFill>
                            </a:rPr>
                            <a:t>0.7338</a:t>
                          </a:r>
                          <a:endParaRPr lang="ko-KR" altLang="en-US" dirty="0">
                            <a:solidFill>
                              <a:schemeClr val="tx1"/>
                            </a:solidFill>
                          </a:endParaRPr>
                        </a:p>
                      </a:txBody>
                      <a:tcPr anchor="ctr"/>
                    </a:tc>
                    <a:tc>
                      <a:txBody>
                        <a:bodyPr/>
                        <a:lstStyle/>
                        <a:p>
                          <a:pPr algn="ctr" latinLnBrk="1"/>
                          <a:r>
                            <a:rPr lang="en-US" altLang="ko-KR" dirty="0">
                              <a:solidFill>
                                <a:schemeClr val="tx1"/>
                              </a:solidFill>
                            </a:rPr>
                            <a:t>0.1551</a:t>
                          </a:r>
                          <a:endParaRPr lang="ko-KR" altLang="en-US" dirty="0">
                            <a:solidFill>
                              <a:schemeClr val="tx1"/>
                            </a:solidFill>
                          </a:endParaRPr>
                        </a:p>
                      </a:txBody>
                      <a:tcPr anchor="ctr"/>
                    </a:tc>
                    <a:extLst>
                      <a:ext uri="{0D108BD9-81ED-4DB2-BD59-A6C34878D82A}">
                        <a16:rowId xmlns:a16="http://schemas.microsoft.com/office/drawing/2014/main" val="4167900972"/>
                      </a:ext>
                    </a:extLst>
                  </a:tr>
                  <a:tr h="724255">
                    <a:tc>
                      <a:txBody>
                        <a:bodyPr/>
                        <a:lstStyle/>
                        <a:p>
                          <a:pPr algn="ctr" latinLnBrk="1"/>
                          <a:r>
                            <a:rPr lang="en-US" altLang="ko-KR" dirty="0">
                              <a:solidFill>
                                <a:schemeClr val="tx1"/>
                              </a:solidFill>
                            </a:rPr>
                            <a:t>50%</a:t>
                          </a:r>
                          <a:endParaRPr lang="ko-KR" altLang="en-US" dirty="0">
                            <a:solidFill>
                              <a:schemeClr val="tx1"/>
                            </a:solidFill>
                          </a:endParaRPr>
                        </a:p>
                      </a:txBody>
                      <a:tcPr anchor="ctr"/>
                    </a:tc>
                    <a:tc>
                      <a:txBody>
                        <a:bodyPr/>
                        <a:lstStyle/>
                        <a:p>
                          <a:pPr algn="ctr" latinLnBrk="1"/>
                          <a:r>
                            <a:rPr lang="en-US" altLang="ko-KR" dirty="0">
                              <a:solidFill>
                                <a:schemeClr val="tx1"/>
                              </a:solidFill>
                            </a:rPr>
                            <a:t>16</a:t>
                          </a:r>
                          <a:endParaRPr lang="ko-KR" altLang="en-US" dirty="0">
                            <a:solidFill>
                              <a:schemeClr val="tx1"/>
                            </a:solidFill>
                          </a:endParaRPr>
                        </a:p>
                      </a:txBody>
                      <a:tcPr anchor="ctr"/>
                    </a:tc>
                    <a:tc>
                      <a:txBody>
                        <a:bodyPr/>
                        <a:lstStyle/>
                        <a:p>
                          <a:pPr algn="ctr" latinLnBrk="1"/>
                          <a:r>
                            <a:rPr lang="en-US" altLang="ko-KR" dirty="0">
                              <a:solidFill>
                                <a:schemeClr val="tx1"/>
                              </a:solidFill>
                            </a:rPr>
                            <a:t>0.7328</a:t>
                          </a:r>
                          <a:endParaRPr lang="ko-KR" altLang="en-US" dirty="0">
                            <a:solidFill>
                              <a:schemeClr val="tx1"/>
                            </a:solidFill>
                          </a:endParaRPr>
                        </a:p>
                      </a:txBody>
                      <a:tcPr anchor="ctr"/>
                    </a:tc>
                    <a:tc>
                      <a:txBody>
                        <a:bodyPr/>
                        <a:lstStyle/>
                        <a:p>
                          <a:pPr algn="ctr" latinLnBrk="1"/>
                          <a:r>
                            <a:rPr lang="en-US" altLang="ko-KR" dirty="0">
                              <a:solidFill>
                                <a:schemeClr val="tx1"/>
                              </a:solidFill>
                            </a:rPr>
                            <a:t>0.1553</a:t>
                          </a:r>
                          <a:endParaRPr lang="ko-KR" altLang="en-US" dirty="0">
                            <a:solidFill>
                              <a:schemeClr val="tx1"/>
                            </a:solidFill>
                          </a:endParaRPr>
                        </a:p>
                      </a:txBody>
                      <a:tcPr anchor="ctr"/>
                    </a:tc>
                    <a:extLst>
                      <a:ext uri="{0D108BD9-81ED-4DB2-BD59-A6C34878D82A}">
                        <a16:rowId xmlns:a16="http://schemas.microsoft.com/office/drawing/2014/main" val="1738240570"/>
                      </a:ext>
                    </a:extLst>
                  </a:tr>
                  <a:tr h="724255">
                    <a:tc>
                      <a:txBody>
                        <a:bodyPr/>
                        <a:lstStyle/>
                        <a:p>
                          <a:pPr algn="ctr" latinLnBrk="1"/>
                          <a:r>
                            <a:rPr lang="en-US" altLang="ko-KR" dirty="0">
                              <a:solidFill>
                                <a:schemeClr val="tx1"/>
                              </a:solidFill>
                            </a:rPr>
                            <a:t>75%</a:t>
                          </a:r>
                          <a:endParaRPr lang="ko-KR" altLang="en-US" dirty="0">
                            <a:solidFill>
                              <a:schemeClr val="tx1"/>
                            </a:solidFill>
                          </a:endParaRPr>
                        </a:p>
                      </a:txBody>
                      <a:tcPr anchor="ctr"/>
                    </a:tc>
                    <a:tc>
                      <a:txBody>
                        <a:bodyPr/>
                        <a:lstStyle/>
                        <a:p>
                          <a:pPr algn="ctr" latinLnBrk="1"/>
                          <a:r>
                            <a:rPr lang="en-US" altLang="ko-KR" dirty="0">
                              <a:solidFill>
                                <a:schemeClr val="tx1"/>
                              </a:solidFill>
                            </a:rPr>
                            <a:t>24</a:t>
                          </a:r>
                          <a:endParaRPr lang="ko-KR" altLang="en-US" dirty="0">
                            <a:solidFill>
                              <a:schemeClr val="tx1"/>
                            </a:solidFill>
                          </a:endParaRPr>
                        </a:p>
                      </a:txBody>
                      <a:tcPr anchor="ctr"/>
                    </a:tc>
                    <a:tc>
                      <a:txBody>
                        <a:bodyPr/>
                        <a:lstStyle/>
                        <a:p>
                          <a:pPr algn="ctr" latinLnBrk="1"/>
                          <a:r>
                            <a:rPr lang="en-US" altLang="ko-KR" dirty="0">
                              <a:solidFill>
                                <a:schemeClr val="tx1"/>
                              </a:solidFill>
                            </a:rPr>
                            <a:t>0.7258</a:t>
                          </a:r>
                          <a:endParaRPr lang="ko-KR" altLang="en-US" dirty="0">
                            <a:solidFill>
                              <a:schemeClr val="tx1"/>
                            </a:solidFill>
                          </a:endParaRPr>
                        </a:p>
                      </a:txBody>
                      <a:tcPr anchor="ctr"/>
                    </a:tc>
                    <a:tc>
                      <a:txBody>
                        <a:bodyPr/>
                        <a:lstStyle/>
                        <a:p>
                          <a:pPr algn="ctr" latinLnBrk="1"/>
                          <a:r>
                            <a:rPr lang="en-US" altLang="ko-KR" dirty="0">
                              <a:solidFill>
                                <a:schemeClr val="tx1"/>
                              </a:solidFill>
                            </a:rPr>
                            <a:t>0.1558</a:t>
                          </a:r>
                          <a:endParaRPr lang="ko-KR" altLang="en-US" dirty="0">
                            <a:solidFill>
                              <a:schemeClr val="tx1"/>
                            </a:solidFill>
                          </a:endParaRPr>
                        </a:p>
                      </a:txBody>
                      <a:tcPr anchor="ctr"/>
                    </a:tc>
                    <a:extLst>
                      <a:ext uri="{0D108BD9-81ED-4DB2-BD59-A6C34878D82A}">
                        <a16:rowId xmlns:a16="http://schemas.microsoft.com/office/drawing/2014/main" val="3447207521"/>
                      </a:ext>
                    </a:extLst>
                  </a:tr>
                  <a:tr h="724255">
                    <a:tc>
                      <a:txBody>
                        <a:bodyPr/>
                        <a:lstStyle/>
                        <a:p>
                          <a:pPr algn="ctr" latinLnBrk="1"/>
                          <a:r>
                            <a:rPr lang="en-US" altLang="ko-KR" dirty="0">
                              <a:solidFill>
                                <a:schemeClr val="tx1"/>
                              </a:solidFill>
                            </a:rPr>
                            <a:t>100%</a:t>
                          </a:r>
                          <a:endParaRPr lang="ko-KR" altLang="en-US" dirty="0">
                            <a:solidFill>
                              <a:schemeClr val="tx1"/>
                            </a:solidFill>
                          </a:endParaRPr>
                        </a:p>
                      </a:txBody>
                      <a:tcPr anchor="ctr"/>
                    </a:tc>
                    <a:tc>
                      <a:txBody>
                        <a:bodyPr/>
                        <a:lstStyle/>
                        <a:p>
                          <a:pPr algn="ctr" latinLnBrk="1"/>
                          <a:r>
                            <a:rPr lang="en-US" altLang="ko-KR" dirty="0">
                              <a:solidFill>
                                <a:schemeClr val="tx1"/>
                              </a:solidFill>
                            </a:rPr>
                            <a:t>32</a:t>
                          </a:r>
                          <a:endParaRPr lang="ko-KR" altLang="en-US" dirty="0">
                            <a:solidFill>
                              <a:schemeClr val="tx1"/>
                            </a:solidFill>
                          </a:endParaRPr>
                        </a:p>
                      </a:txBody>
                      <a:tcPr anchor="ctr"/>
                    </a:tc>
                    <a:tc>
                      <a:txBody>
                        <a:bodyPr/>
                        <a:lstStyle/>
                        <a:p>
                          <a:pPr algn="ctr" latinLnBrk="1"/>
                          <a:r>
                            <a:rPr lang="en-US" altLang="ko-KR" dirty="0">
                              <a:solidFill>
                                <a:schemeClr val="tx1"/>
                              </a:solidFill>
                            </a:rPr>
                            <a:t>0.7231</a:t>
                          </a:r>
                          <a:endParaRPr lang="ko-KR" altLang="en-US" dirty="0">
                            <a:solidFill>
                              <a:schemeClr val="tx1"/>
                            </a:solidFill>
                          </a:endParaRPr>
                        </a:p>
                      </a:txBody>
                      <a:tcPr anchor="ctr"/>
                    </a:tc>
                    <a:tc>
                      <a:txBody>
                        <a:bodyPr/>
                        <a:lstStyle/>
                        <a:p>
                          <a:pPr algn="ctr" latinLnBrk="1"/>
                          <a:r>
                            <a:rPr lang="en-US" altLang="ko-KR" dirty="0">
                              <a:solidFill>
                                <a:schemeClr val="tx1"/>
                              </a:solidFill>
                            </a:rPr>
                            <a:t>0.1547</a:t>
                          </a:r>
                          <a:endParaRPr lang="ko-KR" altLang="en-US" dirty="0">
                            <a:solidFill>
                              <a:schemeClr val="tx1"/>
                            </a:solidFill>
                          </a:endParaRPr>
                        </a:p>
                      </a:txBody>
                      <a:tcPr anchor="ctr"/>
                    </a:tc>
                    <a:extLst>
                      <a:ext uri="{0D108BD9-81ED-4DB2-BD59-A6C34878D82A}">
                        <a16:rowId xmlns:a16="http://schemas.microsoft.com/office/drawing/2014/main" val="2377660629"/>
                      </a:ext>
                    </a:extLst>
                  </a:tr>
                </a:tbl>
              </a:graphicData>
            </a:graphic>
          </p:graphicFrame>
        </mc:Fallback>
      </mc:AlternateContent>
      <p:cxnSp>
        <p:nvCxnSpPr>
          <p:cNvPr id="6" name="직선 화살표 연결선 5">
            <a:extLst>
              <a:ext uri="{FF2B5EF4-FFF2-40B4-BE49-F238E27FC236}">
                <a16:creationId xmlns:a16="http://schemas.microsoft.com/office/drawing/2014/main" id="{D1020EE7-135F-6F8F-3960-AC4E7D6BA5FE}"/>
              </a:ext>
            </a:extLst>
          </p:cNvPr>
          <p:cNvCxnSpPr>
            <a:cxnSpLocks/>
          </p:cNvCxnSpPr>
          <p:nvPr/>
        </p:nvCxnSpPr>
        <p:spPr>
          <a:xfrm>
            <a:off x="3468914" y="2968171"/>
            <a:ext cx="0" cy="3113315"/>
          </a:xfrm>
          <a:prstGeom prst="straightConnector1">
            <a:avLst/>
          </a:prstGeom>
          <a:ln>
            <a:solidFill>
              <a:srgbClr val="FF0000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7" name="직선 화살표 연결선 6">
            <a:extLst>
              <a:ext uri="{FF2B5EF4-FFF2-40B4-BE49-F238E27FC236}">
                <a16:creationId xmlns:a16="http://schemas.microsoft.com/office/drawing/2014/main" id="{42F9D327-440D-CE6C-2FF5-BBA2811428FF}"/>
              </a:ext>
            </a:extLst>
          </p:cNvPr>
          <p:cNvCxnSpPr>
            <a:cxnSpLocks/>
          </p:cNvCxnSpPr>
          <p:nvPr/>
        </p:nvCxnSpPr>
        <p:spPr>
          <a:xfrm>
            <a:off x="7583715" y="2837542"/>
            <a:ext cx="0" cy="511629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0" name="직선 화살표 연결선 9">
            <a:extLst>
              <a:ext uri="{FF2B5EF4-FFF2-40B4-BE49-F238E27FC236}">
                <a16:creationId xmlns:a16="http://schemas.microsoft.com/office/drawing/2014/main" id="{B5AF65F1-9900-2270-409B-9F72EFF4E780}"/>
              </a:ext>
            </a:extLst>
          </p:cNvPr>
          <p:cNvCxnSpPr>
            <a:cxnSpLocks/>
          </p:cNvCxnSpPr>
          <p:nvPr/>
        </p:nvCxnSpPr>
        <p:spPr>
          <a:xfrm flipV="1">
            <a:off x="7583715" y="3573519"/>
            <a:ext cx="0" cy="498740"/>
          </a:xfrm>
          <a:prstGeom prst="straightConnector1">
            <a:avLst/>
          </a:prstGeom>
          <a:ln>
            <a:solidFill>
              <a:srgbClr val="FF0000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4" name="직선 화살표 연결선 13">
            <a:extLst>
              <a:ext uri="{FF2B5EF4-FFF2-40B4-BE49-F238E27FC236}">
                <a16:creationId xmlns:a16="http://schemas.microsoft.com/office/drawing/2014/main" id="{56A997CD-A6B1-FF17-0DBB-452F1EAF6083}"/>
              </a:ext>
            </a:extLst>
          </p:cNvPr>
          <p:cNvCxnSpPr>
            <a:cxnSpLocks/>
          </p:cNvCxnSpPr>
          <p:nvPr/>
        </p:nvCxnSpPr>
        <p:spPr>
          <a:xfrm>
            <a:off x="7583715" y="4267199"/>
            <a:ext cx="0" cy="511629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5" name="직선 화살표 연결선 14">
            <a:extLst>
              <a:ext uri="{FF2B5EF4-FFF2-40B4-BE49-F238E27FC236}">
                <a16:creationId xmlns:a16="http://schemas.microsoft.com/office/drawing/2014/main" id="{2CA266FF-03F7-A78A-2B32-AF09C8295DE8}"/>
              </a:ext>
            </a:extLst>
          </p:cNvPr>
          <p:cNvCxnSpPr>
            <a:cxnSpLocks/>
          </p:cNvCxnSpPr>
          <p:nvPr/>
        </p:nvCxnSpPr>
        <p:spPr>
          <a:xfrm>
            <a:off x="7583715" y="5014685"/>
            <a:ext cx="0" cy="511629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6" name="직선 화살표 연결선 15">
            <a:extLst>
              <a:ext uri="{FF2B5EF4-FFF2-40B4-BE49-F238E27FC236}">
                <a16:creationId xmlns:a16="http://schemas.microsoft.com/office/drawing/2014/main" id="{98F922B3-133B-9F9F-8A5A-BB875D7AA2F1}"/>
              </a:ext>
            </a:extLst>
          </p:cNvPr>
          <p:cNvCxnSpPr>
            <a:cxnSpLocks/>
          </p:cNvCxnSpPr>
          <p:nvPr/>
        </p:nvCxnSpPr>
        <p:spPr>
          <a:xfrm>
            <a:off x="7583715" y="5725885"/>
            <a:ext cx="0" cy="511629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7" name="직선 화살표 연결선 16">
            <a:extLst>
              <a:ext uri="{FF2B5EF4-FFF2-40B4-BE49-F238E27FC236}">
                <a16:creationId xmlns:a16="http://schemas.microsoft.com/office/drawing/2014/main" id="{4E84878F-5AC9-D845-8E98-4276786D1509}"/>
              </a:ext>
            </a:extLst>
          </p:cNvPr>
          <p:cNvCxnSpPr>
            <a:cxnSpLocks/>
          </p:cNvCxnSpPr>
          <p:nvPr/>
        </p:nvCxnSpPr>
        <p:spPr>
          <a:xfrm>
            <a:off x="9586687" y="5725885"/>
            <a:ext cx="0" cy="511629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0" name="직선 화살표 연결선 19">
            <a:extLst>
              <a:ext uri="{FF2B5EF4-FFF2-40B4-BE49-F238E27FC236}">
                <a16:creationId xmlns:a16="http://schemas.microsoft.com/office/drawing/2014/main" id="{4B8784BD-F286-36A6-A6B9-E09E15D72818}"/>
              </a:ext>
            </a:extLst>
          </p:cNvPr>
          <p:cNvCxnSpPr>
            <a:cxnSpLocks/>
          </p:cNvCxnSpPr>
          <p:nvPr/>
        </p:nvCxnSpPr>
        <p:spPr>
          <a:xfrm flipV="1">
            <a:off x="9586687" y="4280088"/>
            <a:ext cx="0" cy="498740"/>
          </a:xfrm>
          <a:prstGeom prst="straightConnector1">
            <a:avLst/>
          </a:prstGeom>
          <a:ln>
            <a:solidFill>
              <a:srgbClr val="FF0000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1" name="직선 화살표 연결선 20">
            <a:extLst>
              <a:ext uri="{FF2B5EF4-FFF2-40B4-BE49-F238E27FC236}">
                <a16:creationId xmlns:a16="http://schemas.microsoft.com/office/drawing/2014/main" id="{27168D02-46B7-E111-EFCE-E9F00B0DECB6}"/>
              </a:ext>
            </a:extLst>
          </p:cNvPr>
          <p:cNvCxnSpPr>
            <a:cxnSpLocks/>
          </p:cNvCxnSpPr>
          <p:nvPr/>
        </p:nvCxnSpPr>
        <p:spPr>
          <a:xfrm flipV="1">
            <a:off x="9586687" y="5014685"/>
            <a:ext cx="0" cy="498740"/>
          </a:xfrm>
          <a:prstGeom prst="straightConnector1">
            <a:avLst/>
          </a:prstGeom>
          <a:ln>
            <a:solidFill>
              <a:srgbClr val="FF0000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2" name="직선 화살표 연결선 21">
            <a:extLst>
              <a:ext uri="{FF2B5EF4-FFF2-40B4-BE49-F238E27FC236}">
                <a16:creationId xmlns:a16="http://schemas.microsoft.com/office/drawing/2014/main" id="{547935F1-1038-7221-EEA6-C9DC57B13EEF}"/>
              </a:ext>
            </a:extLst>
          </p:cNvPr>
          <p:cNvCxnSpPr>
            <a:cxnSpLocks/>
          </p:cNvCxnSpPr>
          <p:nvPr/>
        </p:nvCxnSpPr>
        <p:spPr>
          <a:xfrm flipV="1">
            <a:off x="9586687" y="3573519"/>
            <a:ext cx="0" cy="498740"/>
          </a:xfrm>
          <a:prstGeom prst="straightConnector1">
            <a:avLst/>
          </a:prstGeom>
          <a:ln>
            <a:solidFill>
              <a:srgbClr val="FF0000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3" name="직선 화살표 연결선 22">
            <a:extLst>
              <a:ext uri="{FF2B5EF4-FFF2-40B4-BE49-F238E27FC236}">
                <a16:creationId xmlns:a16="http://schemas.microsoft.com/office/drawing/2014/main" id="{7129E7D7-9A5D-5991-C49F-77DD9BE7811F}"/>
              </a:ext>
            </a:extLst>
          </p:cNvPr>
          <p:cNvCxnSpPr>
            <a:cxnSpLocks/>
          </p:cNvCxnSpPr>
          <p:nvPr/>
        </p:nvCxnSpPr>
        <p:spPr>
          <a:xfrm>
            <a:off x="9586687" y="2917371"/>
            <a:ext cx="0" cy="511629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5" name="TextBox 24">
            <a:extLst>
              <a:ext uri="{FF2B5EF4-FFF2-40B4-BE49-F238E27FC236}">
                <a16:creationId xmlns:a16="http://schemas.microsoft.com/office/drawing/2014/main" id="{7D832B0C-5E9F-7288-884A-C24CDE7B55D5}"/>
              </a:ext>
            </a:extLst>
          </p:cNvPr>
          <p:cNvSpPr txBox="1"/>
          <p:nvPr/>
        </p:nvSpPr>
        <p:spPr>
          <a:xfrm>
            <a:off x="1998318" y="3349171"/>
            <a:ext cx="8179483" cy="1169551"/>
          </a:xfrm>
          <a:prstGeom prst="rect">
            <a:avLst/>
          </a:prstGeom>
          <a:solidFill>
            <a:schemeClr val="accent6">
              <a:lumMod val="60000"/>
              <a:lumOff val="40000"/>
            </a:schemeClr>
          </a:solidFill>
          <a:ln w="38100">
            <a:solidFill>
              <a:schemeClr val="tx1"/>
            </a:solidFill>
          </a:ln>
        </p:spPr>
        <p:txBody>
          <a:bodyPr wrap="square" rtlCol="0">
            <a:spAutoFit/>
          </a:bodyPr>
          <a:lstStyle/>
          <a:p>
            <a:r>
              <a:rPr lang="ko-KR" altLang="en-US" sz="3500" b="1" dirty="0">
                <a:latin typeface="+mj-ea"/>
                <a:ea typeface="+mj-ea"/>
              </a:rPr>
              <a:t>결과는 예상과 달리</a:t>
            </a:r>
            <a:r>
              <a:rPr lang="en-US" altLang="ko-KR" sz="3500" b="1" dirty="0">
                <a:latin typeface="+mj-ea"/>
                <a:ea typeface="+mj-ea"/>
              </a:rPr>
              <a:t>, </a:t>
            </a:r>
            <a:r>
              <a:rPr lang="ko-KR" altLang="en-US" sz="3500" b="1" dirty="0" err="1">
                <a:latin typeface="+mj-ea"/>
                <a:ea typeface="+mj-ea"/>
              </a:rPr>
              <a:t>제공량에</a:t>
            </a:r>
            <a:r>
              <a:rPr lang="ko-KR" altLang="en-US" sz="3500" b="1" dirty="0">
                <a:latin typeface="+mj-ea"/>
                <a:ea typeface="+mj-ea"/>
              </a:rPr>
              <a:t> 단조로운 비례 관계를 보이지 않았다</a:t>
            </a:r>
            <a:r>
              <a:rPr lang="en-US" altLang="ko-KR" sz="3500" b="1" dirty="0">
                <a:latin typeface="+mj-ea"/>
                <a:ea typeface="+mj-ea"/>
              </a:rPr>
              <a:t>.</a:t>
            </a:r>
            <a:endParaRPr lang="ko-KR" altLang="en-US" sz="3500" b="1" dirty="0">
              <a:latin typeface="+mj-ea"/>
              <a:ea typeface="+mj-ea"/>
            </a:endParaRPr>
          </a:p>
        </p:txBody>
      </p:sp>
      <p:sp>
        <p:nvSpPr>
          <p:cNvPr id="26" name="TextBox 25">
            <a:extLst>
              <a:ext uri="{FF2B5EF4-FFF2-40B4-BE49-F238E27FC236}">
                <a16:creationId xmlns:a16="http://schemas.microsoft.com/office/drawing/2014/main" id="{D7A4F68F-1587-E35C-5555-9ADA4BA8BB68}"/>
              </a:ext>
            </a:extLst>
          </p:cNvPr>
          <p:cNvSpPr txBox="1"/>
          <p:nvPr/>
        </p:nvSpPr>
        <p:spPr>
          <a:xfrm>
            <a:off x="4863801" y="919908"/>
            <a:ext cx="2420856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ko-KR" altLang="en-US" dirty="0"/>
              <a:t>독립 </a:t>
            </a:r>
            <a:r>
              <a:rPr lang="ko-KR" altLang="en-US" dirty="0" err="1"/>
              <a:t>시드</a:t>
            </a:r>
            <a:r>
              <a:rPr lang="ko-KR" altLang="en-US" dirty="0"/>
              <a:t> 실험의 결과</a:t>
            </a:r>
          </a:p>
        </p:txBody>
      </p:sp>
    </p:spTree>
    <p:extLst>
      <p:ext uri="{BB962C8B-B14F-4D97-AF65-F5344CB8AC3E}">
        <p14:creationId xmlns:p14="http://schemas.microsoft.com/office/powerpoint/2010/main" val="3266713817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500"/>
                                        <p:tgtEl>
                                          <p:spTgt spid="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8" fill="hold">
                            <p:stCondLst>
                              <p:cond delay="500"/>
                            </p:stCondLst>
                            <p:childTnLst>
                              <p:par>
                                <p:cTn id="9" presetID="10" presetClass="entr" presetSubtype="0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1" dur="100"/>
                                        <p:tgtEl>
                                          <p:spTgt spid="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2" fill="hold">
                            <p:stCondLst>
                              <p:cond delay="600"/>
                            </p:stCondLst>
                            <p:childTnLst>
                              <p:par>
                                <p:cTn id="13" presetID="10" presetClass="entr" presetSubtype="0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5" dur="100"/>
                                        <p:tgtEl>
                                          <p:spTgt spid="1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6" fill="hold">
                            <p:stCondLst>
                              <p:cond delay="700"/>
                            </p:stCondLst>
                            <p:childTnLst>
                              <p:par>
                                <p:cTn id="17" presetID="10" presetClass="entr" presetSubtype="0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9" dur="10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20" fill="hold">
                            <p:stCondLst>
                              <p:cond delay="800"/>
                            </p:stCondLst>
                            <p:childTnLst>
                              <p:par>
                                <p:cTn id="21" presetID="10" presetClass="entr" presetSubtype="0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3" dur="10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24" fill="hold">
                            <p:stCondLst>
                              <p:cond delay="900"/>
                            </p:stCondLst>
                            <p:childTnLst>
                              <p:par>
                                <p:cTn id="25" presetID="10" presetClass="entr" presetSubtype="0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1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28" fill="hold">
                            <p:stCondLst>
                              <p:cond delay="1000"/>
                            </p:stCondLst>
                            <p:childTnLst>
                              <p:par>
                                <p:cTn id="29" presetID="10" presetClass="entr" presetSubtype="0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1" dur="10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32" fill="hold">
                            <p:stCondLst>
                              <p:cond delay="1100"/>
                            </p:stCondLst>
                            <p:childTnLst>
                              <p:par>
                                <p:cTn id="33" presetID="10" presetClass="entr" presetSubtype="0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5" dur="10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36" fill="hold">
                            <p:stCondLst>
                              <p:cond delay="1300"/>
                            </p:stCondLst>
                            <p:childTnLst>
                              <p:par>
                                <p:cTn id="37" presetID="10" presetClass="entr" presetSubtype="0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9" dur="1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40" fill="hold">
                            <p:stCondLst>
                              <p:cond delay="1400"/>
                            </p:stCondLst>
                            <p:childTnLst>
                              <p:par>
                                <p:cTn id="41" presetID="10" presetClass="entr" presetSubtype="0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3" dur="1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44" fill="hold">
                            <p:stCondLst>
                              <p:cond delay="1500"/>
                            </p:stCondLst>
                            <p:childTnLst>
                              <p:par>
                                <p:cTn id="45" presetID="10" presetClass="entr" presetSubtype="0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1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50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5" grpId="0" animBg="1"/>
    </p:bldLst>
  </p:timing>
</p:sld>
</file>

<file path=ppt/slides/slide4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9A31AFD0-836C-90C0-2209-A85229DC44B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7" name="그림 16">
            <a:extLst>
              <a:ext uri="{FF2B5EF4-FFF2-40B4-BE49-F238E27FC236}">
                <a16:creationId xmlns:a16="http://schemas.microsoft.com/office/drawing/2014/main" id="{DD6B66B5-337D-083D-510F-0BD772C07549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7714" t="9947" r="38571" b="5600"/>
          <a:stretch>
            <a:fillRect/>
          </a:stretch>
        </p:blipFill>
        <p:spPr>
          <a:xfrm>
            <a:off x="8191500" y="1712686"/>
            <a:ext cx="3638737" cy="3432628"/>
          </a:xfrm>
          <a:custGeom>
            <a:avLst/>
            <a:gdLst>
              <a:gd name="csX0" fmla="*/ 0 w 6139543"/>
              <a:gd name="csY0" fmla="*/ 0 h 5791781"/>
              <a:gd name="csX1" fmla="*/ 6139543 w 6139543"/>
              <a:gd name="csY1" fmla="*/ 0 h 5791781"/>
              <a:gd name="csX2" fmla="*/ 6139543 w 6139543"/>
              <a:gd name="csY2" fmla="*/ 5791781 h 5791781"/>
              <a:gd name="csX3" fmla="*/ 0 w 6139543"/>
              <a:gd name="csY3" fmla="*/ 5791781 h 5791781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</a:cxnLst>
            <a:rect l="l" t="t" r="r" b="b"/>
            <a:pathLst>
              <a:path w="6139543" h="5791781">
                <a:moveTo>
                  <a:pt x="0" y="0"/>
                </a:moveTo>
                <a:lnTo>
                  <a:pt x="6139543" y="0"/>
                </a:lnTo>
                <a:lnTo>
                  <a:pt x="6139543" y="5791781"/>
                </a:lnTo>
                <a:lnTo>
                  <a:pt x="0" y="5791781"/>
                </a:lnTo>
                <a:close/>
              </a:path>
            </a:pathLst>
          </a:custGeom>
        </p:spPr>
      </p:pic>
      <p:pic>
        <p:nvPicPr>
          <p:cNvPr id="11" name="그림 10">
            <a:extLst>
              <a:ext uri="{FF2B5EF4-FFF2-40B4-BE49-F238E27FC236}">
                <a16:creationId xmlns:a16="http://schemas.microsoft.com/office/drawing/2014/main" id="{07950132-8B4C-2CFA-087E-975A8A84C655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7714" t="9947" r="38571" b="5600"/>
          <a:stretch>
            <a:fillRect/>
          </a:stretch>
        </p:blipFill>
        <p:spPr>
          <a:xfrm>
            <a:off x="4276631" y="1712686"/>
            <a:ext cx="3638737" cy="3432628"/>
          </a:xfrm>
          <a:custGeom>
            <a:avLst/>
            <a:gdLst>
              <a:gd name="csX0" fmla="*/ 0 w 6139543"/>
              <a:gd name="csY0" fmla="*/ 0 h 5791781"/>
              <a:gd name="csX1" fmla="*/ 6139543 w 6139543"/>
              <a:gd name="csY1" fmla="*/ 0 h 5791781"/>
              <a:gd name="csX2" fmla="*/ 6139543 w 6139543"/>
              <a:gd name="csY2" fmla="*/ 5791781 h 5791781"/>
              <a:gd name="csX3" fmla="*/ 0 w 6139543"/>
              <a:gd name="csY3" fmla="*/ 5791781 h 5791781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</a:cxnLst>
            <a:rect l="l" t="t" r="r" b="b"/>
            <a:pathLst>
              <a:path w="6139543" h="5791781">
                <a:moveTo>
                  <a:pt x="0" y="0"/>
                </a:moveTo>
                <a:lnTo>
                  <a:pt x="6139543" y="0"/>
                </a:lnTo>
                <a:lnTo>
                  <a:pt x="6139543" y="5791781"/>
                </a:lnTo>
                <a:lnTo>
                  <a:pt x="0" y="5791781"/>
                </a:lnTo>
                <a:close/>
              </a:path>
            </a:pathLst>
          </a:custGeom>
        </p:spPr>
      </p:pic>
      <p:pic>
        <p:nvPicPr>
          <p:cNvPr id="6" name="그림 5">
            <a:extLst>
              <a:ext uri="{FF2B5EF4-FFF2-40B4-BE49-F238E27FC236}">
                <a16:creationId xmlns:a16="http://schemas.microsoft.com/office/drawing/2014/main" id="{B089CD26-4AB7-AC42-58D2-B82F426D2707}"/>
              </a:ext>
            </a:extLst>
          </p:cNvPr>
          <p:cNvPicPr>
            <a:picLocks noChangeAspect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7714" t="9947" r="38571" b="5600"/>
          <a:stretch>
            <a:fillRect/>
          </a:stretch>
        </p:blipFill>
        <p:spPr>
          <a:xfrm>
            <a:off x="361763" y="1712686"/>
            <a:ext cx="3638737" cy="3432628"/>
          </a:xfrm>
          <a:custGeom>
            <a:avLst/>
            <a:gdLst>
              <a:gd name="csX0" fmla="*/ 0 w 6139543"/>
              <a:gd name="csY0" fmla="*/ 0 h 5791781"/>
              <a:gd name="csX1" fmla="*/ 6139543 w 6139543"/>
              <a:gd name="csY1" fmla="*/ 0 h 5791781"/>
              <a:gd name="csX2" fmla="*/ 6139543 w 6139543"/>
              <a:gd name="csY2" fmla="*/ 5791781 h 5791781"/>
              <a:gd name="csX3" fmla="*/ 0 w 6139543"/>
              <a:gd name="csY3" fmla="*/ 5791781 h 5791781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</a:cxnLst>
            <a:rect l="l" t="t" r="r" b="b"/>
            <a:pathLst>
              <a:path w="6139543" h="5791781">
                <a:moveTo>
                  <a:pt x="0" y="0"/>
                </a:moveTo>
                <a:lnTo>
                  <a:pt x="6139543" y="0"/>
                </a:lnTo>
                <a:lnTo>
                  <a:pt x="6139543" y="5791781"/>
                </a:lnTo>
                <a:lnTo>
                  <a:pt x="0" y="5791781"/>
                </a:lnTo>
                <a:close/>
              </a:path>
            </a:pathLst>
          </a:custGeom>
        </p:spPr>
      </p:pic>
      <p:sp>
        <p:nvSpPr>
          <p:cNvPr id="18" name="TextBox 17">
            <a:extLst>
              <a:ext uri="{FF2B5EF4-FFF2-40B4-BE49-F238E27FC236}">
                <a16:creationId xmlns:a16="http://schemas.microsoft.com/office/drawing/2014/main" id="{3FB7C1D1-E768-BA78-B92D-E959411E1E2B}"/>
              </a:ext>
            </a:extLst>
          </p:cNvPr>
          <p:cNvSpPr txBox="1"/>
          <p:nvPr/>
        </p:nvSpPr>
        <p:spPr>
          <a:xfrm>
            <a:off x="1349828" y="5239657"/>
            <a:ext cx="1391728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ko-KR" altLang="en-US" dirty="0"/>
              <a:t>최고 케이스</a:t>
            </a:r>
          </a:p>
        </p:txBody>
      </p:sp>
      <p:sp>
        <p:nvSpPr>
          <p:cNvPr id="19" name="TextBox 18">
            <a:extLst>
              <a:ext uri="{FF2B5EF4-FFF2-40B4-BE49-F238E27FC236}">
                <a16:creationId xmlns:a16="http://schemas.microsoft.com/office/drawing/2014/main" id="{3D40104A-972B-B6EB-B6A7-13B31F5B2B42}"/>
              </a:ext>
            </a:extLst>
          </p:cNvPr>
          <p:cNvSpPr txBox="1"/>
          <p:nvPr/>
        </p:nvSpPr>
        <p:spPr>
          <a:xfrm>
            <a:off x="5284719" y="5239657"/>
            <a:ext cx="1622560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ko-KR" altLang="en-US" dirty="0"/>
              <a:t>중앙값 케이스</a:t>
            </a:r>
          </a:p>
        </p:txBody>
      </p:sp>
      <p:sp>
        <p:nvSpPr>
          <p:cNvPr id="20" name="TextBox 19">
            <a:extLst>
              <a:ext uri="{FF2B5EF4-FFF2-40B4-BE49-F238E27FC236}">
                <a16:creationId xmlns:a16="http://schemas.microsoft.com/office/drawing/2014/main" id="{05ACB184-4CC8-C560-56E1-EDB4B9877E93}"/>
              </a:ext>
            </a:extLst>
          </p:cNvPr>
          <p:cNvSpPr txBox="1"/>
          <p:nvPr/>
        </p:nvSpPr>
        <p:spPr>
          <a:xfrm>
            <a:off x="9315004" y="5239657"/>
            <a:ext cx="1391728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ko-KR" altLang="en-US"/>
              <a:t>최악 </a:t>
            </a:r>
            <a:r>
              <a:rPr lang="ko-KR" altLang="en-US" dirty="0"/>
              <a:t>케이스</a:t>
            </a:r>
          </a:p>
        </p:txBody>
      </p:sp>
      <p:sp>
        <p:nvSpPr>
          <p:cNvPr id="21" name="TextBox 20">
            <a:extLst>
              <a:ext uri="{FF2B5EF4-FFF2-40B4-BE49-F238E27FC236}">
                <a16:creationId xmlns:a16="http://schemas.microsoft.com/office/drawing/2014/main" id="{EAC599D1-4840-B3A0-8BAB-6F1B641BB676}"/>
              </a:ext>
            </a:extLst>
          </p:cNvPr>
          <p:cNvSpPr txBox="1"/>
          <p:nvPr/>
        </p:nvSpPr>
        <p:spPr>
          <a:xfrm>
            <a:off x="1349828" y="5561301"/>
            <a:ext cx="1287532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ko-KR" altLang="en-US" dirty="0"/>
              <a:t>오차</a:t>
            </a:r>
            <a:r>
              <a:rPr lang="en-US" altLang="ko-KR" dirty="0"/>
              <a:t>: 0.324</a:t>
            </a:r>
            <a:endParaRPr lang="ko-KR" altLang="en-US" dirty="0"/>
          </a:p>
        </p:txBody>
      </p:sp>
      <p:sp>
        <p:nvSpPr>
          <p:cNvPr id="22" name="TextBox 21">
            <a:extLst>
              <a:ext uri="{FF2B5EF4-FFF2-40B4-BE49-F238E27FC236}">
                <a16:creationId xmlns:a16="http://schemas.microsoft.com/office/drawing/2014/main" id="{DA07C00A-5015-0DB0-232C-0D4F45C650C4}"/>
              </a:ext>
            </a:extLst>
          </p:cNvPr>
          <p:cNvSpPr txBox="1"/>
          <p:nvPr/>
        </p:nvSpPr>
        <p:spPr>
          <a:xfrm>
            <a:off x="5284719" y="5561301"/>
            <a:ext cx="1287532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ko-KR" altLang="en-US" dirty="0"/>
              <a:t>오차</a:t>
            </a:r>
            <a:r>
              <a:rPr lang="en-US" altLang="ko-KR" dirty="0"/>
              <a:t>: 0.703</a:t>
            </a:r>
            <a:endParaRPr lang="ko-KR" altLang="en-US" dirty="0"/>
          </a:p>
        </p:txBody>
      </p:sp>
      <p:sp>
        <p:nvSpPr>
          <p:cNvPr id="23" name="TextBox 22">
            <a:extLst>
              <a:ext uri="{FF2B5EF4-FFF2-40B4-BE49-F238E27FC236}">
                <a16:creationId xmlns:a16="http://schemas.microsoft.com/office/drawing/2014/main" id="{7EDB43B6-C660-38E3-BA32-9785516B9FB1}"/>
              </a:ext>
            </a:extLst>
          </p:cNvPr>
          <p:cNvSpPr txBox="1"/>
          <p:nvPr/>
        </p:nvSpPr>
        <p:spPr>
          <a:xfrm>
            <a:off x="9315004" y="5565978"/>
            <a:ext cx="1287532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ko-KR" altLang="en-US" dirty="0"/>
              <a:t>오차</a:t>
            </a:r>
            <a:r>
              <a:rPr lang="en-US" altLang="ko-KR" dirty="0"/>
              <a:t>: 1.765</a:t>
            </a:r>
            <a:endParaRPr lang="ko-KR" altLang="en-US" dirty="0"/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4" name="TextBox 3">
                <a:extLst>
                  <a:ext uri="{FF2B5EF4-FFF2-40B4-BE49-F238E27FC236}">
                    <a16:creationId xmlns:a16="http://schemas.microsoft.com/office/drawing/2014/main" id="{03859855-6CDD-C7AE-6B6F-B5F46C2A1C49}"/>
                  </a:ext>
                </a:extLst>
              </p:cNvPr>
              <p:cNvSpPr txBox="1"/>
              <p:nvPr/>
            </p:nvSpPr>
            <p:spPr>
              <a:xfrm>
                <a:off x="658368" y="384048"/>
                <a:ext cx="8190512" cy="523220"/>
              </a:xfrm>
              <a:prstGeom prst="rect">
                <a:avLst/>
              </a:prstGeom>
              <a:noFill/>
            </p:spPr>
            <p:txBody>
              <a:bodyPr wrap="none">
                <a:spAutoFit/>
              </a:bodyPr>
              <a:lstStyle/>
              <a:p>
                <a:pPr lvl="0" defTabSz="457200" latinLnBrk="0">
                  <a:defRPr sz="2800" b="1">
                    <a:solidFill>
                      <a:srgbClr val="18233A"/>
                    </a:solidFill>
                  </a:defRPr>
                </a:pPr>
                <a:r>
                  <a:rPr lang="en-US" altLang="ko-KR" sz="2800" b="1" noProof="0" dirty="0">
                    <a:solidFill>
                      <a:srgbClr val="18233A"/>
                    </a:solidFill>
                    <a:latin typeface="+mj-ea"/>
                    <a:ea typeface="+mj-ea"/>
                  </a:rPr>
                  <a:t>4. </a:t>
                </a:r>
                <a:r>
                  <a:rPr lang="ko-KR" altLang="en-US" sz="2800" b="1" noProof="0" dirty="0">
                    <a:solidFill>
                      <a:srgbClr val="18233A"/>
                    </a:solidFill>
                    <a:latin typeface="+mj-ea"/>
                    <a:ea typeface="+mj-ea"/>
                  </a:rPr>
                  <a:t>결과 해석</a:t>
                </a:r>
                <a:r>
                  <a:rPr lang="en-US" altLang="ko-KR" sz="2800" b="1" noProof="0" dirty="0">
                    <a:solidFill>
                      <a:srgbClr val="18233A"/>
                    </a:solidFill>
                    <a:latin typeface="+mj-ea"/>
                    <a:ea typeface="+mj-ea"/>
                  </a:rPr>
                  <a:t>-2)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ko-KR" altLang="en-US" sz="2800" b="1" i="1">
                            <a:solidFill>
                              <a:srgbClr val="18233A"/>
                            </a:solidFill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ko-KR" altLang="en-US" sz="2800" b="1" i="1">
                            <a:solidFill>
                              <a:srgbClr val="18233A"/>
                            </a:solidFill>
                            <a:latin typeface="Cambria Math" panose="02040503050406030204" pitchFamily="18" charset="0"/>
                          </a:rPr>
                          <m:t>𝒈</m:t>
                        </m:r>
                      </m:e>
                      <m:sub>
                        <m:r>
                          <a:rPr lang="en-US" altLang="ko-KR" sz="2800" b="1" i="1">
                            <a:solidFill>
                              <a:srgbClr val="18233A"/>
                            </a:solidFill>
                            <a:latin typeface="Cambria Math" panose="02040503050406030204" pitchFamily="18" charset="0"/>
                          </a:rPr>
                          <m:t>𝟎𝟓</m:t>
                        </m:r>
                      </m:sub>
                    </m:sSub>
                  </m:oMath>
                </a14:m>
                <a:r>
                  <a:rPr lang="ko-KR" altLang="en-US" sz="2800" b="1" dirty="0">
                    <a:solidFill>
                      <a:srgbClr val="18233A"/>
                    </a:solidFill>
                    <a:latin typeface="+mj-ea"/>
                  </a:rPr>
                  <a:t> </a:t>
                </a:r>
                <a:r>
                  <a:rPr lang="en-US" altLang="ko-KR" sz="2800" b="1" dirty="0">
                    <a:solidFill>
                      <a:srgbClr val="18233A"/>
                    </a:solidFill>
                    <a:latin typeface="+mj-ea"/>
                  </a:rPr>
                  <a:t>10%</a:t>
                </a:r>
                <a:r>
                  <a:rPr lang="ko-KR" altLang="en-US" sz="2800" b="1" dirty="0">
                    <a:solidFill>
                      <a:srgbClr val="18233A"/>
                    </a:solidFill>
                    <a:latin typeface="+mj-ea"/>
                  </a:rPr>
                  <a:t>만으로도 복원 오차 감소</a:t>
                </a:r>
                <a:endParaRPr kumimoji="0" sz="2800" b="1" i="0" u="none" strike="noStrike" kern="1200" cap="none" spc="0" normalizeH="0" baseline="0" noProof="0" dirty="0">
                  <a:ln>
                    <a:noFill/>
                  </a:ln>
                  <a:solidFill>
                    <a:srgbClr val="18233A"/>
                  </a:solidFill>
                  <a:effectLst/>
                  <a:uLnTx/>
                  <a:uFillTx/>
                  <a:latin typeface="+mj-ea"/>
                  <a:ea typeface="+mj-ea"/>
                </a:endParaRPr>
              </a:p>
            </p:txBody>
          </p:sp>
        </mc:Choice>
        <mc:Fallback>
          <p:sp>
            <p:nvSpPr>
              <p:cNvPr id="4" name="TextBox 3">
                <a:extLst>
                  <a:ext uri="{FF2B5EF4-FFF2-40B4-BE49-F238E27FC236}">
                    <a16:creationId xmlns:a16="http://schemas.microsoft.com/office/drawing/2014/main" id="{03859855-6CDD-C7AE-6B6F-B5F46C2A1C49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658368" y="384048"/>
                <a:ext cx="8190512" cy="523220"/>
              </a:xfrm>
              <a:prstGeom prst="rect">
                <a:avLst/>
              </a:prstGeom>
              <a:blipFill>
                <a:blip r:embed="rId5"/>
                <a:stretch>
                  <a:fillRect l="-1488" t="-11628" r="-446" b="-31395"/>
                </a:stretch>
              </a:blipFill>
            </p:spPr>
            <p:txBody>
              <a:bodyPr/>
              <a:lstStyle/>
              <a:p>
                <a:r>
                  <a:rPr lang="ko-KR" altLang="en-US">
                    <a:noFill/>
                  </a:rPr>
                  <a:t> </a:t>
                </a:r>
              </a:p>
            </p:txBody>
          </p:sp>
        </mc:Fallback>
      </mc:AlternateContent>
    </p:spTree>
    <p:extLst>
      <p:ext uri="{BB962C8B-B14F-4D97-AF65-F5344CB8AC3E}">
        <p14:creationId xmlns:p14="http://schemas.microsoft.com/office/powerpoint/2010/main" val="677424400"/>
      </p:ext>
    </p:extLst>
  </p:cSld>
  <p:clrMapOvr>
    <a:masterClrMapping/>
  </p:clrMapOvr>
</p:sld>
</file>

<file path=ppt/slides/slide4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3827251034"/>
      </p:ext>
    </p:extLst>
  </p:cSld>
  <p:clrMapOvr>
    <a:masterClrMapping/>
  </p:clrMapOvr>
</p:sld>
</file>

<file path=ppt/slides/slide4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8F9FC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9425F3F8-E48C-53B9-B86B-4B9927BE9B9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1" name="TextBox 50">
            <a:extLst>
              <a:ext uri="{FF2B5EF4-FFF2-40B4-BE49-F238E27FC236}">
                <a16:creationId xmlns:a16="http://schemas.microsoft.com/office/drawing/2014/main" id="{9A5E9731-4A82-3444-B26C-B3BEF85F13C3}"/>
              </a:ext>
            </a:extLst>
          </p:cNvPr>
          <p:cNvSpPr txBox="1"/>
          <p:nvPr/>
        </p:nvSpPr>
        <p:spPr>
          <a:xfrm>
            <a:off x="2026515" y="5501116"/>
            <a:ext cx="8393644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ko-KR" altLang="en-US" dirty="0" err="1">
                <a:solidFill>
                  <a:srgbClr val="F8F9FC"/>
                </a:solidFill>
              </a:rPr>
              <a:t>로런츠</a:t>
            </a:r>
            <a:r>
              <a:rPr lang="ko-KR" altLang="en-US" dirty="0">
                <a:solidFill>
                  <a:srgbClr val="F8F9FC"/>
                </a:solidFill>
              </a:rPr>
              <a:t> </a:t>
            </a:r>
            <a:r>
              <a:rPr lang="ko-KR" altLang="en-US" dirty="0" err="1">
                <a:solidFill>
                  <a:srgbClr val="F8F9FC"/>
                </a:solidFill>
              </a:rPr>
              <a:t>계량텐서</a:t>
            </a:r>
            <a:r>
              <a:rPr lang="en-US" altLang="ko-KR" dirty="0">
                <a:solidFill>
                  <a:srgbClr val="F8F9FC"/>
                </a:solidFill>
              </a:rPr>
              <a:t>: </a:t>
            </a:r>
            <a:r>
              <a:rPr lang="ko-KR" altLang="en-US" dirty="0">
                <a:solidFill>
                  <a:srgbClr val="F8F9FC"/>
                </a:solidFill>
              </a:rPr>
              <a:t>시간 방향 하나가 공간 방향들과 다른 부호를 가지는 </a:t>
            </a:r>
            <a:r>
              <a:rPr lang="ko-KR" altLang="en-US" dirty="0" err="1">
                <a:solidFill>
                  <a:srgbClr val="F8F9FC"/>
                </a:solidFill>
              </a:rPr>
              <a:t>계량텐서</a:t>
            </a:r>
            <a:endParaRPr lang="ko-KR" altLang="en-US" dirty="0">
              <a:solidFill>
                <a:srgbClr val="F8F9FC"/>
              </a:solidFill>
            </a:endParaRPr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97ECB08E-8CB8-E2E4-424A-9DEF6569BB18}"/>
              </a:ext>
            </a:extLst>
          </p:cNvPr>
          <p:cNvSpPr txBox="1"/>
          <p:nvPr/>
        </p:nvSpPr>
        <p:spPr>
          <a:xfrm>
            <a:off x="658368" y="384048"/>
            <a:ext cx="1297150" cy="5232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marL="0" marR="0" lvl="0" indent="0" algn="l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 sz="2800" b="1">
                <a:solidFill>
                  <a:srgbClr val="18233A"/>
                </a:solidFill>
              </a:defRPr>
            </a:pPr>
            <a:r>
              <a:rPr kumimoji="0" lang="en-US" sz="2800" b="1" i="0" u="none" strike="noStrike" kern="1200" cap="none" spc="0" normalizeH="0" baseline="0" noProof="0" dirty="0">
                <a:ln>
                  <a:noFill/>
                </a:ln>
                <a:solidFill>
                  <a:srgbClr val="18233A"/>
                </a:solidFill>
                <a:effectLst/>
                <a:uLnTx/>
                <a:uFillTx/>
                <a:latin typeface="Calibri"/>
                <a:ea typeface="+mn-ea"/>
                <a:cs typeface="+mn-cs"/>
              </a:rPr>
              <a:t>KK</a:t>
            </a:r>
            <a:r>
              <a:rPr kumimoji="0" lang="ko-KR" altLang="en-US" sz="2800" b="1" i="0" u="none" strike="noStrike" kern="1200" cap="none" spc="0" normalizeH="0" baseline="0" noProof="0" dirty="0">
                <a:ln>
                  <a:noFill/>
                </a:ln>
                <a:solidFill>
                  <a:srgbClr val="18233A"/>
                </a:solidFill>
                <a:effectLst/>
                <a:uLnTx/>
                <a:uFillTx/>
                <a:latin typeface="Calibri"/>
                <a:ea typeface="+mn-ea"/>
                <a:cs typeface="+mn-cs"/>
              </a:rPr>
              <a:t>계량</a:t>
            </a:r>
            <a:endParaRPr kumimoji="0" sz="2800" b="1" i="0" u="none" strike="noStrike" kern="1200" cap="none" spc="0" normalizeH="0" baseline="0" noProof="0" dirty="0">
              <a:ln>
                <a:noFill/>
              </a:ln>
              <a:solidFill>
                <a:srgbClr val="18233A"/>
              </a:solidFill>
              <a:effectLst/>
              <a:uLnTx/>
              <a:uFillTx/>
              <a:latin typeface="Calibri"/>
              <a:ea typeface="+mn-ea"/>
              <a:cs typeface="+mn-cs"/>
            </a:endParaRP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7E2EA9DE-D405-12B4-70FF-DCE880A9B084}"/>
              </a:ext>
            </a:extLst>
          </p:cNvPr>
          <p:cNvSpPr txBox="1"/>
          <p:nvPr/>
        </p:nvSpPr>
        <p:spPr>
          <a:xfrm>
            <a:off x="676656" y="987552"/>
            <a:ext cx="1183337" cy="284693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marL="0" marR="0" lvl="0" indent="0" algn="l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 sz="1250">
                <a:solidFill>
                  <a:srgbClr val="5C6574"/>
                </a:solidFill>
              </a:defRPr>
            </a:pPr>
            <a:r>
              <a:rPr kumimoji="0" sz="1250" b="0" i="0" u="none" strike="noStrike" kern="1200" cap="none" spc="0" normalizeH="0" baseline="0" noProof="0" dirty="0" err="1">
                <a:ln>
                  <a:noFill/>
                </a:ln>
                <a:solidFill>
                  <a:srgbClr val="5C6574"/>
                </a:solidFill>
                <a:effectLst/>
                <a:uLnTx/>
                <a:uFillTx/>
                <a:latin typeface="Calibri"/>
                <a:ea typeface="+mn-ea"/>
                <a:cs typeface="+mn-cs"/>
              </a:rPr>
              <a:t>전자기</a:t>
            </a:r>
            <a:r>
              <a:rPr kumimoji="0" sz="1250" b="0" i="0" u="none" strike="noStrike" kern="1200" cap="none" spc="0" normalizeH="0" baseline="0" noProof="0" dirty="0">
                <a:ln>
                  <a:noFill/>
                </a:ln>
                <a:solidFill>
                  <a:srgbClr val="5C6574"/>
                </a:solidFill>
                <a:effectLst/>
                <a:uLnTx/>
                <a:uFillTx/>
                <a:latin typeface="Calibri"/>
                <a:ea typeface="+mn-ea"/>
                <a:cs typeface="+mn-cs"/>
              </a:rPr>
              <a:t> </a:t>
            </a:r>
            <a:r>
              <a:rPr kumimoji="0" lang="ko-KR" altLang="en-US" sz="1250" b="0" i="0" u="none" strike="noStrike" kern="1200" cap="none" spc="0" normalizeH="0" baseline="0" noProof="0" dirty="0">
                <a:ln>
                  <a:noFill/>
                </a:ln>
                <a:solidFill>
                  <a:srgbClr val="5C6574"/>
                </a:solidFill>
                <a:effectLst/>
                <a:uLnTx/>
                <a:uFillTx/>
                <a:latin typeface="Calibri"/>
                <a:ea typeface="+mn-ea"/>
                <a:cs typeface="+mn-cs"/>
              </a:rPr>
              <a:t>퍼텐셜</a:t>
            </a:r>
            <a:endParaRPr kumimoji="0" sz="1250" b="0" i="0" u="none" strike="noStrike" kern="1200" cap="none" spc="0" normalizeH="0" baseline="0" noProof="0" dirty="0">
              <a:ln>
                <a:noFill/>
              </a:ln>
              <a:solidFill>
                <a:srgbClr val="5C6574"/>
              </a:solidFill>
              <a:effectLst/>
              <a:uLnTx/>
              <a:uFillTx/>
              <a:latin typeface="Calibri"/>
              <a:ea typeface="+mn-ea"/>
              <a:cs typeface="+mn-cs"/>
            </a:endParaRPr>
          </a:p>
        </p:txBody>
      </p:sp>
      <p:sp>
        <p:nvSpPr>
          <p:cNvPr id="6" name="Rectangle 5">
            <a:extLst>
              <a:ext uri="{FF2B5EF4-FFF2-40B4-BE49-F238E27FC236}">
                <a16:creationId xmlns:a16="http://schemas.microsoft.com/office/drawing/2014/main" id="{0255A3DA-2F07-2FB4-A41D-D391CC451FB9}"/>
              </a:ext>
            </a:extLst>
          </p:cNvPr>
          <p:cNvSpPr/>
          <p:nvPr/>
        </p:nvSpPr>
        <p:spPr>
          <a:xfrm>
            <a:off x="676656" y="1353312"/>
            <a:ext cx="566928" cy="41148"/>
          </a:xfrm>
          <a:prstGeom prst="rect">
            <a:avLst/>
          </a:prstGeom>
          <a:solidFill>
            <a:srgbClr val="315EB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Calibri"/>
              <a:ea typeface="+mn-ea"/>
              <a:cs typeface="+mn-cs"/>
            </a:endParaRPr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470CA7B5-9EA5-3666-30A6-B6BBDDFC6064}"/>
              </a:ext>
            </a:extLst>
          </p:cNvPr>
          <p:cNvSpPr txBox="1"/>
          <p:nvPr/>
        </p:nvSpPr>
        <p:spPr>
          <a:xfrm>
            <a:off x="1325880" y="1975104"/>
            <a:ext cx="9509760" cy="4114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 sz="2200" b="1">
                <a:solidFill>
                  <a:srgbClr val="315EBE"/>
                </a:solidFill>
                <a:latin typeface="Cambria Math"/>
              </a:defRPr>
            </a:pPr>
            <a:r>
              <a:rPr kumimoji="0" sz="2200" b="1" i="0" u="none" strike="noStrike" kern="1200" cap="none" spc="0" normalizeH="0" baseline="0" noProof="0" dirty="0">
                <a:ln>
                  <a:noFill/>
                </a:ln>
                <a:solidFill>
                  <a:srgbClr val="315EBE"/>
                </a:solidFill>
                <a:effectLst/>
                <a:uLnTx/>
                <a:uFillTx/>
                <a:latin typeface="Cambria Math"/>
                <a:ea typeface="+mn-ea"/>
                <a:cs typeface="+mn-cs"/>
              </a:rPr>
              <a:t>G₀₀ ∝ V²</a:t>
            </a:r>
          </a:p>
        </p:txBody>
      </p:sp>
      <p:sp>
        <p:nvSpPr>
          <p:cNvPr id="10" name="왼쪽 대괄호 9">
            <a:extLst>
              <a:ext uri="{FF2B5EF4-FFF2-40B4-BE49-F238E27FC236}">
                <a16:creationId xmlns:a16="http://schemas.microsoft.com/office/drawing/2014/main" id="{2030E6F3-1205-D133-7B4D-554FC86901A2}"/>
              </a:ext>
            </a:extLst>
          </p:cNvPr>
          <p:cNvSpPr/>
          <p:nvPr/>
        </p:nvSpPr>
        <p:spPr>
          <a:xfrm>
            <a:off x="3879613" y="1811436"/>
            <a:ext cx="263478" cy="3823455"/>
          </a:xfrm>
          <a:prstGeom prst="leftBracket">
            <a:avLst>
              <a:gd name="adj" fmla="val 161243"/>
            </a:avLst>
          </a:prstGeom>
          <a:ln>
            <a:solidFill>
              <a:schemeClr val="tx1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mc:AlternateContent xmlns:mc="http://schemas.openxmlformats.org/markup-compatibility/2006" xmlns:a14="http://schemas.microsoft.com/office/drawing/2010/main">
        <mc:Choice Requires="a14">
          <p:graphicFrame>
            <p:nvGraphicFramePr>
              <p:cNvPr id="28" name="표 27">
                <a:extLst>
                  <a:ext uri="{FF2B5EF4-FFF2-40B4-BE49-F238E27FC236}">
                    <a16:creationId xmlns:a16="http://schemas.microsoft.com/office/drawing/2014/main" id="{627F2CF0-24EA-EDEA-8B20-7F1BBE5E75C5}"/>
                  </a:ext>
                </a:extLst>
              </p:cNvPr>
              <p:cNvGraphicFramePr>
                <a:graphicFrameLocks noGrp="1"/>
              </p:cNvGraphicFramePr>
              <p:nvPr>
                <p:extLst>
                  <p:ext uri="{D42A27DB-BD31-4B8C-83A1-F6EECF244321}">
                    <p14:modId xmlns:p14="http://schemas.microsoft.com/office/powerpoint/2010/main" val="2881093390"/>
                  </p:ext>
                </p:extLst>
              </p:nvPr>
            </p:nvGraphicFramePr>
            <p:xfrm>
              <a:off x="4156696" y="1755019"/>
              <a:ext cx="3878608" cy="3888152"/>
            </p:xfrm>
            <a:graphic>
              <a:graphicData uri="http://schemas.openxmlformats.org/drawingml/2006/table">
                <a:tbl>
                  <a:tblPr firstRow="1" bandRow="1">
                    <a:tableStyleId>{5C22544A-7EE6-4342-B048-85BDC9FD1C3A}</a:tableStyleId>
                  </a:tblPr>
                  <a:tblGrid>
                    <a:gridCol w="969652">
                      <a:extLst>
                        <a:ext uri="{9D8B030D-6E8A-4147-A177-3AD203B41FA5}">
                          <a16:colId xmlns:a16="http://schemas.microsoft.com/office/drawing/2014/main" val="3210524151"/>
                        </a:ext>
                      </a:extLst>
                    </a:gridCol>
                    <a:gridCol w="969652">
                      <a:extLst>
                        <a:ext uri="{9D8B030D-6E8A-4147-A177-3AD203B41FA5}">
                          <a16:colId xmlns:a16="http://schemas.microsoft.com/office/drawing/2014/main" val="4197934473"/>
                        </a:ext>
                      </a:extLst>
                    </a:gridCol>
                    <a:gridCol w="969652">
                      <a:extLst>
                        <a:ext uri="{9D8B030D-6E8A-4147-A177-3AD203B41FA5}">
                          <a16:colId xmlns:a16="http://schemas.microsoft.com/office/drawing/2014/main" val="759925240"/>
                        </a:ext>
                      </a:extLst>
                    </a:gridCol>
                    <a:gridCol w="969652">
                      <a:extLst>
                        <a:ext uri="{9D8B030D-6E8A-4147-A177-3AD203B41FA5}">
                          <a16:colId xmlns:a16="http://schemas.microsoft.com/office/drawing/2014/main" val="4117084695"/>
                        </a:ext>
                      </a:extLst>
                    </a:gridCol>
                  </a:tblGrid>
                  <a:tr h="972038">
                    <a:tc>
                      <a:txBody>
                        <a:bodyPr/>
                        <a:lstStyle/>
                        <a:p>
                          <a:pPr marL="0" marR="0" lvl="0" indent="0" algn="l" defTabSz="914400" rtl="0" eaLnBrk="1" fontAlgn="auto" latinLnBrk="1" hangingPunct="1">
                            <a:lnSpc>
                              <a:spcPct val="100000"/>
                            </a:lnSpc>
                            <a:spcBef>
                              <a:spcPts val="0"/>
                            </a:spcBef>
                            <a:spcAft>
                              <a:spcPts val="0"/>
                            </a:spcAft>
                            <a:buClrTx/>
                            <a:buSzTx/>
                            <a:buFontTx/>
                            <a:buNone/>
                            <a:tabLst/>
                            <a:defRPr/>
                          </a:pPr>
                          <a14:m>
                            <m:oMathPara xmlns:m="http://schemas.openxmlformats.org/officeDocument/2006/math">
                              <m:oMath>
                                <m:sSub>
                                  <m:sSubPr>
                                    <m:ctrlPr>
                                      <a:rPr kumimoji="0" lang="en-US" altLang="ko-KR" sz="3000" b="0" i="1" u="none" strike="noStrike" kern="1200" cap="none" spc="0" normalizeH="0" baseline="0" noProof="0" smtClean="0">
                                        <a:ln>
                                          <a:noFill/>
                                        </a:ln>
                                        <a:solidFill>
                                          <a:prstClr val="black"/>
                                        </a:solidFill>
                                        <a:effectLst/>
                                        <a:uLnTx/>
                                        <a:uFillTx/>
                                        <a:latin typeface="Cambria Math" panose="02040503050406030204" pitchFamily="18" charset="0"/>
                                        <a:cs typeface="+mn-cs"/>
                                      </a:rPr>
                                    </m:ctrlPr>
                                  </m:sSubPr>
                                  <m:e>
                                    <m:r>
                                      <a:rPr kumimoji="0" lang="en-US" altLang="ko-KR" sz="3000" b="0" i="1" u="none" strike="noStrike" kern="1200" cap="none" spc="0" normalizeH="0" baseline="0" noProof="0" smtClean="0">
                                        <a:ln>
                                          <a:noFill/>
                                        </a:ln>
                                        <a:solidFill>
                                          <a:prstClr val="black"/>
                                        </a:solidFill>
                                        <a:effectLst/>
                                        <a:uLnTx/>
                                        <a:uFillTx/>
                                        <a:latin typeface="Cambria Math" panose="02040503050406030204" pitchFamily="18" charset="0"/>
                                        <a:cs typeface="+mn-cs"/>
                                      </a:rPr>
                                      <m:t>𝑔</m:t>
                                    </m:r>
                                  </m:e>
                                  <m:sub>
                                    <m:r>
                                      <a:rPr kumimoji="0" lang="en-US" altLang="ko-KR" sz="3000" b="0" i="1" u="none" strike="noStrike" kern="1200" cap="none" spc="0" normalizeH="0" baseline="0" noProof="0" smtClean="0">
                                        <a:ln>
                                          <a:noFill/>
                                        </a:ln>
                                        <a:solidFill>
                                          <a:prstClr val="black"/>
                                        </a:solidFill>
                                        <a:effectLst/>
                                        <a:uLnTx/>
                                        <a:uFillTx/>
                                        <a:latin typeface="Cambria Math" panose="02040503050406030204" pitchFamily="18" charset="0"/>
                                        <a:cs typeface="+mn-cs"/>
                                      </a:rPr>
                                      <m:t>11</m:t>
                                    </m:r>
                                  </m:sub>
                                </m:sSub>
                              </m:oMath>
                            </m:oMathPara>
                          </a14:m>
                          <a:endParaRPr kumimoji="0" lang="ko-KR" altLang="en-US" sz="3000" b="0" i="0" u="none" strike="noStrike" kern="1200" cap="none" spc="0" normalizeH="0" baseline="0" noProof="0" dirty="0">
                            <a:ln>
                              <a:noFill/>
                            </a:ln>
                            <a:solidFill>
                              <a:prstClr val="black"/>
                            </a:solidFill>
                            <a:effectLst/>
                            <a:uLnTx/>
                            <a:uFillTx/>
                            <a:latin typeface="+mn-lt"/>
                            <a:ea typeface="+mn-ea"/>
                            <a:cs typeface="+mn-cs"/>
                          </a:endParaRPr>
                        </a:p>
                      </a:txBody>
                      <a:tcPr marL="86950" marR="86950" marT="43475" marB="43475" anchor="ctr">
                        <a:lnL w="12700" cmpd="sng">
                          <a:noFill/>
                        </a:lnL>
                        <a:lnR w="12700" cmpd="sng">
                          <a:noFill/>
                        </a:lnR>
                        <a:lnT w="12700" cmpd="sng">
                          <a:noFill/>
                        </a:lnT>
                        <a:lnB w="38100" cmpd="sng">
                          <a:noFill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  <a:solidFill>
                          <a:srgbClr val="F8F9FC"/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pPr algn="ctr" latinLnBrk="1"/>
                          <a14:m>
                            <m:oMathPara xmlns:m="http://schemas.openxmlformats.org/officeDocument/2006/math">
                              <m:oMath>
                                <m:sSub>
                                  <m:sSubPr>
                                    <m:ctrlPr>
                                      <a:rPr kumimoji="0" lang="en-US" altLang="ko-KR" sz="3000" b="0" i="1" u="none" strike="noStrike" kern="1200" cap="none" spc="0" normalizeH="0" baseline="0" noProof="0" smtClean="0">
                                        <a:ln>
                                          <a:noFill/>
                                        </a:ln>
                                        <a:solidFill>
                                          <a:prstClr val="black"/>
                                        </a:solidFill>
                                        <a:effectLst/>
                                        <a:uLnTx/>
                                        <a:uFillTx/>
                                        <a:latin typeface="Cambria Math" panose="02040503050406030204" pitchFamily="18" charset="0"/>
                                        <a:cs typeface="+mn-cs"/>
                                      </a:rPr>
                                    </m:ctrlPr>
                                  </m:sSubPr>
                                  <m:e>
                                    <m:r>
                                      <a:rPr kumimoji="0" lang="en-US" altLang="ko-KR" sz="3000" b="0" i="1" u="none" strike="noStrike" kern="1200" cap="none" spc="0" normalizeH="0" baseline="0" noProof="0" smtClean="0">
                                        <a:ln>
                                          <a:noFill/>
                                        </a:ln>
                                        <a:solidFill>
                                          <a:prstClr val="black"/>
                                        </a:solidFill>
                                        <a:effectLst/>
                                        <a:uLnTx/>
                                        <a:uFillTx/>
                                        <a:latin typeface="Cambria Math" panose="02040503050406030204" pitchFamily="18" charset="0"/>
                                        <a:cs typeface="+mn-cs"/>
                                      </a:rPr>
                                      <m:t>𝑔</m:t>
                                    </m:r>
                                  </m:e>
                                  <m:sub>
                                    <m:r>
                                      <a:rPr kumimoji="0" lang="en-US" altLang="ko-KR" sz="3000" b="0" i="1" u="none" strike="noStrike" kern="1200" cap="none" spc="0" normalizeH="0" baseline="0" noProof="0" smtClean="0">
                                        <a:ln>
                                          <a:noFill/>
                                        </a:ln>
                                        <a:solidFill>
                                          <a:prstClr val="black"/>
                                        </a:solidFill>
                                        <a:effectLst/>
                                        <a:uLnTx/>
                                        <a:uFillTx/>
                                        <a:latin typeface="Cambria Math" panose="02040503050406030204" pitchFamily="18" charset="0"/>
                                        <a:cs typeface="+mn-cs"/>
                                      </a:rPr>
                                      <m:t>12</m:t>
                                    </m:r>
                                  </m:sub>
                                </m:sSub>
                              </m:oMath>
                            </m:oMathPara>
                          </a14:m>
                          <a:endParaRPr lang="ko-KR" altLang="en-US" sz="3000" dirty="0"/>
                        </a:p>
                      </a:txBody>
                      <a:tcPr marL="86950" marR="86950" marT="43475" marB="43475" anchor="ctr">
                        <a:lnL w="12700" cmpd="sng">
                          <a:noFill/>
                        </a:lnL>
                        <a:lnR w="12700" cmpd="sng">
                          <a:noFill/>
                        </a:lnR>
                        <a:lnT w="12700" cmpd="sng">
                          <a:noFill/>
                        </a:lnT>
                        <a:lnB w="38100" cmpd="sng">
                          <a:noFill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  <a:solidFill>
                          <a:srgbClr val="F8F9FC"/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pPr algn="ctr" latinLnBrk="1"/>
                          <a14:m>
                            <m:oMathPara xmlns:m="http://schemas.openxmlformats.org/officeDocument/2006/math">
                              <m:oMath>
                                <m:sSub>
                                  <m:sSubPr>
                                    <m:ctrlPr>
                                      <a:rPr kumimoji="0" lang="en-US" altLang="ko-KR" sz="3000" b="0" i="1" u="none" strike="noStrike" kern="1200" cap="none" spc="0" normalizeH="0" baseline="0" noProof="0" smtClean="0">
                                        <a:ln>
                                          <a:noFill/>
                                        </a:ln>
                                        <a:solidFill>
                                          <a:prstClr val="black"/>
                                        </a:solidFill>
                                        <a:effectLst/>
                                        <a:uLnTx/>
                                        <a:uFillTx/>
                                        <a:latin typeface="Cambria Math" panose="02040503050406030204" pitchFamily="18" charset="0"/>
                                        <a:cs typeface="+mn-cs"/>
                                      </a:rPr>
                                    </m:ctrlPr>
                                  </m:sSubPr>
                                  <m:e>
                                    <m:r>
                                      <a:rPr kumimoji="0" lang="en-US" altLang="ko-KR" sz="3000" b="0" i="1" u="none" strike="noStrike" kern="1200" cap="none" spc="0" normalizeH="0" baseline="0" noProof="0" smtClean="0">
                                        <a:ln>
                                          <a:noFill/>
                                        </a:ln>
                                        <a:solidFill>
                                          <a:prstClr val="black"/>
                                        </a:solidFill>
                                        <a:effectLst/>
                                        <a:uLnTx/>
                                        <a:uFillTx/>
                                        <a:latin typeface="Cambria Math" panose="02040503050406030204" pitchFamily="18" charset="0"/>
                                        <a:cs typeface="+mn-cs"/>
                                      </a:rPr>
                                      <m:t>𝑔</m:t>
                                    </m:r>
                                  </m:e>
                                  <m:sub>
                                    <m:r>
                                      <a:rPr kumimoji="0" lang="en-US" altLang="ko-KR" sz="3000" b="0" i="1" u="none" strike="noStrike" kern="1200" cap="none" spc="0" normalizeH="0" baseline="0" noProof="0" smtClean="0">
                                        <a:ln>
                                          <a:noFill/>
                                        </a:ln>
                                        <a:solidFill>
                                          <a:prstClr val="black"/>
                                        </a:solidFill>
                                        <a:effectLst/>
                                        <a:uLnTx/>
                                        <a:uFillTx/>
                                        <a:latin typeface="Cambria Math" panose="02040503050406030204" pitchFamily="18" charset="0"/>
                                        <a:cs typeface="+mn-cs"/>
                                      </a:rPr>
                                      <m:t>13</m:t>
                                    </m:r>
                                  </m:sub>
                                </m:sSub>
                              </m:oMath>
                            </m:oMathPara>
                          </a14:m>
                          <a:endParaRPr lang="ko-KR" altLang="en-US" sz="3000" dirty="0"/>
                        </a:p>
                      </a:txBody>
                      <a:tcPr marL="86950" marR="86950" marT="43475" marB="43475" anchor="ctr">
                        <a:lnL w="12700" cmpd="sng">
                          <a:noFill/>
                        </a:lnL>
                        <a:lnR w="12700" cmpd="sng">
                          <a:noFill/>
                        </a:lnR>
                        <a:lnT w="12700" cmpd="sng">
                          <a:noFill/>
                        </a:lnT>
                        <a:lnB w="38100" cmpd="sng">
                          <a:noFill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  <a:solidFill>
                          <a:srgbClr val="F8F9FC"/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pPr algn="ctr" latinLnBrk="1"/>
                          <a14:m>
                            <m:oMathPara xmlns:m="http://schemas.openxmlformats.org/officeDocument/2006/math">
                              <m:oMath>
                                <m:sSub>
                                  <m:sSubPr>
                                    <m:ctrlPr>
                                      <a:rPr kumimoji="0" lang="en-US" altLang="ko-KR" sz="3000" b="0" i="1" u="none" strike="noStrike" kern="1200" cap="none" spc="0" normalizeH="0" baseline="0" noProof="0" smtClean="0">
                                        <a:ln>
                                          <a:noFill/>
                                        </a:ln>
                                        <a:solidFill>
                                          <a:prstClr val="black"/>
                                        </a:solidFill>
                                        <a:effectLst/>
                                        <a:uLnTx/>
                                        <a:uFillTx/>
                                        <a:latin typeface="Cambria Math" panose="02040503050406030204" pitchFamily="18" charset="0"/>
                                        <a:cs typeface="+mn-cs"/>
                                      </a:rPr>
                                    </m:ctrlPr>
                                  </m:sSubPr>
                                  <m:e>
                                    <m:r>
                                      <a:rPr kumimoji="0" lang="en-US" altLang="ko-KR" sz="3000" b="0" i="1" u="none" strike="noStrike" kern="1200" cap="none" spc="0" normalizeH="0" baseline="0" noProof="0" smtClean="0">
                                        <a:ln>
                                          <a:noFill/>
                                        </a:ln>
                                        <a:solidFill>
                                          <a:prstClr val="black"/>
                                        </a:solidFill>
                                        <a:effectLst/>
                                        <a:uLnTx/>
                                        <a:uFillTx/>
                                        <a:latin typeface="Cambria Math" panose="02040503050406030204" pitchFamily="18" charset="0"/>
                                        <a:cs typeface="+mn-cs"/>
                                      </a:rPr>
                                      <m:t>𝑔</m:t>
                                    </m:r>
                                  </m:e>
                                  <m:sub>
                                    <m:r>
                                      <a:rPr kumimoji="0" lang="en-US" altLang="ko-KR" sz="3000" b="0" i="1" u="none" strike="noStrike" kern="1200" cap="none" spc="0" normalizeH="0" baseline="0" noProof="0" smtClean="0">
                                        <a:ln>
                                          <a:noFill/>
                                        </a:ln>
                                        <a:solidFill>
                                          <a:prstClr val="black"/>
                                        </a:solidFill>
                                        <a:effectLst/>
                                        <a:uLnTx/>
                                        <a:uFillTx/>
                                        <a:latin typeface="Cambria Math" panose="02040503050406030204" pitchFamily="18" charset="0"/>
                                        <a:cs typeface="+mn-cs"/>
                                      </a:rPr>
                                      <m:t>14</m:t>
                                    </m:r>
                                  </m:sub>
                                </m:sSub>
                              </m:oMath>
                            </m:oMathPara>
                          </a14:m>
                          <a:endParaRPr lang="ko-KR" altLang="en-US" sz="3000" dirty="0"/>
                        </a:p>
                      </a:txBody>
                      <a:tcPr marL="86950" marR="86950" marT="43475" marB="43475" anchor="ctr">
                        <a:lnL w="12700" cmpd="sng">
                          <a:noFill/>
                        </a:lnL>
                        <a:lnR w="12700" cmpd="sng">
                          <a:noFill/>
                        </a:lnR>
                        <a:lnT w="12700" cmpd="sng">
                          <a:noFill/>
                        </a:lnT>
                        <a:lnB w="38100" cmpd="sng">
                          <a:noFill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  <a:solidFill>
                          <a:srgbClr val="F8F9FC"/>
                        </a:solidFill>
                      </a:tcPr>
                    </a:tc>
                    <a:extLst>
                      <a:ext uri="{0D108BD9-81ED-4DB2-BD59-A6C34878D82A}">
                        <a16:rowId xmlns:a16="http://schemas.microsoft.com/office/drawing/2014/main" val="2201170507"/>
                      </a:ext>
                    </a:extLst>
                  </a:tr>
                  <a:tr h="972038">
                    <a:tc>
                      <a:txBody>
                        <a:bodyPr/>
                        <a:lstStyle/>
                        <a:p>
                          <a:pPr marL="0" marR="0" lvl="0" indent="0" algn="ctr" defTabSz="457200" rtl="0" eaLnBrk="1" fontAlgn="auto" latinLnBrk="1" hangingPunct="1">
                            <a:lnSpc>
                              <a:spcPct val="100000"/>
                            </a:lnSpc>
                            <a:spcBef>
                              <a:spcPts val="0"/>
                            </a:spcBef>
                            <a:spcAft>
                              <a:spcPts val="0"/>
                            </a:spcAft>
                            <a:buClrTx/>
                            <a:buSzTx/>
                            <a:buFontTx/>
                            <a:buNone/>
                            <a:tabLst/>
                            <a:defRPr/>
                          </a:pPr>
                          <a14:m>
                            <m:oMathPara xmlns:m="http://schemas.openxmlformats.org/officeDocument/2006/math">
                              <m:oMath>
                                <m:sSub>
                                  <m:sSubPr>
                                    <m:ctrlPr>
                                      <a:rPr kumimoji="0" lang="en-US" altLang="ko-KR" sz="3000" b="0" i="1" u="none" strike="noStrike" kern="1200" cap="none" spc="0" normalizeH="0" baseline="0" noProof="0" smtClean="0">
                                        <a:ln>
                                          <a:noFill/>
                                        </a:ln>
                                        <a:solidFill>
                                          <a:prstClr val="black"/>
                                        </a:solidFill>
                                        <a:effectLst/>
                                        <a:uLnTx/>
                                        <a:uFillTx/>
                                        <a:latin typeface="Cambria Math" panose="02040503050406030204" pitchFamily="18" charset="0"/>
                                        <a:cs typeface="+mn-cs"/>
                                      </a:rPr>
                                    </m:ctrlPr>
                                  </m:sSubPr>
                                  <m:e>
                                    <m:r>
                                      <a:rPr kumimoji="0" lang="en-US" altLang="ko-KR" sz="3000" b="0" i="1" u="none" strike="noStrike" kern="1200" cap="none" spc="0" normalizeH="0" baseline="0" noProof="0" smtClean="0">
                                        <a:ln>
                                          <a:noFill/>
                                        </a:ln>
                                        <a:solidFill>
                                          <a:prstClr val="black"/>
                                        </a:solidFill>
                                        <a:effectLst/>
                                        <a:uLnTx/>
                                        <a:uFillTx/>
                                        <a:latin typeface="Cambria Math" panose="02040503050406030204" pitchFamily="18" charset="0"/>
                                        <a:cs typeface="+mn-cs"/>
                                      </a:rPr>
                                      <m:t>𝑔</m:t>
                                    </m:r>
                                  </m:e>
                                  <m:sub>
                                    <m:r>
                                      <a:rPr kumimoji="0" lang="en-US" altLang="ko-KR" sz="3000" b="0" i="1" u="none" strike="noStrike" kern="1200" cap="none" spc="0" normalizeH="0" baseline="0" noProof="0" smtClean="0">
                                        <a:ln>
                                          <a:noFill/>
                                        </a:ln>
                                        <a:solidFill>
                                          <a:prstClr val="black"/>
                                        </a:solidFill>
                                        <a:effectLst/>
                                        <a:uLnTx/>
                                        <a:uFillTx/>
                                        <a:latin typeface="Cambria Math" panose="02040503050406030204" pitchFamily="18" charset="0"/>
                                        <a:cs typeface="+mn-cs"/>
                                      </a:rPr>
                                      <m:t>21</m:t>
                                    </m:r>
                                  </m:sub>
                                </m:sSub>
                              </m:oMath>
                            </m:oMathPara>
                          </a14:m>
                          <a:endParaRPr lang="ko-KR" altLang="en-US" sz="3000" dirty="0"/>
                        </a:p>
                      </a:txBody>
                      <a:tcPr marL="86950" marR="86950" marT="43475" marB="43475" anchor="ctr">
                        <a:lnL w="12700" cmpd="sng">
                          <a:noFill/>
                        </a:lnL>
                        <a:lnR w="12700" cmpd="sng">
                          <a:noFill/>
                        </a:lnR>
                        <a:lnT w="38100" cmpd="sng">
                          <a:noFill/>
                        </a:lnT>
                        <a:lnB w="12700" cmpd="sng">
                          <a:noFill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  <a:solidFill>
                          <a:srgbClr val="F8F9FC"/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pPr marL="0" marR="0" lvl="0" indent="0" algn="ctr" defTabSz="457200" rtl="0" eaLnBrk="1" fontAlgn="auto" latinLnBrk="1" hangingPunct="1">
                            <a:lnSpc>
                              <a:spcPct val="100000"/>
                            </a:lnSpc>
                            <a:spcBef>
                              <a:spcPts val="0"/>
                            </a:spcBef>
                            <a:spcAft>
                              <a:spcPts val="0"/>
                            </a:spcAft>
                            <a:buClrTx/>
                            <a:buSzTx/>
                            <a:buFontTx/>
                            <a:buNone/>
                            <a:tabLst/>
                            <a:defRPr/>
                          </a:pPr>
                          <a14:m>
                            <m:oMathPara xmlns:m="http://schemas.openxmlformats.org/officeDocument/2006/math">
                              <m:oMath>
                                <m:sSub>
                                  <m:sSubPr>
                                    <m:ctrlPr>
                                      <a:rPr kumimoji="0" lang="en-US" altLang="ko-KR" sz="3000" b="0" i="1" u="none" strike="noStrike" kern="1200" cap="none" spc="0" normalizeH="0" baseline="0" noProof="0" smtClean="0">
                                        <a:ln>
                                          <a:noFill/>
                                        </a:ln>
                                        <a:solidFill>
                                          <a:prstClr val="black"/>
                                        </a:solidFill>
                                        <a:effectLst/>
                                        <a:uLnTx/>
                                        <a:uFillTx/>
                                        <a:latin typeface="Cambria Math" panose="02040503050406030204" pitchFamily="18" charset="0"/>
                                        <a:cs typeface="+mn-cs"/>
                                      </a:rPr>
                                    </m:ctrlPr>
                                  </m:sSubPr>
                                  <m:e>
                                    <m:r>
                                      <a:rPr kumimoji="0" lang="en-US" altLang="ko-KR" sz="3000" b="0" i="1" u="none" strike="noStrike" kern="1200" cap="none" spc="0" normalizeH="0" baseline="0" noProof="0" smtClean="0">
                                        <a:ln>
                                          <a:noFill/>
                                        </a:ln>
                                        <a:solidFill>
                                          <a:prstClr val="black"/>
                                        </a:solidFill>
                                        <a:effectLst/>
                                        <a:uLnTx/>
                                        <a:uFillTx/>
                                        <a:latin typeface="Cambria Math" panose="02040503050406030204" pitchFamily="18" charset="0"/>
                                        <a:cs typeface="+mn-cs"/>
                                      </a:rPr>
                                      <m:t>𝑔</m:t>
                                    </m:r>
                                  </m:e>
                                  <m:sub>
                                    <m:r>
                                      <a:rPr kumimoji="0" lang="en-US" altLang="ko-KR" sz="3000" b="0" i="1" u="none" strike="noStrike" kern="1200" cap="none" spc="0" normalizeH="0" baseline="0" noProof="0" smtClean="0">
                                        <a:ln>
                                          <a:noFill/>
                                        </a:ln>
                                        <a:solidFill>
                                          <a:prstClr val="black"/>
                                        </a:solidFill>
                                        <a:effectLst/>
                                        <a:uLnTx/>
                                        <a:uFillTx/>
                                        <a:latin typeface="Cambria Math" panose="02040503050406030204" pitchFamily="18" charset="0"/>
                                        <a:cs typeface="+mn-cs"/>
                                      </a:rPr>
                                      <m:t>22</m:t>
                                    </m:r>
                                  </m:sub>
                                </m:sSub>
                              </m:oMath>
                            </m:oMathPara>
                          </a14:m>
                          <a:endParaRPr lang="ko-KR" altLang="en-US" sz="3000" dirty="0"/>
                        </a:p>
                      </a:txBody>
                      <a:tcPr marL="86950" marR="86950" marT="43475" marB="43475" anchor="ctr">
                        <a:lnL w="12700" cmpd="sng">
                          <a:noFill/>
                        </a:lnL>
                        <a:lnR w="12700" cmpd="sng">
                          <a:noFill/>
                        </a:lnR>
                        <a:lnT w="38100" cmpd="sng">
                          <a:noFill/>
                        </a:lnT>
                        <a:lnB w="12700" cmpd="sng">
                          <a:noFill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  <a:solidFill>
                          <a:srgbClr val="F8F9FC"/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pPr marL="0" marR="0" lvl="0" indent="0" algn="ctr" defTabSz="457200" rtl="0" eaLnBrk="1" fontAlgn="auto" latinLnBrk="1" hangingPunct="1">
                            <a:lnSpc>
                              <a:spcPct val="100000"/>
                            </a:lnSpc>
                            <a:spcBef>
                              <a:spcPts val="0"/>
                            </a:spcBef>
                            <a:spcAft>
                              <a:spcPts val="0"/>
                            </a:spcAft>
                            <a:buClrTx/>
                            <a:buSzTx/>
                            <a:buFontTx/>
                            <a:buNone/>
                            <a:tabLst/>
                            <a:defRPr/>
                          </a:pPr>
                          <a14:m>
                            <m:oMathPara xmlns:m="http://schemas.openxmlformats.org/officeDocument/2006/math">
                              <m:oMath>
                                <m:sSub>
                                  <m:sSubPr>
                                    <m:ctrlPr>
                                      <a:rPr kumimoji="0" lang="en-US" altLang="ko-KR" sz="3000" b="0" i="1" u="none" strike="noStrike" kern="1200" cap="none" spc="0" normalizeH="0" baseline="0" noProof="0" smtClean="0">
                                        <a:ln>
                                          <a:noFill/>
                                        </a:ln>
                                        <a:solidFill>
                                          <a:prstClr val="black"/>
                                        </a:solidFill>
                                        <a:effectLst/>
                                        <a:uLnTx/>
                                        <a:uFillTx/>
                                        <a:latin typeface="Cambria Math" panose="02040503050406030204" pitchFamily="18" charset="0"/>
                                        <a:cs typeface="+mn-cs"/>
                                      </a:rPr>
                                    </m:ctrlPr>
                                  </m:sSubPr>
                                  <m:e>
                                    <m:r>
                                      <a:rPr kumimoji="0" lang="en-US" altLang="ko-KR" sz="3000" b="0" i="1" u="none" strike="noStrike" kern="1200" cap="none" spc="0" normalizeH="0" baseline="0" noProof="0" smtClean="0">
                                        <a:ln>
                                          <a:noFill/>
                                        </a:ln>
                                        <a:solidFill>
                                          <a:prstClr val="black"/>
                                        </a:solidFill>
                                        <a:effectLst/>
                                        <a:uLnTx/>
                                        <a:uFillTx/>
                                        <a:latin typeface="Cambria Math" panose="02040503050406030204" pitchFamily="18" charset="0"/>
                                        <a:cs typeface="+mn-cs"/>
                                      </a:rPr>
                                      <m:t>𝑔</m:t>
                                    </m:r>
                                  </m:e>
                                  <m:sub>
                                    <m:r>
                                      <a:rPr kumimoji="0" lang="en-US" altLang="ko-KR" sz="3000" b="0" i="1" u="none" strike="noStrike" kern="1200" cap="none" spc="0" normalizeH="0" baseline="0" noProof="0" smtClean="0">
                                        <a:ln>
                                          <a:noFill/>
                                        </a:ln>
                                        <a:solidFill>
                                          <a:prstClr val="black"/>
                                        </a:solidFill>
                                        <a:effectLst/>
                                        <a:uLnTx/>
                                        <a:uFillTx/>
                                        <a:latin typeface="Cambria Math" panose="02040503050406030204" pitchFamily="18" charset="0"/>
                                        <a:cs typeface="+mn-cs"/>
                                      </a:rPr>
                                      <m:t>23</m:t>
                                    </m:r>
                                  </m:sub>
                                </m:sSub>
                              </m:oMath>
                            </m:oMathPara>
                          </a14:m>
                          <a:endParaRPr lang="ko-KR" altLang="en-US" sz="3000" dirty="0"/>
                        </a:p>
                      </a:txBody>
                      <a:tcPr marL="86950" marR="86950" marT="43475" marB="43475" anchor="ctr">
                        <a:lnL w="12700" cmpd="sng">
                          <a:noFill/>
                        </a:lnL>
                        <a:lnR w="12700" cmpd="sng">
                          <a:noFill/>
                        </a:lnR>
                        <a:lnT w="38100" cmpd="sng">
                          <a:noFill/>
                        </a:lnT>
                        <a:lnB w="12700" cmpd="sng">
                          <a:noFill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  <a:solidFill>
                          <a:srgbClr val="F8F9FC"/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pPr algn="ctr" latinLnBrk="1"/>
                          <a14:m>
                            <m:oMathPara xmlns:m="http://schemas.openxmlformats.org/officeDocument/2006/math">
                              <m:oMath>
                                <m:sSub>
                                  <m:sSubPr>
                                    <m:ctrlPr>
                                      <a:rPr kumimoji="0" lang="en-US" altLang="ko-KR" sz="3000" b="0" i="1" u="none" strike="noStrike" kern="1200" cap="none" spc="0" normalizeH="0" baseline="0" noProof="0" smtClean="0">
                                        <a:ln>
                                          <a:noFill/>
                                        </a:ln>
                                        <a:solidFill>
                                          <a:prstClr val="black"/>
                                        </a:solidFill>
                                        <a:effectLst/>
                                        <a:uLnTx/>
                                        <a:uFillTx/>
                                        <a:latin typeface="Cambria Math" panose="02040503050406030204" pitchFamily="18" charset="0"/>
                                        <a:cs typeface="+mn-cs"/>
                                      </a:rPr>
                                    </m:ctrlPr>
                                  </m:sSubPr>
                                  <m:e>
                                    <m:r>
                                      <a:rPr kumimoji="0" lang="en-US" altLang="ko-KR" sz="3000" b="0" i="1" u="none" strike="noStrike" kern="1200" cap="none" spc="0" normalizeH="0" baseline="0" noProof="0" smtClean="0">
                                        <a:ln>
                                          <a:noFill/>
                                        </a:ln>
                                        <a:solidFill>
                                          <a:prstClr val="black"/>
                                        </a:solidFill>
                                        <a:effectLst/>
                                        <a:uLnTx/>
                                        <a:uFillTx/>
                                        <a:latin typeface="Cambria Math" panose="02040503050406030204" pitchFamily="18" charset="0"/>
                                        <a:cs typeface="+mn-cs"/>
                                      </a:rPr>
                                      <m:t>𝑔</m:t>
                                    </m:r>
                                  </m:e>
                                  <m:sub>
                                    <m:r>
                                      <a:rPr kumimoji="0" lang="en-US" altLang="ko-KR" sz="3000" b="0" i="1" u="none" strike="noStrike" kern="1200" cap="none" spc="0" normalizeH="0" baseline="0" noProof="0" smtClean="0">
                                        <a:ln>
                                          <a:noFill/>
                                        </a:ln>
                                        <a:solidFill>
                                          <a:prstClr val="black"/>
                                        </a:solidFill>
                                        <a:effectLst/>
                                        <a:uLnTx/>
                                        <a:uFillTx/>
                                        <a:latin typeface="Cambria Math" panose="02040503050406030204" pitchFamily="18" charset="0"/>
                                        <a:cs typeface="+mn-cs"/>
                                      </a:rPr>
                                      <m:t>24</m:t>
                                    </m:r>
                                  </m:sub>
                                </m:sSub>
                              </m:oMath>
                            </m:oMathPara>
                          </a14:m>
                          <a:endParaRPr lang="ko-KR" altLang="en-US" sz="3000" dirty="0"/>
                        </a:p>
                      </a:txBody>
                      <a:tcPr marL="86950" marR="86950" marT="43475" marB="43475" anchor="ctr">
                        <a:lnL w="12700" cmpd="sng">
                          <a:noFill/>
                        </a:lnL>
                        <a:lnR w="12700" cmpd="sng">
                          <a:noFill/>
                        </a:lnR>
                        <a:lnT w="38100" cmpd="sng">
                          <a:noFill/>
                        </a:lnT>
                        <a:lnB w="12700" cmpd="sng">
                          <a:noFill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  <a:solidFill>
                          <a:srgbClr val="F8F9FC"/>
                        </a:solidFill>
                      </a:tcPr>
                    </a:tc>
                    <a:extLst>
                      <a:ext uri="{0D108BD9-81ED-4DB2-BD59-A6C34878D82A}">
                        <a16:rowId xmlns:a16="http://schemas.microsoft.com/office/drawing/2014/main" val="4095923781"/>
                      </a:ext>
                    </a:extLst>
                  </a:tr>
                  <a:tr h="972038">
                    <a:tc>
                      <a:txBody>
                        <a:bodyPr/>
                        <a:lstStyle/>
                        <a:p>
                          <a:pPr algn="ctr" latinLnBrk="1"/>
                          <a14:m>
                            <m:oMathPara xmlns:m="http://schemas.openxmlformats.org/officeDocument/2006/math">
                              <m:oMath>
                                <m:sSub>
                                  <m:sSubPr>
                                    <m:ctrlPr>
                                      <a:rPr kumimoji="0" lang="en-US" altLang="ko-KR" sz="3000" b="0" i="1" u="none" strike="noStrike" kern="1200" cap="none" spc="0" normalizeH="0" baseline="0" noProof="0" smtClean="0">
                                        <a:ln>
                                          <a:noFill/>
                                        </a:ln>
                                        <a:solidFill>
                                          <a:prstClr val="black"/>
                                        </a:solidFill>
                                        <a:effectLst/>
                                        <a:uLnTx/>
                                        <a:uFillTx/>
                                        <a:latin typeface="Cambria Math" panose="02040503050406030204" pitchFamily="18" charset="0"/>
                                        <a:cs typeface="+mn-cs"/>
                                      </a:rPr>
                                    </m:ctrlPr>
                                  </m:sSubPr>
                                  <m:e>
                                    <m:r>
                                      <a:rPr kumimoji="0" lang="en-US" altLang="ko-KR" sz="3000" b="0" i="1" u="none" strike="noStrike" kern="1200" cap="none" spc="0" normalizeH="0" baseline="0" noProof="0" smtClean="0">
                                        <a:ln>
                                          <a:noFill/>
                                        </a:ln>
                                        <a:solidFill>
                                          <a:prstClr val="black"/>
                                        </a:solidFill>
                                        <a:effectLst/>
                                        <a:uLnTx/>
                                        <a:uFillTx/>
                                        <a:latin typeface="Cambria Math" panose="02040503050406030204" pitchFamily="18" charset="0"/>
                                        <a:cs typeface="+mn-cs"/>
                                      </a:rPr>
                                      <m:t>𝑔</m:t>
                                    </m:r>
                                  </m:e>
                                  <m:sub>
                                    <m:r>
                                      <a:rPr kumimoji="0" lang="en-US" altLang="ko-KR" sz="3000" b="0" i="1" u="none" strike="noStrike" kern="1200" cap="none" spc="0" normalizeH="0" baseline="0" noProof="0" smtClean="0">
                                        <a:ln>
                                          <a:noFill/>
                                        </a:ln>
                                        <a:solidFill>
                                          <a:prstClr val="black"/>
                                        </a:solidFill>
                                        <a:effectLst/>
                                        <a:uLnTx/>
                                        <a:uFillTx/>
                                        <a:latin typeface="Cambria Math" panose="02040503050406030204" pitchFamily="18" charset="0"/>
                                        <a:cs typeface="+mn-cs"/>
                                      </a:rPr>
                                      <m:t>31</m:t>
                                    </m:r>
                                  </m:sub>
                                </m:sSub>
                              </m:oMath>
                            </m:oMathPara>
                          </a14:m>
                          <a:endParaRPr lang="ko-KR" altLang="en-US" sz="3000" dirty="0"/>
                        </a:p>
                      </a:txBody>
                      <a:tcPr marL="86950" marR="86950" marT="43475" marB="43475" anchor="ctr">
                        <a:lnL w="12700" cmpd="sng">
                          <a:noFill/>
                        </a:lnL>
                        <a:lnR w="12700" cmpd="sng">
                          <a:noFill/>
                        </a:lnR>
                        <a:lnT w="12700" cmpd="sng">
                          <a:noFill/>
                        </a:lnT>
                        <a:lnB w="12700" cmpd="sng">
                          <a:noFill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  <a:solidFill>
                          <a:srgbClr val="F8F9FC"/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pPr algn="ctr" latinLnBrk="1"/>
                          <a14:m>
                            <m:oMathPara xmlns:m="http://schemas.openxmlformats.org/officeDocument/2006/math">
                              <m:oMath>
                                <m:sSub>
                                  <m:sSubPr>
                                    <m:ctrlPr>
                                      <a:rPr kumimoji="0" lang="en-US" altLang="ko-KR" sz="3000" b="0" i="1" u="none" strike="noStrike" kern="1200" cap="none" spc="0" normalizeH="0" baseline="0" noProof="0" smtClean="0">
                                        <a:ln>
                                          <a:noFill/>
                                        </a:ln>
                                        <a:solidFill>
                                          <a:prstClr val="black"/>
                                        </a:solidFill>
                                        <a:effectLst/>
                                        <a:uLnTx/>
                                        <a:uFillTx/>
                                        <a:latin typeface="Cambria Math" panose="02040503050406030204" pitchFamily="18" charset="0"/>
                                        <a:cs typeface="+mn-cs"/>
                                      </a:rPr>
                                    </m:ctrlPr>
                                  </m:sSubPr>
                                  <m:e>
                                    <m:r>
                                      <a:rPr kumimoji="0" lang="en-US" altLang="ko-KR" sz="3000" b="0" i="1" u="none" strike="noStrike" kern="1200" cap="none" spc="0" normalizeH="0" baseline="0" noProof="0" smtClean="0">
                                        <a:ln>
                                          <a:noFill/>
                                        </a:ln>
                                        <a:solidFill>
                                          <a:prstClr val="black"/>
                                        </a:solidFill>
                                        <a:effectLst/>
                                        <a:uLnTx/>
                                        <a:uFillTx/>
                                        <a:latin typeface="Cambria Math" panose="02040503050406030204" pitchFamily="18" charset="0"/>
                                        <a:cs typeface="+mn-cs"/>
                                      </a:rPr>
                                      <m:t>𝑔</m:t>
                                    </m:r>
                                  </m:e>
                                  <m:sub>
                                    <m:r>
                                      <a:rPr kumimoji="0" lang="en-US" altLang="ko-KR" sz="3000" b="0" i="1" u="none" strike="noStrike" kern="1200" cap="none" spc="0" normalizeH="0" baseline="0" noProof="0" smtClean="0">
                                        <a:ln>
                                          <a:noFill/>
                                        </a:ln>
                                        <a:solidFill>
                                          <a:prstClr val="black"/>
                                        </a:solidFill>
                                        <a:effectLst/>
                                        <a:uLnTx/>
                                        <a:uFillTx/>
                                        <a:latin typeface="Cambria Math" panose="02040503050406030204" pitchFamily="18" charset="0"/>
                                        <a:cs typeface="+mn-cs"/>
                                      </a:rPr>
                                      <m:t>32</m:t>
                                    </m:r>
                                  </m:sub>
                                </m:sSub>
                              </m:oMath>
                            </m:oMathPara>
                          </a14:m>
                          <a:endParaRPr lang="ko-KR" altLang="en-US" sz="3000" dirty="0"/>
                        </a:p>
                      </a:txBody>
                      <a:tcPr marL="86950" marR="86950" marT="43475" marB="43475" anchor="ctr">
                        <a:lnL w="12700" cmpd="sng">
                          <a:noFill/>
                        </a:lnL>
                        <a:lnR w="12700" cmpd="sng">
                          <a:noFill/>
                        </a:lnR>
                        <a:lnT w="12700" cmpd="sng">
                          <a:noFill/>
                        </a:lnT>
                        <a:lnB w="12700" cmpd="sng">
                          <a:noFill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  <a:solidFill>
                          <a:srgbClr val="F8F9FC"/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pPr algn="ctr" latinLnBrk="1"/>
                          <a14:m>
                            <m:oMathPara xmlns:m="http://schemas.openxmlformats.org/officeDocument/2006/math">
                              <m:oMath>
                                <m:sSub>
                                  <m:sSubPr>
                                    <m:ctrlPr>
                                      <a:rPr kumimoji="0" lang="en-US" altLang="ko-KR" sz="3000" b="0" i="1" u="none" strike="noStrike" kern="1200" cap="none" spc="0" normalizeH="0" baseline="0" noProof="0" smtClean="0">
                                        <a:ln>
                                          <a:noFill/>
                                        </a:ln>
                                        <a:solidFill>
                                          <a:prstClr val="black"/>
                                        </a:solidFill>
                                        <a:effectLst/>
                                        <a:uLnTx/>
                                        <a:uFillTx/>
                                        <a:latin typeface="Cambria Math" panose="02040503050406030204" pitchFamily="18" charset="0"/>
                                        <a:cs typeface="+mn-cs"/>
                                      </a:rPr>
                                    </m:ctrlPr>
                                  </m:sSubPr>
                                  <m:e>
                                    <m:r>
                                      <a:rPr kumimoji="0" lang="en-US" altLang="ko-KR" sz="3000" b="0" i="1" u="none" strike="noStrike" kern="1200" cap="none" spc="0" normalizeH="0" baseline="0" noProof="0" smtClean="0">
                                        <a:ln>
                                          <a:noFill/>
                                        </a:ln>
                                        <a:solidFill>
                                          <a:prstClr val="black"/>
                                        </a:solidFill>
                                        <a:effectLst/>
                                        <a:uLnTx/>
                                        <a:uFillTx/>
                                        <a:latin typeface="Cambria Math" panose="02040503050406030204" pitchFamily="18" charset="0"/>
                                        <a:cs typeface="+mn-cs"/>
                                      </a:rPr>
                                      <m:t>𝑔</m:t>
                                    </m:r>
                                  </m:e>
                                  <m:sub>
                                    <m:r>
                                      <a:rPr kumimoji="0" lang="en-US" altLang="ko-KR" sz="3000" b="0" i="1" u="none" strike="noStrike" kern="1200" cap="none" spc="0" normalizeH="0" baseline="0" noProof="0" smtClean="0">
                                        <a:ln>
                                          <a:noFill/>
                                        </a:ln>
                                        <a:solidFill>
                                          <a:prstClr val="black"/>
                                        </a:solidFill>
                                        <a:effectLst/>
                                        <a:uLnTx/>
                                        <a:uFillTx/>
                                        <a:latin typeface="Cambria Math" panose="02040503050406030204" pitchFamily="18" charset="0"/>
                                        <a:cs typeface="+mn-cs"/>
                                      </a:rPr>
                                      <m:t>33</m:t>
                                    </m:r>
                                  </m:sub>
                                </m:sSub>
                              </m:oMath>
                            </m:oMathPara>
                          </a14:m>
                          <a:endParaRPr lang="ko-KR" altLang="en-US" sz="3000" dirty="0"/>
                        </a:p>
                      </a:txBody>
                      <a:tcPr marL="86950" marR="86950" marT="43475" marB="43475" anchor="ctr">
                        <a:lnL w="12700" cmpd="sng">
                          <a:noFill/>
                        </a:lnL>
                        <a:lnR w="12700" cmpd="sng">
                          <a:noFill/>
                        </a:lnR>
                        <a:lnT w="12700" cmpd="sng">
                          <a:noFill/>
                        </a:lnT>
                        <a:lnB w="12700" cmpd="sng">
                          <a:noFill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  <a:solidFill>
                          <a:srgbClr val="F8F9FC"/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pPr algn="ctr" latinLnBrk="1"/>
                          <a14:m>
                            <m:oMathPara xmlns:m="http://schemas.openxmlformats.org/officeDocument/2006/math">
                              <m:oMath>
                                <m:sSub>
                                  <m:sSubPr>
                                    <m:ctrlPr>
                                      <a:rPr kumimoji="0" lang="en-US" altLang="ko-KR" sz="3000" b="0" i="1" u="none" strike="noStrike" kern="1200" cap="none" spc="0" normalizeH="0" baseline="0" noProof="0" smtClean="0">
                                        <a:ln>
                                          <a:noFill/>
                                        </a:ln>
                                        <a:solidFill>
                                          <a:prstClr val="black"/>
                                        </a:solidFill>
                                        <a:effectLst/>
                                        <a:uLnTx/>
                                        <a:uFillTx/>
                                        <a:latin typeface="Cambria Math" panose="02040503050406030204" pitchFamily="18" charset="0"/>
                                        <a:cs typeface="+mn-cs"/>
                                      </a:rPr>
                                    </m:ctrlPr>
                                  </m:sSubPr>
                                  <m:e>
                                    <m:r>
                                      <a:rPr kumimoji="0" lang="en-US" altLang="ko-KR" sz="3000" b="0" i="1" u="none" strike="noStrike" kern="1200" cap="none" spc="0" normalizeH="0" baseline="0" noProof="0" smtClean="0">
                                        <a:ln>
                                          <a:noFill/>
                                        </a:ln>
                                        <a:solidFill>
                                          <a:prstClr val="black"/>
                                        </a:solidFill>
                                        <a:effectLst/>
                                        <a:uLnTx/>
                                        <a:uFillTx/>
                                        <a:latin typeface="Cambria Math" panose="02040503050406030204" pitchFamily="18" charset="0"/>
                                        <a:cs typeface="+mn-cs"/>
                                      </a:rPr>
                                      <m:t>𝑔</m:t>
                                    </m:r>
                                  </m:e>
                                  <m:sub>
                                    <m:r>
                                      <a:rPr kumimoji="0" lang="en-US" altLang="ko-KR" sz="3000" b="0" i="1" u="none" strike="noStrike" kern="1200" cap="none" spc="0" normalizeH="0" baseline="0" noProof="0" smtClean="0">
                                        <a:ln>
                                          <a:noFill/>
                                        </a:ln>
                                        <a:solidFill>
                                          <a:prstClr val="black"/>
                                        </a:solidFill>
                                        <a:effectLst/>
                                        <a:uLnTx/>
                                        <a:uFillTx/>
                                        <a:latin typeface="Cambria Math" panose="02040503050406030204" pitchFamily="18" charset="0"/>
                                        <a:cs typeface="+mn-cs"/>
                                      </a:rPr>
                                      <m:t>34</m:t>
                                    </m:r>
                                  </m:sub>
                                </m:sSub>
                              </m:oMath>
                            </m:oMathPara>
                          </a14:m>
                          <a:endParaRPr lang="ko-KR" altLang="en-US" sz="3000" dirty="0"/>
                        </a:p>
                      </a:txBody>
                      <a:tcPr marL="86950" marR="86950" marT="43475" marB="43475" anchor="ctr">
                        <a:lnL w="12700" cmpd="sng">
                          <a:noFill/>
                        </a:lnL>
                        <a:lnR w="12700" cmpd="sng">
                          <a:noFill/>
                        </a:lnR>
                        <a:lnT w="12700" cmpd="sng">
                          <a:noFill/>
                        </a:lnT>
                        <a:lnB w="12700" cmpd="sng">
                          <a:noFill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  <a:solidFill>
                          <a:srgbClr val="F8F9FC"/>
                        </a:solidFill>
                      </a:tcPr>
                    </a:tc>
                    <a:extLst>
                      <a:ext uri="{0D108BD9-81ED-4DB2-BD59-A6C34878D82A}">
                        <a16:rowId xmlns:a16="http://schemas.microsoft.com/office/drawing/2014/main" val="1698366377"/>
                      </a:ext>
                    </a:extLst>
                  </a:tr>
                  <a:tr h="972038">
                    <a:tc>
                      <a:txBody>
                        <a:bodyPr/>
                        <a:lstStyle/>
                        <a:p>
                          <a:pPr algn="ctr" latinLnBrk="1"/>
                          <a14:m>
                            <m:oMathPara xmlns:m="http://schemas.openxmlformats.org/officeDocument/2006/math">
                              <m:oMath>
                                <m:sSub>
                                  <m:sSubPr>
                                    <m:ctrlPr>
                                      <a:rPr kumimoji="0" lang="en-US" altLang="ko-KR" sz="3000" b="0" i="1" u="none" strike="noStrike" kern="1200" cap="none" spc="0" normalizeH="0" baseline="0" noProof="0" smtClean="0">
                                        <a:ln>
                                          <a:noFill/>
                                        </a:ln>
                                        <a:solidFill>
                                          <a:prstClr val="black"/>
                                        </a:solidFill>
                                        <a:effectLst/>
                                        <a:uLnTx/>
                                        <a:uFillTx/>
                                        <a:latin typeface="Cambria Math" panose="02040503050406030204" pitchFamily="18" charset="0"/>
                                        <a:cs typeface="+mn-cs"/>
                                      </a:rPr>
                                    </m:ctrlPr>
                                  </m:sSubPr>
                                  <m:e>
                                    <m:r>
                                      <a:rPr kumimoji="0" lang="en-US" altLang="ko-KR" sz="3000" b="0" i="1" u="none" strike="noStrike" kern="1200" cap="none" spc="0" normalizeH="0" baseline="0" noProof="0" smtClean="0">
                                        <a:ln>
                                          <a:noFill/>
                                        </a:ln>
                                        <a:solidFill>
                                          <a:prstClr val="black"/>
                                        </a:solidFill>
                                        <a:effectLst/>
                                        <a:uLnTx/>
                                        <a:uFillTx/>
                                        <a:latin typeface="Cambria Math" panose="02040503050406030204" pitchFamily="18" charset="0"/>
                                        <a:cs typeface="+mn-cs"/>
                                      </a:rPr>
                                      <m:t>𝑔</m:t>
                                    </m:r>
                                  </m:e>
                                  <m:sub>
                                    <m:r>
                                      <a:rPr kumimoji="0" lang="en-US" altLang="ko-KR" sz="3000" b="0" i="1" u="none" strike="noStrike" kern="1200" cap="none" spc="0" normalizeH="0" baseline="0" noProof="0" smtClean="0">
                                        <a:ln>
                                          <a:noFill/>
                                        </a:ln>
                                        <a:solidFill>
                                          <a:prstClr val="black"/>
                                        </a:solidFill>
                                        <a:effectLst/>
                                        <a:uLnTx/>
                                        <a:uFillTx/>
                                        <a:latin typeface="Cambria Math" panose="02040503050406030204" pitchFamily="18" charset="0"/>
                                        <a:cs typeface="+mn-cs"/>
                                      </a:rPr>
                                      <m:t>41</m:t>
                                    </m:r>
                                  </m:sub>
                                </m:sSub>
                              </m:oMath>
                            </m:oMathPara>
                          </a14:m>
                          <a:endParaRPr lang="ko-KR" altLang="en-US" sz="3000" dirty="0"/>
                        </a:p>
                      </a:txBody>
                      <a:tcPr marL="86950" marR="86950" marT="43475" marB="43475" anchor="ctr">
                        <a:lnL w="12700" cmpd="sng">
                          <a:noFill/>
                        </a:lnL>
                        <a:lnR w="12700" cmpd="sng">
                          <a:noFill/>
                        </a:lnR>
                        <a:lnT w="12700" cmpd="sng">
                          <a:noFill/>
                        </a:lnT>
                        <a:lnB w="12700" cmpd="sng">
                          <a:noFill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  <a:solidFill>
                          <a:srgbClr val="F8F9FC"/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pPr algn="ctr" latinLnBrk="1"/>
                          <a14:m>
                            <m:oMathPara xmlns:m="http://schemas.openxmlformats.org/officeDocument/2006/math">
                              <m:oMath>
                                <m:sSub>
                                  <m:sSubPr>
                                    <m:ctrlPr>
                                      <a:rPr kumimoji="0" lang="en-US" altLang="ko-KR" sz="3000" b="0" i="1" u="none" strike="noStrike" kern="1200" cap="none" spc="0" normalizeH="0" baseline="0" noProof="0" smtClean="0">
                                        <a:ln>
                                          <a:noFill/>
                                        </a:ln>
                                        <a:solidFill>
                                          <a:prstClr val="black"/>
                                        </a:solidFill>
                                        <a:effectLst/>
                                        <a:uLnTx/>
                                        <a:uFillTx/>
                                        <a:latin typeface="Cambria Math" panose="02040503050406030204" pitchFamily="18" charset="0"/>
                                        <a:cs typeface="+mn-cs"/>
                                      </a:rPr>
                                    </m:ctrlPr>
                                  </m:sSubPr>
                                  <m:e>
                                    <m:r>
                                      <a:rPr kumimoji="0" lang="en-US" altLang="ko-KR" sz="3000" b="0" i="1" u="none" strike="noStrike" kern="1200" cap="none" spc="0" normalizeH="0" baseline="0" noProof="0" smtClean="0">
                                        <a:ln>
                                          <a:noFill/>
                                        </a:ln>
                                        <a:solidFill>
                                          <a:prstClr val="black"/>
                                        </a:solidFill>
                                        <a:effectLst/>
                                        <a:uLnTx/>
                                        <a:uFillTx/>
                                        <a:latin typeface="Cambria Math" panose="02040503050406030204" pitchFamily="18" charset="0"/>
                                        <a:cs typeface="+mn-cs"/>
                                      </a:rPr>
                                      <m:t>𝑔</m:t>
                                    </m:r>
                                  </m:e>
                                  <m:sub>
                                    <m:r>
                                      <a:rPr kumimoji="0" lang="en-US" altLang="ko-KR" sz="3000" b="0" i="1" u="none" strike="noStrike" kern="1200" cap="none" spc="0" normalizeH="0" baseline="0" noProof="0" smtClean="0">
                                        <a:ln>
                                          <a:noFill/>
                                        </a:ln>
                                        <a:solidFill>
                                          <a:prstClr val="black"/>
                                        </a:solidFill>
                                        <a:effectLst/>
                                        <a:uLnTx/>
                                        <a:uFillTx/>
                                        <a:latin typeface="Cambria Math" panose="02040503050406030204" pitchFamily="18" charset="0"/>
                                        <a:cs typeface="+mn-cs"/>
                                      </a:rPr>
                                      <m:t>42</m:t>
                                    </m:r>
                                  </m:sub>
                                </m:sSub>
                              </m:oMath>
                            </m:oMathPara>
                          </a14:m>
                          <a:endParaRPr lang="ko-KR" altLang="en-US" sz="3000" dirty="0"/>
                        </a:p>
                      </a:txBody>
                      <a:tcPr marL="86950" marR="86950" marT="43475" marB="43475" anchor="ctr">
                        <a:lnL w="12700" cmpd="sng">
                          <a:noFill/>
                        </a:lnL>
                        <a:lnR w="12700" cmpd="sng">
                          <a:noFill/>
                        </a:lnR>
                        <a:lnT w="12700" cmpd="sng">
                          <a:noFill/>
                        </a:lnT>
                        <a:lnB w="12700" cmpd="sng">
                          <a:noFill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  <a:solidFill>
                          <a:srgbClr val="F8F9FC"/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pPr algn="ctr" latinLnBrk="1"/>
                          <a14:m>
                            <m:oMathPara xmlns:m="http://schemas.openxmlformats.org/officeDocument/2006/math">
                              <m:oMath>
                                <m:sSub>
                                  <m:sSubPr>
                                    <m:ctrlPr>
                                      <a:rPr kumimoji="0" lang="en-US" altLang="ko-KR" sz="3000" b="0" i="1" u="none" strike="noStrike" kern="1200" cap="none" spc="0" normalizeH="0" baseline="0" noProof="0" smtClean="0">
                                        <a:ln>
                                          <a:noFill/>
                                        </a:ln>
                                        <a:solidFill>
                                          <a:prstClr val="black"/>
                                        </a:solidFill>
                                        <a:effectLst/>
                                        <a:uLnTx/>
                                        <a:uFillTx/>
                                        <a:latin typeface="Cambria Math" panose="02040503050406030204" pitchFamily="18" charset="0"/>
                                        <a:cs typeface="+mn-cs"/>
                                      </a:rPr>
                                    </m:ctrlPr>
                                  </m:sSubPr>
                                  <m:e>
                                    <m:r>
                                      <a:rPr kumimoji="0" lang="en-US" altLang="ko-KR" sz="3000" b="0" i="1" u="none" strike="noStrike" kern="1200" cap="none" spc="0" normalizeH="0" baseline="0" noProof="0" smtClean="0">
                                        <a:ln>
                                          <a:noFill/>
                                        </a:ln>
                                        <a:solidFill>
                                          <a:prstClr val="black"/>
                                        </a:solidFill>
                                        <a:effectLst/>
                                        <a:uLnTx/>
                                        <a:uFillTx/>
                                        <a:latin typeface="Cambria Math" panose="02040503050406030204" pitchFamily="18" charset="0"/>
                                        <a:cs typeface="+mn-cs"/>
                                      </a:rPr>
                                      <m:t>𝑔</m:t>
                                    </m:r>
                                  </m:e>
                                  <m:sub>
                                    <m:r>
                                      <a:rPr kumimoji="0" lang="en-US" altLang="ko-KR" sz="3000" b="0" i="1" u="none" strike="noStrike" kern="1200" cap="none" spc="0" normalizeH="0" baseline="0" noProof="0" smtClean="0">
                                        <a:ln>
                                          <a:noFill/>
                                        </a:ln>
                                        <a:solidFill>
                                          <a:prstClr val="black"/>
                                        </a:solidFill>
                                        <a:effectLst/>
                                        <a:uLnTx/>
                                        <a:uFillTx/>
                                        <a:latin typeface="Cambria Math" panose="02040503050406030204" pitchFamily="18" charset="0"/>
                                        <a:cs typeface="+mn-cs"/>
                                      </a:rPr>
                                      <m:t>43</m:t>
                                    </m:r>
                                  </m:sub>
                                </m:sSub>
                              </m:oMath>
                            </m:oMathPara>
                          </a14:m>
                          <a:endParaRPr lang="ko-KR" altLang="en-US" sz="3000" dirty="0"/>
                        </a:p>
                      </a:txBody>
                      <a:tcPr marL="86950" marR="86950" marT="43475" marB="43475" anchor="ctr">
                        <a:lnL w="12700" cmpd="sng">
                          <a:noFill/>
                        </a:lnL>
                        <a:lnR w="12700" cmpd="sng">
                          <a:noFill/>
                        </a:lnR>
                        <a:lnT w="12700" cmpd="sng">
                          <a:noFill/>
                        </a:lnT>
                        <a:lnB w="12700" cmpd="sng">
                          <a:noFill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  <a:solidFill>
                          <a:srgbClr val="F8F9FC"/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pPr algn="ctr" latinLnBrk="1"/>
                          <a14:m>
                            <m:oMathPara xmlns:m="http://schemas.openxmlformats.org/officeDocument/2006/math">
                              <m:oMath>
                                <m:sSub>
                                  <m:sSubPr>
                                    <m:ctrlPr>
                                      <a:rPr kumimoji="0" lang="en-US" altLang="ko-KR" sz="3000" b="0" i="1" u="none" strike="noStrike" kern="1200" cap="none" spc="0" normalizeH="0" baseline="0" noProof="0" smtClean="0">
                                        <a:ln>
                                          <a:noFill/>
                                        </a:ln>
                                        <a:solidFill>
                                          <a:prstClr val="black"/>
                                        </a:solidFill>
                                        <a:effectLst/>
                                        <a:uLnTx/>
                                        <a:uFillTx/>
                                        <a:latin typeface="Cambria Math" panose="02040503050406030204" pitchFamily="18" charset="0"/>
                                        <a:cs typeface="+mn-cs"/>
                                      </a:rPr>
                                    </m:ctrlPr>
                                  </m:sSubPr>
                                  <m:e>
                                    <m:r>
                                      <a:rPr kumimoji="0" lang="en-US" altLang="ko-KR" sz="3000" b="0" i="1" u="none" strike="noStrike" kern="1200" cap="none" spc="0" normalizeH="0" baseline="0" noProof="0" smtClean="0">
                                        <a:ln>
                                          <a:noFill/>
                                        </a:ln>
                                        <a:solidFill>
                                          <a:prstClr val="black"/>
                                        </a:solidFill>
                                        <a:effectLst/>
                                        <a:uLnTx/>
                                        <a:uFillTx/>
                                        <a:latin typeface="Cambria Math" panose="02040503050406030204" pitchFamily="18" charset="0"/>
                                        <a:cs typeface="+mn-cs"/>
                                      </a:rPr>
                                      <m:t>𝑔</m:t>
                                    </m:r>
                                  </m:e>
                                  <m:sub>
                                    <m:r>
                                      <a:rPr kumimoji="0" lang="en-US" altLang="ko-KR" sz="3000" b="0" i="1" u="none" strike="noStrike" kern="1200" cap="none" spc="0" normalizeH="0" baseline="0" noProof="0" smtClean="0">
                                        <a:ln>
                                          <a:noFill/>
                                        </a:ln>
                                        <a:solidFill>
                                          <a:prstClr val="black"/>
                                        </a:solidFill>
                                        <a:effectLst/>
                                        <a:uLnTx/>
                                        <a:uFillTx/>
                                        <a:latin typeface="Cambria Math" panose="02040503050406030204" pitchFamily="18" charset="0"/>
                                        <a:cs typeface="+mn-cs"/>
                                      </a:rPr>
                                      <m:t>44</m:t>
                                    </m:r>
                                  </m:sub>
                                </m:sSub>
                              </m:oMath>
                            </m:oMathPara>
                          </a14:m>
                          <a:endParaRPr lang="ko-KR" altLang="en-US" sz="3000" dirty="0"/>
                        </a:p>
                      </a:txBody>
                      <a:tcPr marL="86950" marR="86950" marT="43475" marB="43475" anchor="ctr">
                        <a:lnL w="12700" cmpd="sng">
                          <a:noFill/>
                        </a:lnL>
                        <a:lnR w="12700" cmpd="sng">
                          <a:noFill/>
                        </a:lnR>
                        <a:lnT w="12700" cmpd="sng">
                          <a:noFill/>
                        </a:lnT>
                        <a:lnB w="12700" cmpd="sng">
                          <a:noFill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  <a:solidFill>
                          <a:srgbClr val="F8F9FC"/>
                        </a:solidFill>
                      </a:tcPr>
                    </a:tc>
                    <a:extLst>
                      <a:ext uri="{0D108BD9-81ED-4DB2-BD59-A6C34878D82A}">
                        <a16:rowId xmlns:a16="http://schemas.microsoft.com/office/drawing/2014/main" val="3965266854"/>
                      </a:ext>
                    </a:extLst>
                  </a:tr>
                </a:tbl>
              </a:graphicData>
            </a:graphic>
          </p:graphicFrame>
        </mc:Choice>
        <mc:Fallback xmlns="">
          <p:graphicFrame>
            <p:nvGraphicFramePr>
              <p:cNvPr id="28" name="표 27">
                <a:extLst>
                  <a:ext uri="{FF2B5EF4-FFF2-40B4-BE49-F238E27FC236}">
                    <a16:creationId xmlns:a16="http://schemas.microsoft.com/office/drawing/2014/main" id="{627F2CF0-24EA-EDEA-8B20-7F1BBE5E75C5}"/>
                  </a:ext>
                </a:extLst>
              </p:cNvPr>
              <p:cNvGraphicFramePr>
                <a:graphicFrameLocks noGrp="1"/>
              </p:cNvGraphicFramePr>
              <p:nvPr>
                <p:extLst>
                  <p:ext uri="{D42A27DB-BD31-4B8C-83A1-F6EECF244321}">
                    <p14:modId xmlns:p14="http://schemas.microsoft.com/office/powerpoint/2010/main" val="2881093390"/>
                  </p:ext>
                </p:extLst>
              </p:nvPr>
            </p:nvGraphicFramePr>
            <p:xfrm>
              <a:off x="4156696" y="1755019"/>
              <a:ext cx="3878608" cy="3888152"/>
            </p:xfrm>
            <a:graphic>
              <a:graphicData uri="http://schemas.openxmlformats.org/drawingml/2006/table">
                <a:tbl>
                  <a:tblPr firstRow="1" bandRow="1">
                    <a:tableStyleId>{5C22544A-7EE6-4342-B048-85BDC9FD1C3A}</a:tableStyleId>
                  </a:tblPr>
                  <a:tblGrid>
                    <a:gridCol w="969652">
                      <a:extLst>
                        <a:ext uri="{9D8B030D-6E8A-4147-A177-3AD203B41FA5}">
                          <a16:colId xmlns:a16="http://schemas.microsoft.com/office/drawing/2014/main" val="3210524151"/>
                        </a:ext>
                      </a:extLst>
                    </a:gridCol>
                    <a:gridCol w="969652">
                      <a:extLst>
                        <a:ext uri="{9D8B030D-6E8A-4147-A177-3AD203B41FA5}">
                          <a16:colId xmlns:a16="http://schemas.microsoft.com/office/drawing/2014/main" val="4197934473"/>
                        </a:ext>
                      </a:extLst>
                    </a:gridCol>
                    <a:gridCol w="969652">
                      <a:extLst>
                        <a:ext uri="{9D8B030D-6E8A-4147-A177-3AD203B41FA5}">
                          <a16:colId xmlns:a16="http://schemas.microsoft.com/office/drawing/2014/main" val="759925240"/>
                        </a:ext>
                      </a:extLst>
                    </a:gridCol>
                    <a:gridCol w="969652">
                      <a:extLst>
                        <a:ext uri="{9D8B030D-6E8A-4147-A177-3AD203B41FA5}">
                          <a16:colId xmlns:a16="http://schemas.microsoft.com/office/drawing/2014/main" val="4117084695"/>
                        </a:ext>
                      </a:extLst>
                    </a:gridCol>
                  </a:tblGrid>
                  <a:tr h="972038">
                    <a:tc>
                      <a:txBody>
                        <a:bodyPr/>
                        <a:lstStyle/>
                        <a:p>
                          <a:endParaRPr lang="ko-KR"/>
                        </a:p>
                      </a:txBody>
                      <a:tcPr marL="86950" marR="86950" marT="43475" marB="43475" anchor="ctr">
                        <a:lnL w="12700" cmpd="sng">
                          <a:noFill/>
                        </a:lnL>
                        <a:lnR w="12700" cmpd="sng">
                          <a:noFill/>
                        </a:lnR>
                        <a:lnT w="12700" cmpd="sng">
                          <a:noFill/>
                        </a:lnT>
                        <a:lnB w="38100" cmpd="sng">
                          <a:noFill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  <a:blipFill>
                          <a:blip r:embed="rId3"/>
                          <a:stretch>
                            <a:fillRect r="-298750" b="-299375"/>
                          </a:stretch>
                        </a:blipFill>
                      </a:tcPr>
                    </a:tc>
                    <a:tc>
                      <a:txBody>
                        <a:bodyPr/>
                        <a:lstStyle/>
                        <a:p>
                          <a:endParaRPr lang="ko-KR"/>
                        </a:p>
                      </a:txBody>
                      <a:tcPr marL="86950" marR="86950" marT="43475" marB="43475" anchor="ctr">
                        <a:lnL w="12700" cmpd="sng">
                          <a:noFill/>
                        </a:lnL>
                        <a:lnR w="12700" cmpd="sng">
                          <a:noFill/>
                        </a:lnR>
                        <a:lnT w="12700" cmpd="sng">
                          <a:noFill/>
                        </a:lnT>
                        <a:lnB w="38100" cmpd="sng">
                          <a:noFill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  <a:blipFill>
                          <a:blip r:embed="rId3"/>
                          <a:stretch>
                            <a:fillRect l="-100629" r="-200629" b="-299375"/>
                          </a:stretch>
                        </a:blipFill>
                      </a:tcPr>
                    </a:tc>
                    <a:tc>
                      <a:txBody>
                        <a:bodyPr/>
                        <a:lstStyle/>
                        <a:p>
                          <a:endParaRPr lang="ko-KR"/>
                        </a:p>
                      </a:txBody>
                      <a:tcPr marL="86950" marR="86950" marT="43475" marB="43475" anchor="ctr">
                        <a:lnL w="12700" cmpd="sng">
                          <a:noFill/>
                        </a:lnL>
                        <a:lnR w="12700" cmpd="sng">
                          <a:noFill/>
                        </a:lnR>
                        <a:lnT w="12700" cmpd="sng">
                          <a:noFill/>
                        </a:lnT>
                        <a:lnB w="38100" cmpd="sng">
                          <a:noFill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  <a:blipFill>
                          <a:blip r:embed="rId3"/>
                          <a:stretch>
                            <a:fillRect l="-199375" r="-99375" b="-299375"/>
                          </a:stretch>
                        </a:blipFill>
                      </a:tcPr>
                    </a:tc>
                    <a:tc>
                      <a:txBody>
                        <a:bodyPr/>
                        <a:lstStyle/>
                        <a:p>
                          <a:endParaRPr lang="ko-KR"/>
                        </a:p>
                      </a:txBody>
                      <a:tcPr marL="86950" marR="86950" marT="43475" marB="43475" anchor="ctr">
                        <a:lnL w="12700" cmpd="sng">
                          <a:noFill/>
                        </a:lnL>
                        <a:lnR w="12700" cmpd="sng">
                          <a:noFill/>
                        </a:lnR>
                        <a:lnT w="12700" cmpd="sng">
                          <a:noFill/>
                        </a:lnT>
                        <a:lnB w="38100" cmpd="sng">
                          <a:noFill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  <a:blipFill>
                          <a:blip r:embed="rId3"/>
                          <a:stretch>
                            <a:fillRect l="-301258" b="-299375"/>
                          </a:stretch>
                        </a:blipFill>
                      </a:tcPr>
                    </a:tc>
                    <a:extLst>
                      <a:ext uri="{0D108BD9-81ED-4DB2-BD59-A6C34878D82A}">
                        <a16:rowId xmlns:a16="http://schemas.microsoft.com/office/drawing/2014/main" val="2201170507"/>
                      </a:ext>
                    </a:extLst>
                  </a:tr>
                  <a:tr h="972038">
                    <a:tc>
                      <a:txBody>
                        <a:bodyPr/>
                        <a:lstStyle/>
                        <a:p>
                          <a:endParaRPr lang="ko-KR"/>
                        </a:p>
                      </a:txBody>
                      <a:tcPr marL="86950" marR="86950" marT="43475" marB="43475" anchor="ctr">
                        <a:lnL w="12700" cmpd="sng">
                          <a:noFill/>
                        </a:lnL>
                        <a:lnR w="12700" cmpd="sng">
                          <a:noFill/>
                        </a:lnR>
                        <a:lnT w="38100" cmpd="sng">
                          <a:noFill/>
                        </a:lnT>
                        <a:lnB w="12700" cmpd="sng">
                          <a:noFill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  <a:blipFill>
                          <a:blip r:embed="rId3"/>
                          <a:stretch>
                            <a:fillRect t="-100000" r="-298750" b="-199375"/>
                          </a:stretch>
                        </a:blipFill>
                      </a:tcPr>
                    </a:tc>
                    <a:tc>
                      <a:txBody>
                        <a:bodyPr/>
                        <a:lstStyle/>
                        <a:p>
                          <a:endParaRPr lang="ko-KR"/>
                        </a:p>
                      </a:txBody>
                      <a:tcPr marL="86950" marR="86950" marT="43475" marB="43475" anchor="ctr">
                        <a:lnL w="12700" cmpd="sng">
                          <a:noFill/>
                        </a:lnL>
                        <a:lnR w="12700" cmpd="sng">
                          <a:noFill/>
                        </a:lnR>
                        <a:lnT w="38100" cmpd="sng">
                          <a:noFill/>
                        </a:lnT>
                        <a:lnB w="12700" cmpd="sng">
                          <a:noFill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  <a:blipFill>
                          <a:blip r:embed="rId3"/>
                          <a:stretch>
                            <a:fillRect l="-100629" t="-100000" r="-200629" b="-199375"/>
                          </a:stretch>
                        </a:blipFill>
                      </a:tcPr>
                    </a:tc>
                    <a:tc>
                      <a:txBody>
                        <a:bodyPr/>
                        <a:lstStyle/>
                        <a:p>
                          <a:endParaRPr lang="ko-KR"/>
                        </a:p>
                      </a:txBody>
                      <a:tcPr marL="86950" marR="86950" marT="43475" marB="43475" anchor="ctr">
                        <a:lnL w="12700" cmpd="sng">
                          <a:noFill/>
                        </a:lnL>
                        <a:lnR w="12700" cmpd="sng">
                          <a:noFill/>
                        </a:lnR>
                        <a:lnT w="38100" cmpd="sng">
                          <a:noFill/>
                        </a:lnT>
                        <a:lnB w="12700" cmpd="sng">
                          <a:noFill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  <a:blipFill>
                          <a:blip r:embed="rId3"/>
                          <a:stretch>
                            <a:fillRect l="-199375" t="-100000" r="-99375" b="-199375"/>
                          </a:stretch>
                        </a:blipFill>
                      </a:tcPr>
                    </a:tc>
                    <a:tc>
                      <a:txBody>
                        <a:bodyPr/>
                        <a:lstStyle/>
                        <a:p>
                          <a:endParaRPr lang="ko-KR"/>
                        </a:p>
                      </a:txBody>
                      <a:tcPr marL="86950" marR="86950" marT="43475" marB="43475" anchor="ctr">
                        <a:lnL w="12700" cmpd="sng">
                          <a:noFill/>
                        </a:lnL>
                        <a:lnR w="12700" cmpd="sng">
                          <a:noFill/>
                        </a:lnR>
                        <a:lnT w="38100" cmpd="sng">
                          <a:noFill/>
                        </a:lnT>
                        <a:lnB w="12700" cmpd="sng">
                          <a:noFill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  <a:blipFill>
                          <a:blip r:embed="rId3"/>
                          <a:stretch>
                            <a:fillRect l="-301258" t="-100000" b="-199375"/>
                          </a:stretch>
                        </a:blipFill>
                      </a:tcPr>
                    </a:tc>
                    <a:extLst>
                      <a:ext uri="{0D108BD9-81ED-4DB2-BD59-A6C34878D82A}">
                        <a16:rowId xmlns:a16="http://schemas.microsoft.com/office/drawing/2014/main" val="4095923781"/>
                      </a:ext>
                    </a:extLst>
                  </a:tr>
                  <a:tr h="972038">
                    <a:tc>
                      <a:txBody>
                        <a:bodyPr/>
                        <a:lstStyle/>
                        <a:p>
                          <a:endParaRPr lang="ko-KR"/>
                        </a:p>
                      </a:txBody>
                      <a:tcPr marL="86950" marR="86950" marT="43475" marB="43475" anchor="ctr">
                        <a:lnL w="12700" cmpd="sng">
                          <a:noFill/>
                        </a:lnL>
                        <a:lnR w="12700" cmpd="sng">
                          <a:noFill/>
                        </a:lnR>
                        <a:lnT w="12700" cmpd="sng">
                          <a:noFill/>
                        </a:lnT>
                        <a:lnB w="12700" cmpd="sng">
                          <a:noFill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  <a:blipFill>
                          <a:blip r:embed="rId3"/>
                          <a:stretch>
                            <a:fillRect t="-201258" r="-298750" b="-100629"/>
                          </a:stretch>
                        </a:blipFill>
                      </a:tcPr>
                    </a:tc>
                    <a:tc>
                      <a:txBody>
                        <a:bodyPr/>
                        <a:lstStyle/>
                        <a:p>
                          <a:endParaRPr lang="ko-KR"/>
                        </a:p>
                      </a:txBody>
                      <a:tcPr marL="86950" marR="86950" marT="43475" marB="43475" anchor="ctr">
                        <a:lnL w="12700" cmpd="sng">
                          <a:noFill/>
                        </a:lnL>
                        <a:lnR w="12700" cmpd="sng">
                          <a:noFill/>
                        </a:lnR>
                        <a:lnT w="12700" cmpd="sng">
                          <a:noFill/>
                        </a:lnT>
                        <a:lnB w="12700" cmpd="sng">
                          <a:noFill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  <a:blipFill>
                          <a:blip r:embed="rId3"/>
                          <a:stretch>
                            <a:fillRect l="-100629" t="-201258" r="-200629" b="-100629"/>
                          </a:stretch>
                        </a:blipFill>
                      </a:tcPr>
                    </a:tc>
                    <a:tc>
                      <a:txBody>
                        <a:bodyPr/>
                        <a:lstStyle/>
                        <a:p>
                          <a:endParaRPr lang="ko-KR"/>
                        </a:p>
                      </a:txBody>
                      <a:tcPr marL="86950" marR="86950" marT="43475" marB="43475" anchor="ctr">
                        <a:lnL w="12700" cmpd="sng">
                          <a:noFill/>
                        </a:lnL>
                        <a:lnR w="12700" cmpd="sng">
                          <a:noFill/>
                        </a:lnR>
                        <a:lnT w="12700" cmpd="sng">
                          <a:noFill/>
                        </a:lnT>
                        <a:lnB w="12700" cmpd="sng">
                          <a:noFill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  <a:blipFill>
                          <a:blip r:embed="rId3"/>
                          <a:stretch>
                            <a:fillRect l="-199375" t="-201258" r="-99375" b="-100629"/>
                          </a:stretch>
                        </a:blipFill>
                      </a:tcPr>
                    </a:tc>
                    <a:tc>
                      <a:txBody>
                        <a:bodyPr/>
                        <a:lstStyle/>
                        <a:p>
                          <a:endParaRPr lang="ko-KR"/>
                        </a:p>
                      </a:txBody>
                      <a:tcPr marL="86950" marR="86950" marT="43475" marB="43475" anchor="ctr">
                        <a:lnL w="12700" cmpd="sng">
                          <a:noFill/>
                        </a:lnL>
                        <a:lnR w="12700" cmpd="sng">
                          <a:noFill/>
                        </a:lnR>
                        <a:lnT w="12700" cmpd="sng">
                          <a:noFill/>
                        </a:lnT>
                        <a:lnB w="12700" cmpd="sng">
                          <a:noFill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  <a:blipFill>
                          <a:blip r:embed="rId3"/>
                          <a:stretch>
                            <a:fillRect l="-301258" t="-201258" b="-100629"/>
                          </a:stretch>
                        </a:blipFill>
                      </a:tcPr>
                    </a:tc>
                    <a:extLst>
                      <a:ext uri="{0D108BD9-81ED-4DB2-BD59-A6C34878D82A}">
                        <a16:rowId xmlns:a16="http://schemas.microsoft.com/office/drawing/2014/main" val="1698366377"/>
                      </a:ext>
                    </a:extLst>
                  </a:tr>
                  <a:tr h="972038">
                    <a:tc>
                      <a:txBody>
                        <a:bodyPr/>
                        <a:lstStyle/>
                        <a:p>
                          <a:endParaRPr lang="ko-KR"/>
                        </a:p>
                      </a:txBody>
                      <a:tcPr marL="86950" marR="86950" marT="43475" marB="43475" anchor="ctr">
                        <a:lnL w="12700" cmpd="sng">
                          <a:noFill/>
                        </a:lnL>
                        <a:lnR w="12700" cmpd="sng">
                          <a:noFill/>
                        </a:lnR>
                        <a:lnT w="12700" cmpd="sng">
                          <a:noFill/>
                        </a:lnT>
                        <a:lnB w="12700" cmpd="sng">
                          <a:noFill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  <a:blipFill>
                          <a:blip r:embed="rId3"/>
                          <a:stretch>
                            <a:fillRect t="-299375" r="-298750"/>
                          </a:stretch>
                        </a:blipFill>
                      </a:tcPr>
                    </a:tc>
                    <a:tc>
                      <a:txBody>
                        <a:bodyPr/>
                        <a:lstStyle/>
                        <a:p>
                          <a:endParaRPr lang="ko-KR"/>
                        </a:p>
                      </a:txBody>
                      <a:tcPr marL="86950" marR="86950" marT="43475" marB="43475" anchor="ctr">
                        <a:lnL w="12700" cmpd="sng">
                          <a:noFill/>
                        </a:lnL>
                        <a:lnR w="12700" cmpd="sng">
                          <a:noFill/>
                        </a:lnR>
                        <a:lnT w="12700" cmpd="sng">
                          <a:noFill/>
                        </a:lnT>
                        <a:lnB w="12700" cmpd="sng">
                          <a:noFill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  <a:blipFill>
                          <a:blip r:embed="rId3"/>
                          <a:stretch>
                            <a:fillRect l="-100629" t="-299375" r="-200629"/>
                          </a:stretch>
                        </a:blipFill>
                      </a:tcPr>
                    </a:tc>
                    <a:tc>
                      <a:txBody>
                        <a:bodyPr/>
                        <a:lstStyle/>
                        <a:p>
                          <a:endParaRPr lang="ko-KR"/>
                        </a:p>
                      </a:txBody>
                      <a:tcPr marL="86950" marR="86950" marT="43475" marB="43475" anchor="ctr">
                        <a:lnL w="12700" cmpd="sng">
                          <a:noFill/>
                        </a:lnL>
                        <a:lnR w="12700" cmpd="sng">
                          <a:noFill/>
                        </a:lnR>
                        <a:lnT w="12700" cmpd="sng">
                          <a:noFill/>
                        </a:lnT>
                        <a:lnB w="12700" cmpd="sng">
                          <a:noFill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  <a:blipFill>
                          <a:blip r:embed="rId3"/>
                          <a:stretch>
                            <a:fillRect l="-199375" t="-299375" r="-99375"/>
                          </a:stretch>
                        </a:blipFill>
                      </a:tcPr>
                    </a:tc>
                    <a:tc>
                      <a:txBody>
                        <a:bodyPr/>
                        <a:lstStyle/>
                        <a:p>
                          <a:endParaRPr lang="ko-KR"/>
                        </a:p>
                      </a:txBody>
                      <a:tcPr marL="86950" marR="86950" marT="43475" marB="43475" anchor="ctr">
                        <a:lnL w="12700" cmpd="sng">
                          <a:noFill/>
                        </a:lnL>
                        <a:lnR w="12700" cmpd="sng">
                          <a:noFill/>
                        </a:lnR>
                        <a:lnT w="12700" cmpd="sng">
                          <a:noFill/>
                        </a:lnT>
                        <a:lnB w="12700" cmpd="sng">
                          <a:noFill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  <a:blipFill>
                          <a:blip r:embed="rId3"/>
                          <a:stretch>
                            <a:fillRect l="-301258" t="-299375"/>
                          </a:stretch>
                        </a:blipFill>
                      </a:tcPr>
                    </a:tc>
                    <a:extLst>
                      <a:ext uri="{0D108BD9-81ED-4DB2-BD59-A6C34878D82A}">
                        <a16:rowId xmlns:a16="http://schemas.microsoft.com/office/drawing/2014/main" val="3965266854"/>
                      </a:ext>
                    </a:extLst>
                  </a:tr>
                </a:tbl>
              </a:graphicData>
            </a:graphic>
          </p:graphicFrame>
        </mc:Fallback>
      </mc:AlternateContent>
      <p:sp>
        <p:nvSpPr>
          <p:cNvPr id="30" name="왼쪽 대괄호 29">
            <a:extLst>
              <a:ext uri="{FF2B5EF4-FFF2-40B4-BE49-F238E27FC236}">
                <a16:creationId xmlns:a16="http://schemas.microsoft.com/office/drawing/2014/main" id="{F69B093C-689F-C25E-F47F-25EBDF298092}"/>
              </a:ext>
            </a:extLst>
          </p:cNvPr>
          <p:cNvSpPr/>
          <p:nvPr/>
        </p:nvSpPr>
        <p:spPr>
          <a:xfrm rot="10800000">
            <a:off x="8035304" y="1819716"/>
            <a:ext cx="263478" cy="3823455"/>
          </a:xfrm>
          <a:prstGeom prst="leftBracket">
            <a:avLst>
              <a:gd name="adj" fmla="val 161243"/>
            </a:avLst>
          </a:prstGeom>
          <a:ln>
            <a:solidFill>
              <a:schemeClr val="tx1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31" name="직사각형 30">
            <a:extLst>
              <a:ext uri="{FF2B5EF4-FFF2-40B4-BE49-F238E27FC236}">
                <a16:creationId xmlns:a16="http://schemas.microsoft.com/office/drawing/2014/main" id="{4504CC22-89C5-1293-158B-1F6FF92F1153}"/>
              </a:ext>
            </a:extLst>
          </p:cNvPr>
          <p:cNvSpPr/>
          <p:nvPr/>
        </p:nvSpPr>
        <p:spPr>
          <a:xfrm>
            <a:off x="4262996" y="2068873"/>
            <a:ext cx="668458" cy="491884"/>
          </a:xfrm>
          <a:prstGeom prst="rect">
            <a:avLst/>
          </a:prstGeom>
          <a:solidFill>
            <a:srgbClr val="F8F9FC"/>
          </a:solidFill>
          <a:ln>
            <a:solidFill>
              <a:srgbClr val="F8F9F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32" name="직사각형 31">
            <a:extLst>
              <a:ext uri="{FF2B5EF4-FFF2-40B4-BE49-F238E27FC236}">
                <a16:creationId xmlns:a16="http://schemas.microsoft.com/office/drawing/2014/main" id="{E69337D7-9A27-E3F1-F31D-67D8334787A8}"/>
              </a:ext>
            </a:extLst>
          </p:cNvPr>
          <p:cNvSpPr/>
          <p:nvPr/>
        </p:nvSpPr>
        <p:spPr>
          <a:xfrm>
            <a:off x="5197196" y="2068873"/>
            <a:ext cx="668458" cy="491884"/>
          </a:xfrm>
          <a:prstGeom prst="rect">
            <a:avLst/>
          </a:prstGeom>
          <a:solidFill>
            <a:srgbClr val="F8F9FC"/>
          </a:solidFill>
          <a:ln>
            <a:solidFill>
              <a:srgbClr val="F8F9F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33" name="직사각형 32">
            <a:extLst>
              <a:ext uri="{FF2B5EF4-FFF2-40B4-BE49-F238E27FC236}">
                <a16:creationId xmlns:a16="http://schemas.microsoft.com/office/drawing/2014/main" id="{19ABEEC4-6C5A-A74D-1B48-AFCA6C76B1A9}"/>
              </a:ext>
            </a:extLst>
          </p:cNvPr>
          <p:cNvSpPr/>
          <p:nvPr/>
        </p:nvSpPr>
        <p:spPr>
          <a:xfrm>
            <a:off x="6223337" y="2068873"/>
            <a:ext cx="668458" cy="491884"/>
          </a:xfrm>
          <a:prstGeom prst="rect">
            <a:avLst/>
          </a:prstGeom>
          <a:solidFill>
            <a:srgbClr val="F8F9FC"/>
          </a:solidFill>
          <a:ln>
            <a:solidFill>
              <a:srgbClr val="F8F9F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34" name="직사각형 33">
            <a:extLst>
              <a:ext uri="{FF2B5EF4-FFF2-40B4-BE49-F238E27FC236}">
                <a16:creationId xmlns:a16="http://schemas.microsoft.com/office/drawing/2014/main" id="{AB789D8B-79AC-2093-574B-F4C3E67DC186}"/>
              </a:ext>
            </a:extLst>
          </p:cNvPr>
          <p:cNvSpPr/>
          <p:nvPr/>
        </p:nvSpPr>
        <p:spPr>
          <a:xfrm>
            <a:off x="7157537" y="2068873"/>
            <a:ext cx="668458" cy="491884"/>
          </a:xfrm>
          <a:prstGeom prst="rect">
            <a:avLst/>
          </a:prstGeom>
          <a:solidFill>
            <a:srgbClr val="F8F9FC"/>
          </a:solidFill>
          <a:ln>
            <a:solidFill>
              <a:srgbClr val="F8F9F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35" name="직사각형 34">
            <a:extLst>
              <a:ext uri="{FF2B5EF4-FFF2-40B4-BE49-F238E27FC236}">
                <a16:creationId xmlns:a16="http://schemas.microsoft.com/office/drawing/2014/main" id="{B62A0420-8D11-D2D7-62D8-860C676C8A09}"/>
              </a:ext>
            </a:extLst>
          </p:cNvPr>
          <p:cNvSpPr/>
          <p:nvPr/>
        </p:nvSpPr>
        <p:spPr>
          <a:xfrm>
            <a:off x="7157537" y="3019280"/>
            <a:ext cx="668458" cy="491884"/>
          </a:xfrm>
          <a:prstGeom prst="rect">
            <a:avLst/>
          </a:prstGeom>
          <a:solidFill>
            <a:srgbClr val="F8F9FC"/>
          </a:solidFill>
          <a:ln>
            <a:solidFill>
              <a:srgbClr val="F8F9F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36" name="직사각형 35">
            <a:extLst>
              <a:ext uri="{FF2B5EF4-FFF2-40B4-BE49-F238E27FC236}">
                <a16:creationId xmlns:a16="http://schemas.microsoft.com/office/drawing/2014/main" id="{E9879D28-82AF-1213-137D-5B9BF1F9C5E0}"/>
              </a:ext>
            </a:extLst>
          </p:cNvPr>
          <p:cNvSpPr/>
          <p:nvPr/>
        </p:nvSpPr>
        <p:spPr>
          <a:xfrm>
            <a:off x="6223337" y="3019280"/>
            <a:ext cx="668458" cy="491884"/>
          </a:xfrm>
          <a:prstGeom prst="rect">
            <a:avLst/>
          </a:prstGeom>
          <a:solidFill>
            <a:srgbClr val="F8F9FC"/>
          </a:solidFill>
          <a:ln>
            <a:solidFill>
              <a:srgbClr val="F8F9F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37" name="직사각형 36">
            <a:extLst>
              <a:ext uri="{FF2B5EF4-FFF2-40B4-BE49-F238E27FC236}">
                <a16:creationId xmlns:a16="http://schemas.microsoft.com/office/drawing/2014/main" id="{77AAD94B-1DF9-327E-9D62-76303A48B722}"/>
              </a:ext>
            </a:extLst>
          </p:cNvPr>
          <p:cNvSpPr/>
          <p:nvPr/>
        </p:nvSpPr>
        <p:spPr>
          <a:xfrm>
            <a:off x="5208919" y="3019280"/>
            <a:ext cx="668458" cy="491884"/>
          </a:xfrm>
          <a:prstGeom prst="rect">
            <a:avLst/>
          </a:prstGeom>
          <a:solidFill>
            <a:srgbClr val="F8F9FC"/>
          </a:solidFill>
          <a:ln>
            <a:solidFill>
              <a:srgbClr val="F8F9F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38" name="직사각형 37">
            <a:extLst>
              <a:ext uri="{FF2B5EF4-FFF2-40B4-BE49-F238E27FC236}">
                <a16:creationId xmlns:a16="http://schemas.microsoft.com/office/drawing/2014/main" id="{6FBBED1D-7EB7-F66A-9286-DF2961F20B0D}"/>
              </a:ext>
            </a:extLst>
          </p:cNvPr>
          <p:cNvSpPr/>
          <p:nvPr/>
        </p:nvSpPr>
        <p:spPr>
          <a:xfrm>
            <a:off x="4246341" y="3019280"/>
            <a:ext cx="668458" cy="491884"/>
          </a:xfrm>
          <a:prstGeom prst="rect">
            <a:avLst/>
          </a:prstGeom>
          <a:solidFill>
            <a:srgbClr val="F8F9FC"/>
          </a:solidFill>
          <a:ln>
            <a:solidFill>
              <a:srgbClr val="F8F9F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39" name="직사각형 38">
            <a:extLst>
              <a:ext uri="{FF2B5EF4-FFF2-40B4-BE49-F238E27FC236}">
                <a16:creationId xmlns:a16="http://schemas.microsoft.com/office/drawing/2014/main" id="{7AFF51EC-2337-2D4E-3A1F-74C3701CCB97}"/>
              </a:ext>
            </a:extLst>
          </p:cNvPr>
          <p:cNvSpPr/>
          <p:nvPr/>
        </p:nvSpPr>
        <p:spPr>
          <a:xfrm>
            <a:off x="4246341" y="4034580"/>
            <a:ext cx="668458" cy="491884"/>
          </a:xfrm>
          <a:prstGeom prst="rect">
            <a:avLst/>
          </a:prstGeom>
          <a:solidFill>
            <a:srgbClr val="F8F9FC"/>
          </a:solidFill>
          <a:ln>
            <a:solidFill>
              <a:srgbClr val="F8F9F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40" name="직사각형 39">
            <a:extLst>
              <a:ext uri="{FF2B5EF4-FFF2-40B4-BE49-F238E27FC236}">
                <a16:creationId xmlns:a16="http://schemas.microsoft.com/office/drawing/2014/main" id="{9F9E2CCC-2BFB-EA94-3FA6-9027C42112BB}"/>
              </a:ext>
            </a:extLst>
          </p:cNvPr>
          <p:cNvSpPr/>
          <p:nvPr/>
        </p:nvSpPr>
        <p:spPr>
          <a:xfrm>
            <a:off x="5272482" y="4034580"/>
            <a:ext cx="668458" cy="491884"/>
          </a:xfrm>
          <a:prstGeom prst="rect">
            <a:avLst/>
          </a:prstGeom>
          <a:solidFill>
            <a:srgbClr val="F8F9FC"/>
          </a:solidFill>
          <a:ln>
            <a:solidFill>
              <a:srgbClr val="F8F9F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41" name="직사각형 40">
            <a:extLst>
              <a:ext uri="{FF2B5EF4-FFF2-40B4-BE49-F238E27FC236}">
                <a16:creationId xmlns:a16="http://schemas.microsoft.com/office/drawing/2014/main" id="{039DBB61-CAFA-8C63-DD4E-B2C46E893EC8}"/>
              </a:ext>
            </a:extLst>
          </p:cNvPr>
          <p:cNvSpPr/>
          <p:nvPr/>
        </p:nvSpPr>
        <p:spPr>
          <a:xfrm>
            <a:off x="6206682" y="4034580"/>
            <a:ext cx="668458" cy="491884"/>
          </a:xfrm>
          <a:prstGeom prst="rect">
            <a:avLst/>
          </a:prstGeom>
          <a:solidFill>
            <a:srgbClr val="F8F9FC"/>
          </a:solidFill>
          <a:ln>
            <a:solidFill>
              <a:srgbClr val="F8F9F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42" name="직사각형 41">
            <a:extLst>
              <a:ext uri="{FF2B5EF4-FFF2-40B4-BE49-F238E27FC236}">
                <a16:creationId xmlns:a16="http://schemas.microsoft.com/office/drawing/2014/main" id="{2E648C17-107B-16B8-95E4-5AC5EB9B4F75}"/>
              </a:ext>
            </a:extLst>
          </p:cNvPr>
          <p:cNvSpPr/>
          <p:nvPr/>
        </p:nvSpPr>
        <p:spPr>
          <a:xfrm>
            <a:off x="7137182" y="4034580"/>
            <a:ext cx="668458" cy="491884"/>
          </a:xfrm>
          <a:prstGeom prst="rect">
            <a:avLst/>
          </a:prstGeom>
          <a:solidFill>
            <a:srgbClr val="F8F9FC"/>
          </a:solidFill>
          <a:ln>
            <a:solidFill>
              <a:srgbClr val="F8F9F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43" name="직사각형 42">
            <a:extLst>
              <a:ext uri="{FF2B5EF4-FFF2-40B4-BE49-F238E27FC236}">
                <a16:creationId xmlns:a16="http://schemas.microsoft.com/office/drawing/2014/main" id="{5F4C7FB6-FB47-7E14-1AC6-4EC4C4A8E0AE}"/>
              </a:ext>
            </a:extLst>
          </p:cNvPr>
          <p:cNvSpPr/>
          <p:nvPr/>
        </p:nvSpPr>
        <p:spPr>
          <a:xfrm>
            <a:off x="7137182" y="4965005"/>
            <a:ext cx="668458" cy="491884"/>
          </a:xfrm>
          <a:prstGeom prst="rect">
            <a:avLst/>
          </a:prstGeom>
          <a:solidFill>
            <a:srgbClr val="F8F9FC"/>
          </a:solidFill>
          <a:ln>
            <a:solidFill>
              <a:srgbClr val="F8F9F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44" name="직사각형 43">
            <a:extLst>
              <a:ext uri="{FF2B5EF4-FFF2-40B4-BE49-F238E27FC236}">
                <a16:creationId xmlns:a16="http://schemas.microsoft.com/office/drawing/2014/main" id="{1E395085-2ECB-690C-C24A-0DC3E4E8F95C}"/>
              </a:ext>
            </a:extLst>
          </p:cNvPr>
          <p:cNvSpPr/>
          <p:nvPr/>
        </p:nvSpPr>
        <p:spPr>
          <a:xfrm>
            <a:off x="6210717" y="4965005"/>
            <a:ext cx="668458" cy="491884"/>
          </a:xfrm>
          <a:prstGeom prst="rect">
            <a:avLst/>
          </a:prstGeom>
          <a:solidFill>
            <a:srgbClr val="F8F9FC"/>
          </a:solidFill>
          <a:ln>
            <a:solidFill>
              <a:srgbClr val="F8F9F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45" name="직사각형 44">
            <a:extLst>
              <a:ext uri="{FF2B5EF4-FFF2-40B4-BE49-F238E27FC236}">
                <a16:creationId xmlns:a16="http://schemas.microsoft.com/office/drawing/2014/main" id="{A338867D-C54A-045E-6ABF-501D1EAED85E}"/>
              </a:ext>
            </a:extLst>
          </p:cNvPr>
          <p:cNvSpPr/>
          <p:nvPr/>
        </p:nvSpPr>
        <p:spPr>
          <a:xfrm>
            <a:off x="5208919" y="4965005"/>
            <a:ext cx="668458" cy="491884"/>
          </a:xfrm>
          <a:prstGeom prst="rect">
            <a:avLst/>
          </a:prstGeom>
          <a:solidFill>
            <a:srgbClr val="F8F9FC"/>
          </a:solidFill>
          <a:ln>
            <a:solidFill>
              <a:srgbClr val="F8F9F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46" name="직사각형 45">
            <a:extLst>
              <a:ext uri="{FF2B5EF4-FFF2-40B4-BE49-F238E27FC236}">
                <a16:creationId xmlns:a16="http://schemas.microsoft.com/office/drawing/2014/main" id="{AFCE936F-617B-8910-65E2-88A4A60FD5CD}"/>
              </a:ext>
            </a:extLst>
          </p:cNvPr>
          <p:cNvSpPr/>
          <p:nvPr/>
        </p:nvSpPr>
        <p:spPr>
          <a:xfrm>
            <a:off x="4272845" y="4965005"/>
            <a:ext cx="668458" cy="491884"/>
          </a:xfrm>
          <a:prstGeom prst="rect">
            <a:avLst/>
          </a:prstGeom>
          <a:solidFill>
            <a:srgbClr val="F8F9FC"/>
          </a:solidFill>
          <a:ln>
            <a:solidFill>
              <a:srgbClr val="F8F9F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pic>
        <p:nvPicPr>
          <p:cNvPr id="22" name="그림 21" descr="초공간 - 교보문고">
            <a:extLst>
              <a:ext uri="{FF2B5EF4-FFF2-40B4-BE49-F238E27FC236}">
                <a16:creationId xmlns:a16="http://schemas.microsoft.com/office/drawing/2014/main" id="{958FEACA-6C5A-6E48-DE89-2749A93EF9BB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4620679" y="1698997"/>
            <a:ext cx="2718993" cy="4064895"/>
          </a:xfrm>
          <a:prstGeom prst="rect">
            <a:avLst/>
          </a:prstGeom>
        </p:spPr>
      </p:pic>
      <p:sp>
        <p:nvSpPr>
          <p:cNvPr id="47" name="TextBox 46">
            <a:extLst>
              <a:ext uri="{FF2B5EF4-FFF2-40B4-BE49-F238E27FC236}">
                <a16:creationId xmlns:a16="http://schemas.microsoft.com/office/drawing/2014/main" id="{5083FE0B-9433-6B4E-AFB8-6744453A1D4E}"/>
              </a:ext>
            </a:extLst>
          </p:cNvPr>
          <p:cNvSpPr txBox="1"/>
          <p:nvPr/>
        </p:nvSpPr>
        <p:spPr>
          <a:xfrm>
            <a:off x="3915851" y="561689"/>
            <a:ext cx="4382931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ko-KR" altLang="en-US" dirty="0"/>
              <a:t>리만의 </a:t>
            </a:r>
            <a:r>
              <a:rPr lang="ko-KR" altLang="en-US" dirty="0" err="1"/>
              <a:t>계량텐서</a:t>
            </a:r>
            <a:r>
              <a:rPr lang="en-US" altLang="ko-KR" dirty="0"/>
              <a:t>: </a:t>
            </a:r>
            <a:r>
              <a:rPr lang="ko-KR" altLang="en-US" dirty="0"/>
              <a:t>시공간의 곡률을 나타냄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graphicFrame>
            <p:nvGraphicFramePr>
              <p:cNvPr id="49" name="표 48">
                <a:extLst>
                  <a:ext uri="{FF2B5EF4-FFF2-40B4-BE49-F238E27FC236}">
                    <a16:creationId xmlns:a16="http://schemas.microsoft.com/office/drawing/2014/main" id="{21E41EB4-0CF5-6319-936E-FF5741C1865D}"/>
                  </a:ext>
                </a:extLst>
              </p:cNvPr>
              <p:cNvGraphicFramePr>
                <a:graphicFrameLocks noGrp="1"/>
              </p:cNvGraphicFramePr>
              <p:nvPr>
                <p:extLst>
                  <p:ext uri="{D42A27DB-BD31-4B8C-83A1-F6EECF244321}">
                    <p14:modId xmlns:p14="http://schemas.microsoft.com/office/powerpoint/2010/main" val="3649588212"/>
                  </p:ext>
                </p:extLst>
              </p:nvPr>
            </p:nvGraphicFramePr>
            <p:xfrm>
              <a:off x="3166917" y="809203"/>
              <a:ext cx="5858166" cy="5779782"/>
            </p:xfrm>
            <a:graphic>
              <a:graphicData uri="http://schemas.openxmlformats.org/drawingml/2006/table">
                <a:tbl>
                  <a:tblPr firstRow="1" bandRow="1">
                    <a:tableStyleId>{5C22544A-7EE6-4342-B048-85BDC9FD1C3A}</a:tableStyleId>
                  </a:tblPr>
                  <a:tblGrid>
                    <a:gridCol w="976361">
                      <a:extLst>
                        <a:ext uri="{9D8B030D-6E8A-4147-A177-3AD203B41FA5}">
                          <a16:colId xmlns:a16="http://schemas.microsoft.com/office/drawing/2014/main" val="1869280964"/>
                        </a:ext>
                      </a:extLst>
                    </a:gridCol>
                    <a:gridCol w="976361">
                      <a:extLst>
                        <a:ext uri="{9D8B030D-6E8A-4147-A177-3AD203B41FA5}">
                          <a16:colId xmlns:a16="http://schemas.microsoft.com/office/drawing/2014/main" val="2322392675"/>
                        </a:ext>
                      </a:extLst>
                    </a:gridCol>
                    <a:gridCol w="976361">
                      <a:extLst>
                        <a:ext uri="{9D8B030D-6E8A-4147-A177-3AD203B41FA5}">
                          <a16:colId xmlns:a16="http://schemas.microsoft.com/office/drawing/2014/main" val="2012919836"/>
                        </a:ext>
                      </a:extLst>
                    </a:gridCol>
                    <a:gridCol w="976361">
                      <a:extLst>
                        <a:ext uri="{9D8B030D-6E8A-4147-A177-3AD203B41FA5}">
                          <a16:colId xmlns:a16="http://schemas.microsoft.com/office/drawing/2014/main" val="3166245656"/>
                        </a:ext>
                      </a:extLst>
                    </a:gridCol>
                    <a:gridCol w="976361">
                      <a:extLst>
                        <a:ext uri="{9D8B030D-6E8A-4147-A177-3AD203B41FA5}">
                          <a16:colId xmlns:a16="http://schemas.microsoft.com/office/drawing/2014/main" val="2754483447"/>
                        </a:ext>
                      </a:extLst>
                    </a:gridCol>
                    <a:gridCol w="976361">
                      <a:extLst>
                        <a:ext uri="{9D8B030D-6E8A-4147-A177-3AD203B41FA5}">
                          <a16:colId xmlns:a16="http://schemas.microsoft.com/office/drawing/2014/main" val="1259960200"/>
                        </a:ext>
                      </a:extLst>
                    </a:gridCol>
                  </a:tblGrid>
                  <a:tr h="963297">
                    <a:tc>
                      <a:txBody>
                        <a:bodyPr/>
                        <a:lstStyle/>
                        <a:p>
                          <a:pPr marL="0" marR="0" lvl="0" indent="0" algn="ctr" defTabSz="914400" rtl="0" eaLnBrk="1" fontAlgn="auto" latinLnBrk="1" hangingPunct="1">
                            <a:lnSpc>
                              <a:spcPct val="100000"/>
                            </a:lnSpc>
                            <a:spcBef>
                              <a:spcPts val="0"/>
                            </a:spcBef>
                            <a:spcAft>
                              <a:spcPts val="0"/>
                            </a:spcAft>
                            <a:buClrTx/>
                            <a:buSzTx/>
                            <a:buFontTx/>
                            <a:buNone/>
                            <a:tabLst/>
                            <a:defRPr/>
                          </a:pPr>
                          <a14:m>
                            <m:oMathPara xmlns:m="http://schemas.openxmlformats.org/officeDocument/2006/math">
                              <m:oMath>
                                <m:sSub>
                                  <m:sSubPr>
                                    <m:ctrlPr>
                                      <a:rPr kumimoji="0" lang="en-US" altLang="ko-KR" sz="3000" b="0" i="1" u="none" strike="noStrike" kern="1200" cap="none" spc="0" normalizeH="0" baseline="0" noProof="0" smtClean="0">
                                        <a:ln>
                                          <a:noFill/>
                                        </a:ln>
                                        <a:solidFill>
                                          <a:prstClr val="black"/>
                                        </a:solidFill>
                                        <a:effectLst/>
                                        <a:uLnTx/>
                                        <a:uFillTx/>
                                        <a:latin typeface="Cambria Math" panose="02040503050406030204" pitchFamily="18" charset="0"/>
                                        <a:cs typeface="+mn-cs"/>
                                      </a:rPr>
                                    </m:ctrlPr>
                                  </m:sSubPr>
                                  <m:e>
                                    <m:r>
                                      <a:rPr kumimoji="0" lang="en-US" altLang="ko-KR" sz="3000" b="0" i="1" u="none" strike="noStrike" kern="1200" cap="none" spc="0" normalizeH="0" baseline="0" noProof="0" smtClean="0">
                                        <a:ln>
                                          <a:noFill/>
                                        </a:ln>
                                        <a:solidFill>
                                          <a:prstClr val="black"/>
                                        </a:solidFill>
                                        <a:effectLst/>
                                        <a:uLnTx/>
                                        <a:uFillTx/>
                                        <a:latin typeface="Cambria Math" panose="02040503050406030204" pitchFamily="18" charset="0"/>
                                        <a:cs typeface="+mn-cs"/>
                                      </a:rPr>
                                      <m:t>𝑔</m:t>
                                    </m:r>
                                  </m:e>
                                  <m:sub>
                                    <m:r>
                                      <a:rPr kumimoji="0" lang="en-US" altLang="ko-KR" sz="3000" b="0" i="1" u="none" strike="noStrike" kern="1200" cap="none" spc="0" normalizeH="0" baseline="0" noProof="0" smtClean="0">
                                        <a:ln>
                                          <a:noFill/>
                                        </a:ln>
                                        <a:solidFill>
                                          <a:prstClr val="black"/>
                                        </a:solidFill>
                                        <a:effectLst/>
                                        <a:uLnTx/>
                                        <a:uFillTx/>
                                        <a:latin typeface="Cambria Math" panose="02040503050406030204" pitchFamily="18" charset="0"/>
                                        <a:cs typeface="+mn-cs"/>
                                      </a:rPr>
                                      <m:t>00</m:t>
                                    </m:r>
                                  </m:sub>
                                </m:sSub>
                              </m:oMath>
                            </m:oMathPara>
                          </a14:m>
                          <a:endParaRPr kumimoji="0" lang="ko-KR" altLang="en-US" sz="3000" b="0" i="0" u="none" strike="noStrike" kern="1200" cap="none" spc="0" normalizeH="0" baseline="0" noProof="0" dirty="0">
                            <a:ln>
                              <a:noFill/>
                            </a:ln>
                            <a:solidFill>
                              <a:prstClr val="black"/>
                            </a:solidFill>
                            <a:effectLst/>
                            <a:uLnTx/>
                            <a:uFillTx/>
                            <a:latin typeface="Calibri"/>
                            <a:ea typeface="맑은 고딕" panose="020B0503020000020004" pitchFamily="50" charset="-127"/>
                            <a:cs typeface="+mn-cs"/>
                          </a:endParaRPr>
                        </a:p>
                      </a:txBody>
                      <a:tcPr anchor="ctr">
                        <a:lnL w="12700" cmpd="sng">
                          <a:noFill/>
                        </a:lnL>
                        <a:lnR w="12700" cmpd="sng">
                          <a:noFill/>
                        </a:lnR>
                        <a:lnT w="12700" cmpd="sng">
                          <a:noFill/>
                        </a:lnT>
                        <a:lnB w="38100" cmpd="sng">
                          <a:noFill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  <a:solidFill>
                          <a:srgbClr val="F8F9FC"/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pPr marL="0" marR="0" lvl="0" indent="0" algn="ctr" defTabSz="914400" rtl="0" eaLnBrk="1" fontAlgn="auto" latinLnBrk="1" hangingPunct="1">
                            <a:lnSpc>
                              <a:spcPct val="100000"/>
                            </a:lnSpc>
                            <a:spcBef>
                              <a:spcPts val="0"/>
                            </a:spcBef>
                            <a:spcAft>
                              <a:spcPts val="0"/>
                            </a:spcAft>
                            <a:buClrTx/>
                            <a:buSzTx/>
                            <a:buFontTx/>
                            <a:buNone/>
                            <a:tabLst/>
                            <a:defRPr/>
                          </a:pPr>
                          <a14:m>
                            <m:oMathPara xmlns:m="http://schemas.openxmlformats.org/officeDocument/2006/math">
                              <m:oMath>
                                <m:sSub>
                                  <m:sSubPr>
                                    <m:ctrlPr>
                                      <a:rPr kumimoji="0" lang="en-US" altLang="ko-KR" sz="3000" b="0" i="1" u="none" strike="noStrike" kern="1200" cap="none" spc="0" normalizeH="0" baseline="0" noProof="0" smtClean="0">
                                        <a:ln>
                                          <a:noFill/>
                                        </a:ln>
                                        <a:solidFill>
                                          <a:prstClr val="black"/>
                                        </a:solidFill>
                                        <a:effectLst/>
                                        <a:uLnTx/>
                                        <a:uFillTx/>
                                        <a:latin typeface="Cambria Math" panose="02040503050406030204" pitchFamily="18" charset="0"/>
                                        <a:cs typeface="+mn-cs"/>
                                      </a:rPr>
                                    </m:ctrlPr>
                                  </m:sSubPr>
                                  <m:e>
                                    <m:r>
                                      <a:rPr kumimoji="0" lang="en-US" altLang="ko-KR" sz="3000" b="0" i="1" u="none" strike="noStrike" kern="1200" cap="none" spc="0" normalizeH="0" baseline="0" noProof="0" smtClean="0">
                                        <a:ln>
                                          <a:noFill/>
                                        </a:ln>
                                        <a:solidFill>
                                          <a:prstClr val="black"/>
                                        </a:solidFill>
                                        <a:effectLst/>
                                        <a:uLnTx/>
                                        <a:uFillTx/>
                                        <a:latin typeface="Cambria Math" panose="02040503050406030204" pitchFamily="18" charset="0"/>
                                        <a:cs typeface="+mn-cs"/>
                                      </a:rPr>
                                      <m:t>𝑔</m:t>
                                    </m:r>
                                  </m:e>
                                  <m:sub>
                                    <m:r>
                                      <a:rPr kumimoji="0" lang="en-US" altLang="ko-KR" sz="3000" b="0" i="1" u="none" strike="noStrike" kern="1200" cap="none" spc="0" normalizeH="0" baseline="0" noProof="0" smtClean="0">
                                        <a:ln>
                                          <a:noFill/>
                                        </a:ln>
                                        <a:solidFill>
                                          <a:prstClr val="black"/>
                                        </a:solidFill>
                                        <a:effectLst/>
                                        <a:uLnTx/>
                                        <a:uFillTx/>
                                        <a:latin typeface="Cambria Math" panose="02040503050406030204" pitchFamily="18" charset="0"/>
                                        <a:cs typeface="+mn-cs"/>
                                      </a:rPr>
                                      <m:t>01</m:t>
                                    </m:r>
                                  </m:sub>
                                </m:sSub>
                              </m:oMath>
                            </m:oMathPara>
                          </a14:m>
                          <a:endParaRPr kumimoji="0" lang="ko-KR" altLang="en-US" sz="3000" b="0" i="0" u="none" strike="noStrike" kern="1200" cap="none" spc="0" normalizeH="0" baseline="0" noProof="0" dirty="0">
                            <a:ln>
                              <a:noFill/>
                            </a:ln>
                            <a:solidFill>
                              <a:prstClr val="black"/>
                            </a:solidFill>
                            <a:effectLst/>
                            <a:uLnTx/>
                            <a:uFillTx/>
                            <a:latin typeface="Calibri"/>
                            <a:ea typeface="맑은 고딕" panose="020B0503020000020004" pitchFamily="50" charset="-127"/>
                            <a:cs typeface="+mn-cs"/>
                          </a:endParaRPr>
                        </a:p>
                      </a:txBody>
                      <a:tcPr anchor="ctr">
                        <a:lnL w="12700" cmpd="sng">
                          <a:noFill/>
                        </a:lnL>
                        <a:lnR w="12700" cmpd="sng">
                          <a:noFill/>
                        </a:lnR>
                        <a:lnT w="12700" cmpd="sng">
                          <a:noFill/>
                        </a:lnT>
                        <a:lnB w="38100" cmpd="sng">
                          <a:noFill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  <a:solidFill>
                          <a:srgbClr val="F8F9FC"/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pPr marL="0" marR="0" lvl="0" indent="0" algn="ctr" defTabSz="914400" rtl="0" eaLnBrk="1" fontAlgn="auto" latinLnBrk="1" hangingPunct="1">
                            <a:lnSpc>
                              <a:spcPct val="100000"/>
                            </a:lnSpc>
                            <a:spcBef>
                              <a:spcPts val="0"/>
                            </a:spcBef>
                            <a:spcAft>
                              <a:spcPts val="0"/>
                            </a:spcAft>
                            <a:buClrTx/>
                            <a:buSzTx/>
                            <a:buFontTx/>
                            <a:buNone/>
                            <a:tabLst/>
                            <a:defRPr/>
                          </a:pPr>
                          <a14:m>
                            <m:oMathPara xmlns:m="http://schemas.openxmlformats.org/officeDocument/2006/math">
                              <m:oMath>
                                <m:sSub>
                                  <m:sSubPr>
                                    <m:ctrlPr>
                                      <a:rPr kumimoji="0" lang="en-US" altLang="ko-KR" sz="3000" b="0" i="1" u="none" strike="noStrike" kern="1200" cap="none" spc="0" normalizeH="0" baseline="0" noProof="0" smtClean="0">
                                        <a:ln>
                                          <a:noFill/>
                                        </a:ln>
                                        <a:solidFill>
                                          <a:prstClr val="black"/>
                                        </a:solidFill>
                                        <a:effectLst/>
                                        <a:uLnTx/>
                                        <a:uFillTx/>
                                        <a:latin typeface="Cambria Math" panose="02040503050406030204" pitchFamily="18" charset="0"/>
                                        <a:cs typeface="+mn-cs"/>
                                      </a:rPr>
                                    </m:ctrlPr>
                                  </m:sSubPr>
                                  <m:e>
                                    <m:r>
                                      <a:rPr kumimoji="0" lang="en-US" altLang="ko-KR" sz="3000" b="0" i="1" u="none" strike="noStrike" kern="1200" cap="none" spc="0" normalizeH="0" baseline="0" noProof="0" smtClean="0">
                                        <a:ln>
                                          <a:noFill/>
                                        </a:ln>
                                        <a:solidFill>
                                          <a:prstClr val="black"/>
                                        </a:solidFill>
                                        <a:effectLst/>
                                        <a:uLnTx/>
                                        <a:uFillTx/>
                                        <a:latin typeface="Cambria Math" panose="02040503050406030204" pitchFamily="18" charset="0"/>
                                        <a:cs typeface="+mn-cs"/>
                                      </a:rPr>
                                      <m:t>𝑔</m:t>
                                    </m:r>
                                  </m:e>
                                  <m:sub>
                                    <m:r>
                                      <a:rPr kumimoji="0" lang="en-US" altLang="ko-KR" sz="3000" b="0" i="1" u="none" strike="noStrike" kern="1200" cap="none" spc="0" normalizeH="0" baseline="0" noProof="0" smtClean="0">
                                        <a:ln>
                                          <a:noFill/>
                                        </a:ln>
                                        <a:solidFill>
                                          <a:prstClr val="black"/>
                                        </a:solidFill>
                                        <a:effectLst/>
                                        <a:uLnTx/>
                                        <a:uFillTx/>
                                        <a:latin typeface="Cambria Math" panose="02040503050406030204" pitchFamily="18" charset="0"/>
                                        <a:cs typeface="+mn-cs"/>
                                      </a:rPr>
                                      <m:t>02</m:t>
                                    </m:r>
                                  </m:sub>
                                </m:sSub>
                              </m:oMath>
                            </m:oMathPara>
                          </a14:m>
                          <a:endParaRPr kumimoji="0" lang="ko-KR" altLang="en-US" sz="3000" b="0" i="0" u="none" strike="noStrike" kern="1200" cap="none" spc="0" normalizeH="0" baseline="0" noProof="0" dirty="0">
                            <a:ln>
                              <a:noFill/>
                            </a:ln>
                            <a:solidFill>
                              <a:prstClr val="black"/>
                            </a:solidFill>
                            <a:effectLst/>
                            <a:uLnTx/>
                            <a:uFillTx/>
                            <a:latin typeface="Calibri"/>
                            <a:ea typeface="맑은 고딕" panose="020B0503020000020004" pitchFamily="50" charset="-127"/>
                            <a:cs typeface="+mn-cs"/>
                          </a:endParaRPr>
                        </a:p>
                      </a:txBody>
                      <a:tcPr anchor="ctr">
                        <a:lnL w="12700" cmpd="sng">
                          <a:noFill/>
                        </a:lnL>
                        <a:lnR w="12700" cmpd="sng">
                          <a:noFill/>
                        </a:lnR>
                        <a:lnT w="12700" cmpd="sng">
                          <a:noFill/>
                        </a:lnT>
                        <a:lnB w="38100" cmpd="sng">
                          <a:noFill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  <a:solidFill>
                          <a:srgbClr val="F8F9FC"/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pPr marL="0" marR="0" lvl="0" indent="0" algn="ctr" defTabSz="914400" rtl="0" eaLnBrk="1" fontAlgn="auto" latinLnBrk="1" hangingPunct="1">
                            <a:lnSpc>
                              <a:spcPct val="100000"/>
                            </a:lnSpc>
                            <a:spcBef>
                              <a:spcPts val="0"/>
                            </a:spcBef>
                            <a:spcAft>
                              <a:spcPts val="0"/>
                            </a:spcAft>
                            <a:buClrTx/>
                            <a:buSzTx/>
                            <a:buFontTx/>
                            <a:buNone/>
                            <a:tabLst/>
                            <a:defRPr/>
                          </a:pPr>
                          <a14:m>
                            <m:oMathPara xmlns:m="http://schemas.openxmlformats.org/officeDocument/2006/math">
                              <m:oMath>
                                <m:sSub>
                                  <m:sSubPr>
                                    <m:ctrlPr>
                                      <a:rPr kumimoji="0" lang="en-US" altLang="ko-KR" sz="3000" b="0" i="1" u="none" strike="noStrike" kern="1200" cap="none" spc="0" normalizeH="0" baseline="0" noProof="0" smtClean="0">
                                        <a:ln>
                                          <a:noFill/>
                                        </a:ln>
                                        <a:solidFill>
                                          <a:prstClr val="black"/>
                                        </a:solidFill>
                                        <a:effectLst/>
                                        <a:uLnTx/>
                                        <a:uFillTx/>
                                        <a:latin typeface="Cambria Math" panose="02040503050406030204" pitchFamily="18" charset="0"/>
                                        <a:cs typeface="+mn-cs"/>
                                      </a:rPr>
                                    </m:ctrlPr>
                                  </m:sSubPr>
                                  <m:e>
                                    <m:r>
                                      <a:rPr kumimoji="0" lang="en-US" altLang="ko-KR" sz="3000" b="0" i="1" u="none" strike="noStrike" kern="1200" cap="none" spc="0" normalizeH="0" baseline="0" noProof="0" smtClean="0">
                                        <a:ln>
                                          <a:noFill/>
                                        </a:ln>
                                        <a:solidFill>
                                          <a:prstClr val="black"/>
                                        </a:solidFill>
                                        <a:effectLst/>
                                        <a:uLnTx/>
                                        <a:uFillTx/>
                                        <a:latin typeface="Cambria Math" panose="02040503050406030204" pitchFamily="18" charset="0"/>
                                        <a:cs typeface="+mn-cs"/>
                                      </a:rPr>
                                      <m:t>𝑔</m:t>
                                    </m:r>
                                  </m:e>
                                  <m:sub>
                                    <m:r>
                                      <a:rPr kumimoji="0" lang="en-US" altLang="ko-KR" sz="3000" b="0" i="1" u="none" strike="noStrike" kern="1200" cap="none" spc="0" normalizeH="0" baseline="0" noProof="0" smtClean="0">
                                        <a:ln>
                                          <a:noFill/>
                                        </a:ln>
                                        <a:solidFill>
                                          <a:prstClr val="black"/>
                                        </a:solidFill>
                                        <a:effectLst/>
                                        <a:uLnTx/>
                                        <a:uFillTx/>
                                        <a:latin typeface="Cambria Math" panose="02040503050406030204" pitchFamily="18" charset="0"/>
                                        <a:cs typeface="+mn-cs"/>
                                      </a:rPr>
                                      <m:t>03</m:t>
                                    </m:r>
                                  </m:sub>
                                </m:sSub>
                              </m:oMath>
                            </m:oMathPara>
                          </a14:m>
                          <a:endParaRPr kumimoji="0" lang="ko-KR" altLang="en-US" sz="3000" b="0" i="0" u="none" strike="noStrike" kern="1200" cap="none" spc="0" normalizeH="0" baseline="0" noProof="0" dirty="0">
                            <a:ln>
                              <a:noFill/>
                            </a:ln>
                            <a:solidFill>
                              <a:prstClr val="black"/>
                            </a:solidFill>
                            <a:effectLst/>
                            <a:uLnTx/>
                            <a:uFillTx/>
                            <a:latin typeface="Calibri"/>
                            <a:ea typeface="맑은 고딕" panose="020B0503020000020004" pitchFamily="50" charset="-127"/>
                            <a:cs typeface="+mn-cs"/>
                          </a:endParaRPr>
                        </a:p>
                      </a:txBody>
                      <a:tcPr anchor="ctr">
                        <a:lnL w="12700" cmpd="sng">
                          <a:noFill/>
                        </a:lnL>
                        <a:lnR w="12700" cmpd="sng">
                          <a:noFill/>
                        </a:lnR>
                        <a:lnT w="12700" cmpd="sng">
                          <a:noFill/>
                        </a:lnT>
                        <a:lnB w="38100" cmpd="sng">
                          <a:noFill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  <a:solidFill>
                          <a:srgbClr val="F8F9FC"/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pPr marL="0" marR="0" lvl="0" indent="0" algn="ctr" defTabSz="914400" rtl="0" eaLnBrk="1" fontAlgn="auto" latinLnBrk="1" hangingPunct="1">
                            <a:lnSpc>
                              <a:spcPct val="100000"/>
                            </a:lnSpc>
                            <a:spcBef>
                              <a:spcPts val="0"/>
                            </a:spcBef>
                            <a:spcAft>
                              <a:spcPts val="0"/>
                            </a:spcAft>
                            <a:buClrTx/>
                            <a:buSzTx/>
                            <a:buFontTx/>
                            <a:buNone/>
                            <a:tabLst/>
                            <a:defRPr/>
                          </a:pPr>
                          <a14:m>
                            <m:oMathPara xmlns:m="http://schemas.openxmlformats.org/officeDocument/2006/math">
                              <m:oMath>
                                <m:sSub>
                                  <m:sSubPr>
                                    <m:ctrlPr>
                                      <a:rPr kumimoji="0" lang="en-US" altLang="ko-KR" sz="3000" b="0" i="1" u="none" strike="noStrike" kern="1200" cap="none" spc="0" normalizeH="0" baseline="0" noProof="0" smtClean="0">
                                        <a:ln>
                                          <a:noFill/>
                                        </a:ln>
                                        <a:solidFill>
                                          <a:prstClr val="black"/>
                                        </a:solidFill>
                                        <a:effectLst/>
                                        <a:uLnTx/>
                                        <a:uFillTx/>
                                        <a:latin typeface="Cambria Math" panose="02040503050406030204" pitchFamily="18" charset="0"/>
                                        <a:cs typeface="+mn-cs"/>
                                      </a:rPr>
                                    </m:ctrlPr>
                                  </m:sSubPr>
                                  <m:e>
                                    <m:r>
                                      <a:rPr kumimoji="0" lang="en-US" altLang="ko-KR" sz="3000" b="0" i="1" u="none" strike="noStrike" kern="1200" cap="none" spc="0" normalizeH="0" baseline="0" noProof="0" smtClean="0">
                                        <a:ln>
                                          <a:noFill/>
                                        </a:ln>
                                        <a:solidFill>
                                          <a:prstClr val="black"/>
                                        </a:solidFill>
                                        <a:effectLst/>
                                        <a:uLnTx/>
                                        <a:uFillTx/>
                                        <a:latin typeface="Cambria Math" panose="02040503050406030204" pitchFamily="18" charset="0"/>
                                        <a:cs typeface="+mn-cs"/>
                                      </a:rPr>
                                      <m:t>𝑔</m:t>
                                    </m:r>
                                  </m:e>
                                  <m:sub>
                                    <m:r>
                                      <a:rPr kumimoji="0" lang="en-US" altLang="ko-KR" sz="3000" b="0" i="1" u="none" strike="noStrike" kern="1200" cap="none" spc="0" normalizeH="0" baseline="0" noProof="0" smtClean="0">
                                        <a:ln>
                                          <a:noFill/>
                                        </a:ln>
                                        <a:solidFill>
                                          <a:prstClr val="black"/>
                                        </a:solidFill>
                                        <a:effectLst/>
                                        <a:uLnTx/>
                                        <a:uFillTx/>
                                        <a:latin typeface="Cambria Math" panose="02040503050406030204" pitchFamily="18" charset="0"/>
                                        <a:cs typeface="+mn-cs"/>
                                      </a:rPr>
                                      <m:t>04</m:t>
                                    </m:r>
                                  </m:sub>
                                </m:sSub>
                              </m:oMath>
                            </m:oMathPara>
                          </a14:m>
                          <a:endParaRPr kumimoji="0" lang="ko-KR" altLang="en-US" sz="3000" b="0" i="0" u="none" strike="noStrike" kern="1200" cap="none" spc="0" normalizeH="0" baseline="0" noProof="0" dirty="0">
                            <a:ln>
                              <a:noFill/>
                            </a:ln>
                            <a:solidFill>
                              <a:prstClr val="black"/>
                            </a:solidFill>
                            <a:effectLst/>
                            <a:uLnTx/>
                            <a:uFillTx/>
                            <a:latin typeface="Calibri"/>
                            <a:ea typeface="맑은 고딕" panose="020B0503020000020004" pitchFamily="50" charset="-127"/>
                            <a:cs typeface="+mn-cs"/>
                          </a:endParaRPr>
                        </a:p>
                      </a:txBody>
                      <a:tcPr anchor="ctr">
                        <a:lnL w="12700" cmpd="sng">
                          <a:noFill/>
                        </a:lnL>
                        <a:lnR w="12700" cmpd="sng">
                          <a:noFill/>
                        </a:lnR>
                        <a:lnT w="12700" cmpd="sng">
                          <a:noFill/>
                        </a:lnT>
                        <a:lnB w="38100" cmpd="sng">
                          <a:noFill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  <a:solidFill>
                          <a:srgbClr val="F8F9FC"/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pPr marL="0" marR="0" lvl="0" indent="0" algn="ctr" defTabSz="914400" rtl="0" eaLnBrk="1" fontAlgn="auto" latinLnBrk="1" hangingPunct="1">
                            <a:lnSpc>
                              <a:spcPct val="100000"/>
                            </a:lnSpc>
                            <a:spcBef>
                              <a:spcPts val="0"/>
                            </a:spcBef>
                            <a:spcAft>
                              <a:spcPts val="0"/>
                            </a:spcAft>
                            <a:buClrTx/>
                            <a:buSzTx/>
                            <a:buFontTx/>
                            <a:buNone/>
                            <a:tabLst/>
                            <a:defRPr/>
                          </a:pPr>
                          <a14:m>
                            <m:oMathPara xmlns:m="http://schemas.openxmlformats.org/officeDocument/2006/math">
                              <m:oMath>
                                <m:sSub>
                                  <m:sSubPr>
                                    <m:ctrlPr>
                                      <a:rPr kumimoji="0" lang="en-US" altLang="ko-KR" sz="3000" b="0" i="1" u="none" strike="noStrike" kern="1200" cap="none" spc="0" normalizeH="0" baseline="0" noProof="0" smtClean="0">
                                        <a:ln>
                                          <a:noFill/>
                                        </a:ln>
                                        <a:solidFill>
                                          <a:prstClr val="black"/>
                                        </a:solidFill>
                                        <a:effectLst/>
                                        <a:uLnTx/>
                                        <a:uFillTx/>
                                        <a:latin typeface="Cambria Math" panose="02040503050406030204" pitchFamily="18" charset="0"/>
                                        <a:cs typeface="+mn-cs"/>
                                      </a:rPr>
                                    </m:ctrlPr>
                                  </m:sSubPr>
                                  <m:e>
                                    <m:r>
                                      <a:rPr kumimoji="0" lang="en-US" altLang="ko-KR" sz="3000" b="0" i="1" u="none" strike="noStrike" kern="1200" cap="none" spc="0" normalizeH="0" baseline="0" noProof="0" smtClean="0">
                                        <a:ln>
                                          <a:noFill/>
                                        </a:ln>
                                        <a:solidFill>
                                          <a:prstClr val="black"/>
                                        </a:solidFill>
                                        <a:effectLst/>
                                        <a:uLnTx/>
                                        <a:uFillTx/>
                                        <a:latin typeface="Cambria Math" panose="02040503050406030204" pitchFamily="18" charset="0"/>
                                        <a:cs typeface="+mn-cs"/>
                                      </a:rPr>
                                      <m:t>𝑔</m:t>
                                    </m:r>
                                  </m:e>
                                  <m:sub>
                                    <m:r>
                                      <a:rPr kumimoji="0" lang="en-US" altLang="ko-KR" sz="3000" b="0" i="1" u="none" strike="noStrike" kern="1200" cap="none" spc="0" normalizeH="0" baseline="0" noProof="0" smtClean="0">
                                        <a:ln>
                                          <a:noFill/>
                                        </a:ln>
                                        <a:solidFill>
                                          <a:prstClr val="black"/>
                                        </a:solidFill>
                                        <a:effectLst/>
                                        <a:uLnTx/>
                                        <a:uFillTx/>
                                        <a:latin typeface="Cambria Math" panose="02040503050406030204" pitchFamily="18" charset="0"/>
                                        <a:cs typeface="+mn-cs"/>
                                      </a:rPr>
                                      <m:t>05</m:t>
                                    </m:r>
                                  </m:sub>
                                </m:sSub>
                              </m:oMath>
                            </m:oMathPara>
                          </a14:m>
                          <a:endParaRPr kumimoji="0" lang="ko-KR" altLang="en-US" sz="3000" b="0" i="0" u="none" strike="noStrike" kern="1200" cap="none" spc="0" normalizeH="0" baseline="0" noProof="0" dirty="0">
                            <a:ln>
                              <a:noFill/>
                            </a:ln>
                            <a:solidFill>
                              <a:prstClr val="black"/>
                            </a:solidFill>
                            <a:effectLst/>
                            <a:uLnTx/>
                            <a:uFillTx/>
                            <a:latin typeface="Calibri"/>
                            <a:ea typeface="맑은 고딕" panose="020B0503020000020004" pitchFamily="50" charset="-127"/>
                            <a:cs typeface="+mn-cs"/>
                          </a:endParaRPr>
                        </a:p>
                      </a:txBody>
                      <a:tcPr anchor="ctr">
                        <a:lnL w="12700" cmpd="sng">
                          <a:noFill/>
                        </a:lnL>
                        <a:lnR w="12700" cmpd="sng">
                          <a:noFill/>
                        </a:lnR>
                        <a:lnT w="12700" cmpd="sng">
                          <a:noFill/>
                        </a:lnT>
                        <a:lnB w="38100" cmpd="sng">
                          <a:noFill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  <a:solidFill>
                          <a:srgbClr val="F8F9FC"/>
                        </a:solidFill>
                      </a:tcPr>
                    </a:tc>
                    <a:extLst>
                      <a:ext uri="{0D108BD9-81ED-4DB2-BD59-A6C34878D82A}">
                        <a16:rowId xmlns:a16="http://schemas.microsoft.com/office/drawing/2014/main" val="2115575296"/>
                      </a:ext>
                    </a:extLst>
                  </a:tr>
                  <a:tr h="963297">
                    <a:tc>
                      <a:txBody>
                        <a:bodyPr/>
                        <a:lstStyle/>
                        <a:p>
                          <a:pPr marL="0" marR="0" lvl="0" indent="0" algn="ctr" defTabSz="914400" rtl="0" eaLnBrk="1" fontAlgn="auto" latinLnBrk="1" hangingPunct="1">
                            <a:lnSpc>
                              <a:spcPct val="100000"/>
                            </a:lnSpc>
                            <a:spcBef>
                              <a:spcPts val="0"/>
                            </a:spcBef>
                            <a:spcAft>
                              <a:spcPts val="0"/>
                            </a:spcAft>
                            <a:buClrTx/>
                            <a:buSzTx/>
                            <a:buFontTx/>
                            <a:buNone/>
                            <a:tabLst/>
                            <a:defRPr/>
                          </a:pPr>
                          <a14:m>
                            <m:oMathPara xmlns:m="http://schemas.openxmlformats.org/officeDocument/2006/math">
                              <m:oMath>
                                <m:sSub>
                                  <m:sSubPr>
                                    <m:ctrlPr>
                                      <a:rPr kumimoji="0" lang="en-US" altLang="ko-KR" sz="3000" b="0" i="1" u="none" strike="noStrike" kern="1200" cap="none" spc="0" normalizeH="0" baseline="0" noProof="0" smtClean="0">
                                        <a:ln>
                                          <a:noFill/>
                                        </a:ln>
                                        <a:solidFill>
                                          <a:prstClr val="black"/>
                                        </a:solidFill>
                                        <a:effectLst/>
                                        <a:uLnTx/>
                                        <a:uFillTx/>
                                        <a:latin typeface="Cambria Math" panose="02040503050406030204" pitchFamily="18" charset="0"/>
                                        <a:cs typeface="+mn-cs"/>
                                      </a:rPr>
                                    </m:ctrlPr>
                                  </m:sSubPr>
                                  <m:e>
                                    <m:r>
                                      <a:rPr kumimoji="0" lang="en-US" altLang="ko-KR" sz="3000" b="0" i="1" u="none" strike="noStrike" kern="1200" cap="none" spc="0" normalizeH="0" baseline="0" noProof="0" smtClean="0">
                                        <a:ln>
                                          <a:noFill/>
                                        </a:ln>
                                        <a:solidFill>
                                          <a:prstClr val="black"/>
                                        </a:solidFill>
                                        <a:effectLst/>
                                        <a:uLnTx/>
                                        <a:uFillTx/>
                                        <a:latin typeface="Cambria Math" panose="02040503050406030204" pitchFamily="18" charset="0"/>
                                        <a:cs typeface="+mn-cs"/>
                                      </a:rPr>
                                      <m:t>𝑔</m:t>
                                    </m:r>
                                  </m:e>
                                  <m:sub>
                                    <m:r>
                                      <a:rPr kumimoji="0" lang="en-US" altLang="ko-KR" sz="3000" b="0" i="1" u="none" strike="noStrike" kern="1200" cap="none" spc="0" normalizeH="0" baseline="0" noProof="0" smtClean="0">
                                        <a:ln>
                                          <a:noFill/>
                                        </a:ln>
                                        <a:solidFill>
                                          <a:prstClr val="black"/>
                                        </a:solidFill>
                                        <a:effectLst/>
                                        <a:uLnTx/>
                                        <a:uFillTx/>
                                        <a:latin typeface="Cambria Math" panose="02040503050406030204" pitchFamily="18" charset="0"/>
                                        <a:cs typeface="+mn-cs"/>
                                      </a:rPr>
                                      <m:t>10</m:t>
                                    </m:r>
                                  </m:sub>
                                </m:sSub>
                              </m:oMath>
                            </m:oMathPara>
                          </a14:m>
                          <a:endParaRPr kumimoji="0" lang="ko-KR" altLang="en-US" sz="3000" b="0" i="0" u="none" strike="noStrike" kern="1200" cap="none" spc="0" normalizeH="0" baseline="0" noProof="0" dirty="0">
                            <a:ln>
                              <a:noFill/>
                            </a:ln>
                            <a:solidFill>
                              <a:prstClr val="black"/>
                            </a:solidFill>
                            <a:effectLst/>
                            <a:uLnTx/>
                            <a:uFillTx/>
                            <a:latin typeface="+mn-lt"/>
                            <a:ea typeface="+mn-ea"/>
                            <a:cs typeface="+mn-cs"/>
                          </a:endParaRPr>
                        </a:p>
                      </a:txBody>
                      <a:tcPr marL="86950" marR="86950" marT="43475" marB="43475" anchor="ctr">
                        <a:lnL w="12700" cmpd="sng">
                          <a:noFill/>
                        </a:lnL>
                        <a:lnR w="12700" cmpd="sng">
                          <a:noFill/>
                        </a:lnR>
                        <a:lnT w="38100" cmpd="sng">
                          <a:noFill/>
                        </a:lnT>
                        <a:lnB w="12700" cmpd="sng">
                          <a:noFill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  <a:solidFill>
                          <a:srgbClr val="F8F9FC"/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pPr marL="0" marR="0" lvl="0" indent="0" algn="ctr" defTabSz="914400" rtl="0" eaLnBrk="1" fontAlgn="auto" latinLnBrk="1" hangingPunct="1">
                            <a:lnSpc>
                              <a:spcPct val="100000"/>
                            </a:lnSpc>
                            <a:spcBef>
                              <a:spcPts val="0"/>
                            </a:spcBef>
                            <a:spcAft>
                              <a:spcPts val="0"/>
                            </a:spcAft>
                            <a:buClrTx/>
                            <a:buSzTx/>
                            <a:buFontTx/>
                            <a:buNone/>
                            <a:tabLst/>
                            <a:defRPr/>
                          </a:pPr>
                          <a14:m>
                            <m:oMathPara xmlns:m="http://schemas.openxmlformats.org/officeDocument/2006/math">
                              <m:oMath>
                                <m:sSub>
                                  <m:sSubPr>
                                    <m:ctrlPr>
                                      <a:rPr kumimoji="0" lang="en-US" altLang="ko-KR" sz="3000" b="0" i="1" u="none" strike="noStrike" kern="1200" cap="none" spc="0" normalizeH="0" baseline="0" noProof="0" smtClean="0">
                                        <a:ln>
                                          <a:noFill/>
                                        </a:ln>
                                        <a:solidFill>
                                          <a:prstClr val="black"/>
                                        </a:solidFill>
                                        <a:effectLst/>
                                        <a:uLnTx/>
                                        <a:uFillTx/>
                                        <a:latin typeface="Cambria Math" panose="02040503050406030204" pitchFamily="18" charset="0"/>
                                        <a:cs typeface="+mn-cs"/>
                                      </a:rPr>
                                    </m:ctrlPr>
                                  </m:sSubPr>
                                  <m:e>
                                    <m:r>
                                      <a:rPr kumimoji="0" lang="en-US" altLang="ko-KR" sz="3000" b="0" i="1" u="none" strike="noStrike" kern="1200" cap="none" spc="0" normalizeH="0" baseline="0" noProof="0" smtClean="0">
                                        <a:ln>
                                          <a:noFill/>
                                        </a:ln>
                                        <a:solidFill>
                                          <a:prstClr val="black"/>
                                        </a:solidFill>
                                        <a:effectLst/>
                                        <a:uLnTx/>
                                        <a:uFillTx/>
                                        <a:latin typeface="Cambria Math" panose="02040503050406030204" pitchFamily="18" charset="0"/>
                                        <a:cs typeface="+mn-cs"/>
                                      </a:rPr>
                                      <m:t>𝑔</m:t>
                                    </m:r>
                                  </m:e>
                                  <m:sub>
                                    <m:r>
                                      <a:rPr kumimoji="0" lang="en-US" altLang="ko-KR" sz="3000" b="0" i="1" u="none" strike="noStrike" kern="1200" cap="none" spc="0" normalizeH="0" baseline="0" noProof="0" smtClean="0">
                                        <a:ln>
                                          <a:noFill/>
                                        </a:ln>
                                        <a:solidFill>
                                          <a:prstClr val="black"/>
                                        </a:solidFill>
                                        <a:effectLst/>
                                        <a:uLnTx/>
                                        <a:uFillTx/>
                                        <a:latin typeface="Cambria Math" panose="02040503050406030204" pitchFamily="18" charset="0"/>
                                        <a:cs typeface="+mn-cs"/>
                                      </a:rPr>
                                      <m:t>11</m:t>
                                    </m:r>
                                  </m:sub>
                                </m:sSub>
                              </m:oMath>
                            </m:oMathPara>
                          </a14:m>
                          <a:endParaRPr kumimoji="0" lang="ko-KR" altLang="en-US" sz="3000" b="0" i="0" u="none" strike="noStrike" kern="1200" cap="none" spc="0" normalizeH="0" baseline="0" noProof="0" dirty="0">
                            <a:ln>
                              <a:noFill/>
                            </a:ln>
                            <a:solidFill>
                              <a:prstClr val="black"/>
                            </a:solidFill>
                            <a:effectLst/>
                            <a:uLnTx/>
                            <a:uFillTx/>
                            <a:latin typeface="+mn-lt"/>
                            <a:ea typeface="+mn-ea"/>
                            <a:cs typeface="+mn-cs"/>
                          </a:endParaRPr>
                        </a:p>
                      </a:txBody>
                      <a:tcPr marL="86950" marR="86950" marT="43475" marB="43475" anchor="ctr">
                        <a:lnL w="12700" cmpd="sng">
                          <a:noFill/>
                        </a:lnL>
                        <a:lnR w="12700" cmpd="sng">
                          <a:noFill/>
                        </a:lnR>
                        <a:lnT w="38100" cmpd="sng">
                          <a:noFill/>
                        </a:lnT>
                        <a:lnB w="12700" cmpd="sng">
                          <a:noFill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  <a:solidFill>
                          <a:srgbClr val="F8F9FC"/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pPr algn="ctr" latinLnBrk="1"/>
                          <a14:m>
                            <m:oMathPara xmlns:m="http://schemas.openxmlformats.org/officeDocument/2006/math">
                              <m:oMath>
                                <m:sSub>
                                  <m:sSubPr>
                                    <m:ctrlPr>
                                      <a:rPr kumimoji="0" lang="en-US" altLang="ko-KR" sz="3000" b="0" i="1" u="none" strike="noStrike" kern="1200" cap="none" spc="0" normalizeH="0" baseline="0" noProof="0" smtClean="0">
                                        <a:ln>
                                          <a:noFill/>
                                        </a:ln>
                                        <a:solidFill>
                                          <a:prstClr val="black"/>
                                        </a:solidFill>
                                        <a:effectLst/>
                                        <a:uLnTx/>
                                        <a:uFillTx/>
                                        <a:latin typeface="Cambria Math" panose="02040503050406030204" pitchFamily="18" charset="0"/>
                                        <a:cs typeface="+mn-cs"/>
                                      </a:rPr>
                                    </m:ctrlPr>
                                  </m:sSubPr>
                                  <m:e>
                                    <m:r>
                                      <a:rPr kumimoji="0" lang="en-US" altLang="ko-KR" sz="3000" b="0" i="1" u="none" strike="noStrike" kern="1200" cap="none" spc="0" normalizeH="0" baseline="0" noProof="0" smtClean="0">
                                        <a:ln>
                                          <a:noFill/>
                                        </a:ln>
                                        <a:solidFill>
                                          <a:prstClr val="black"/>
                                        </a:solidFill>
                                        <a:effectLst/>
                                        <a:uLnTx/>
                                        <a:uFillTx/>
                                        <a:latin typeface="Cambria Math" panose="02040503050406030204" pitchFamily="18" charset="0"/>
                                        <a:cs typeface="+mn-cs"/>
                                      </a:rPr>
                                      <m:t>𝑔</m:t>
                                    </m:r>
                                  </m:e>
                                  <m:sub>
                                    <m:r>
                                      <a:rPr kumimoji="0" lang="en-US" altLang="ko-KR" sz="3000" b="0" i="1" u="none" strike="noStrike" kern="1200" cap="none" spc="0" normalizeH="0" baseline="0" noProof="0" smtClean="0">
                                        <a:ln>
                                          <a:noFill/>
                                        </a:ln>
                                        <a:solidFill>
                                          <a:prstClr val="black"/>
                                        </a:solidFill>
                                        <a:effectLst/>
                                        <a:uLnTx/>
                                        <a:uFillTx/>
                                        <a:latin typeface="Cambria Math" panose="02040503050406030204" pitchFamily="18" charset="0"/>
                                        <a:cs typeface="+mn-cs"/>
                                      </a:rPr>
                                      <m:t>12</m:t>
                                    </m:r>
                                  </m:sub>
                                </m:sSub>
                              </m:oMath>
                            </m:oMathPara>
                          </a14:m>
                          <a:endParaRPr lang="ko-KR" altLang="en-US" sz="3000" dirty="0"/>
                        </a:p>
                      </a:txBody>
                      <a:tcPr marL="86950" marR="86950" marT="43475" marB="43475" anchor="ctr">
                        <a:lnL w="12700" cmpd="sng">
                          <a:noFill/>
                        </a:lnL>
                        <a:lnR w="12700" cmpd="sng">
                          <a:noFill/>
                        </a:lnR>
                        <a:lnT w="38100" cmpd="sng">
                          <a:noFill/>
                        </a:lnT>
                        <a:lnB w="12700" cmpd="sng">
                          <a:noFill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  <a:solidFill>
                          <a:srgbClr val="F8F9FC"/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pPr algn="ctr" latinLnBrk="1"/>
                          <a14:m>
                            <m:oMathPara xmlns:m="http://schemas.openxmlformats.org/officeDocument/2006/math">
                              <m:oMath>
                                <m:sSub>
                                  <m:sSubPr>
                                    <m:ctrlPr>
                                      <a:rPr kumimoji="0" lang="en-US" altLang="ko-KR" sz="3000" b="0" i="1" u="none" strike="noStrike" kern="1200" cap="none" spc="0" normalizeH="0" baseline="0" noProof="0" smtClean="0">
                                        <a:ln>
                                          <a:noFill/>
                                        </a:ln>
                                        <a:solidFill>
                                          <a:prstClr val="black"/>
                                        </a:solidFill>
                                        <a:effectLst/>
                                        <a:uLnTx/>
                                        <a:uFillTx/>
                                        <a:latin typeface="Cambria Math" panose="02040503050406030204" pitchFamily="18" charset="0"/>
                                        <a:cs typeface="+mn-cs"/>
                                      </a:rPr>
                                    </m:ctrlPr>
                                  </m:sSubPr>
                                  <m:e>
                                    <m:r>
                                      <a:rPr kumimoji="0" lang="en-US" altLang="ko-KR" sz="3000" b="0" i="1" u="none" strike="noStrike" kern="1200" cap="none" spc="0" normalizeH="0" baseline="0" noProof="0" smtClean="0">
                                        <a:ln>
                                          <a:noFill/>
                                        </a:ln>
                                        <a:solidFill>
                                          <a:prstClr val="black"/>
                                        </a:solidFill>
                                        <a:effectLst/>
                                        <a:uLnTx/>
                                        <a:uFillTx/>
                                        <a:latin typeface="Cambria Math" panose="02040503050406030204" pitchFamily="18" charset="0"/>
                                        <a:cs typeface="+mn-cs"/>
                                      </a:rPr>
                                      <m:t>𝑔</m:t>
                                    </m:r>
                                  </m:e>
                                  <m:sub>
                                    <m:r>
                                      <a:rPr kumimoji="0" lang="en-US" altLang="ko-KR" sz="3000" b="0" i="1" u="none" strike="noStrike" kern="1200" cap="none" spc="0" normalizeH="0" baseline="0" noProof="0" smtClean="0">
                                        <a:ln>
                                          <a:noFill/>
                                        </a:ln>
                                        <a:solidFill>
                                          <a:prstClr val="black"/>
                                        </a:solidFill>
                                        <a:effectLst/>
                                        <a:uLnTx/>
                                        <a:uFillTx/>
                                        <a:latin typeface="Cambria Math" panose="02040503050406030204" pitchFamily="18" charset="0"/>
                                        <a:cs typeface="+mn-cs"/>
                                      </a:rPr>
                                      <m:t>13</m:t>
                                    </m:r>
                                  </m:sub>
                                </m:sSub>
                              </m:oMath>
                            </m:oMathPara>
                          </a14:m>
                          <a:endParaRPr lang="ko-KR" altLang="en-US" sz="3000" dirty="0"/>
                        </a:p>
                      </a:txBody>
                      <a:tcPr marL="86950" marR="86950" marT="43475" marB="43475" anchor="ctr">
                        <a:lnL w="12700" cmpd="sng">
                          <a:noFill/>
                        </a:lnL>
                        <a:lnR w="12700" cmpd="sng">
                          <a:noFill/>
                        </a:lnR>
                        <a:lnT w="38100" cmpd="sng">
                          <a:noFill/>
                        </a:lnT>
                        <a:lnB w="12700" cmpd="sng">
                          <a:noFill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  <a:solidFill>
                          <a:srgbClr val="F8F9FC"/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pPr algn="ctr" latinLnBrk="1"/>
                          <a14:m>
                            <m:oMathPara xmlns:m="http://schemas.openxmlformats.org/officeDocument/2006/math">
                              <m:oMath>
                                <m:sSub>
                                  <m:sSubPr>
                                    <m:ctrlPr>
                                      <a:rPr kumimoji="0" lang="en-US" altLang="ko-KR" sz="3000" b="0" i="1" u="none" strike="noStrike" kern="1200" cap="none" spc="0" normalizeH="0" baseline="0" noProof="0" smtClean="0">
                                        <a:ln>
                                          <a:noFill/>
                                        </a:ln>
                                        <a:solidFill>
                                          <a:prstClr val="black"/>
                                        </a:solidFill>
                                        <a:effectLst/>
                                        <a:uLnTx/>
                                        <a:uFillTx/>
                                        <a:latin typeface="Cambria Math" panose="02040503050406030204" pitchFamily="18" charset="0"/>
                                        <a:cs typeface="+mn-cs"/>
                                      </a:rPr>
                                    </m:ctrlPr>
                                  </m:sSubPr>
                                  <m:e>
                                    <m:r>
                                      <a:rPr kumimoji="0" lang="en-US" altLang="ko-KR" sz="3000" b="0" i="1" u="none" strike="noStrike" kern="1200" cap="none" spc="0" normalizeH="0" baseline="0" noProof="0" smtClean="0">
                                        <a:ln>
                                          <a:noFill/>
                                        </a:ln>
                                        <a:solidFill>
                                          <a:prstClr val="black"/>
                                        </a:solidFill>
                                        <a:effectLst/>
                                        <a:uLnTx/>
                                        <a:uFillTx/>
                                        <a:latin typeface="Cambria Math" panose="02040503050406030204" pitchFamily="18" charset="0"/>
                                        <a:cs typeface="+mn-cs"/>
                                      </a:rPr>
                                      <m:t>𝑔</m:t>
                                    </m:r>
                                  </m:e>
                                  <m:sub>
                                    <m:r>
                                      <a:rPr kumimoji="0" lang="en-US" altLang="ko-KR" sz="3000" b="0" i="1" u="none" strike="noStrike" kern="1200" cap="none" spc="0" normalizeH="0" baseline="0" noProof="0" smtClean="0">
                                        <a:ln>
                                          <a:noFill/>
                                        </a:ln>
                                        <a:solidFill>
                                          <a:prstClr val="black"/>
                                        </a:solidFill>
                                        <a:effectLst/>
                                        <a:uLnTx/>
                                        <a:uFillTx/>
                                        <a:latin typeface="Cambria Math" panose="02040503050406030204" pitchFamily="18" charset="0"/>
                                        <a:cs typeface="+mn-cs"/>
                                      </a:rPr>
                                      <m:t>14</m:t>
                                    </m:r>
                                  </m:sub>
                                </m:sSub>
                              </m:oMath>
                            </m:oMathPara>
                          </a14:m>
                          <a:endParaRPr lang="ko-KR" altLang="en-US" sz="3000" dirty="0"/>
                        </a:p>
                      </a:txBody>
                      <a:tcPr marL="86950" marR="86950" marT="43475" marB="43475" anchor="ctr">
                        <a:lnL w="12700" cmpd="sng">
                          <a:noFill/>
                        </a:lnL>
                        <a:lnR w="12700" cmpd="sng">
                          <a:noFill/>
                        </a:lnR>
                        <a:lnT w="38100" cmpd="sng">
                          <a:noFill/>
                        </a:lnT>
                        <a:lnB w="12700" cmpd="sng">
                          <a:noFill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  <a:solidFill>
                          <a:srgbClr val="F8F9FC"/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pPr algn="ctr" latinLnBrk="1"/>
                          <a14:m>
                            <m:oMathPara xmlns:m="http://schemas.openxmlformats.org/officeDocument/2006/math">
                              <m:oMath>
                                <m:sSub>
                                  <m:sSubPr>
                                    <m:ctrlPr>
                                      <a:rPr kumimoji="0" lang="en-US" altLang="ko-KR" sz="3000" b="0" i="1" u="none" strike="noStrike" kern="1200" cap="none" spc="0" normalizeH="0" baseline="0" noProof="0" smtClean="0">
                                        <a:ln>
                                          <a:noFill/>
                                        </a:ln>
                                        <a:solidFill>
                                          <a:prstClr val="black"/>
                                        </a:solidFill>
                                        <a:effectLst/>
                                        <a:uLnTx/>
                                        <a:uFillTx/>
                                        <a:latin typeface="Cambria Math" panose="02040503050406030204" pitchFamily="18" charset="0"/>
                                        <a:cs typeface="+mn-cs"/>
                                      </a:rPr>
                                    </m:ctrlPr>
                                  </m:sSubPr>
                                  <m:e>
                                    <m:r>
                                      <a:rPr kumimoji="0" lang="en-US" altLang="ko-KR" sz="3000" b="0" i="1" u="none" strike="noStrike" kern="1200" cap="none" spc="0" normalizeH="0" baseline="0" noProof="0" smtClean="0">
                                        <a:ln>
                                          <a:noFill/>
                                        </a:ln>
                                        <a:solidFill>
                                          <a:prstClr val="black"/>
                                        </a:solidFill>
                                        <a:effectLst/>
                                        <a:uLnTx/>
                                        <a:uFillTx/>
                                        <a:latin typeface="Cambria Math" panose="02040503050406030204" pitchFamily="18" charset="0"/>
                                        <a:cs typeface="+mn-cs"/>
                                      </a:rPr>
                                      <m:t>𝑔</m:t>
                                    </m:r>
                                  </m:e>
                                  <m:sub>
                                    <m:r>
                                      <a:rPr kumimoji="0" lang="en-US" altLang="ko-KR" sz="3000" b="0" i="1" u="none" strike="noStrike" kern="1200" cap="none" spc="0" normalizeH="0" baseline="0" noProof="0" smtClean="0">
                                        <a:ln>
                                          <a:noFill/>
                                        </a:ln>
                                        <a:solidFill>
                                          <a:prstClr val="black"/>
                                        </a:solidFill>
                                        <a:effectLst/>
                                        <a:uLnTx/>
                                        <a:uFillTx/>
                                        <a:latin typeface="Cambria Math" panose="02040503050406030204" pitchFamily="18" charset="0"/>
                                        <a:cs typeface="+mn-cs"/>
                                      </a:rPr>
                                      <m:t>15</m:t>
                                    </m:r>
                                  </m:sub>
                                </m:sSub>
                              </m:oMath>
                            </m:oMathPara>
                          </a14:m>
                          <a:endParaRPr lang="ko-KR" altLang="en-US" sz="3000" dirty="0"/>
                        </a:p>
                      </a:txBody>
                      <a:tcPr marL="86950" marR="86950" marT="43475" marB="43475" anchor="ctr">
                        <a:lnL w="12700" cmpd="sng">
                          <a:noFill/>
                        </a:lnL>
                        <a:lnR w="12700" cmpd="sng">
                          <a:noFill/>
                        </a:lnR>
                        <a:lnT w="38100" cmpd="sng">
                          <a:noFill/>
                        </a:lnT>
                        <a:lnB w="12700" cmpd="sng">
                          <a:noFill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  <a:solidFill>
                          <a:srgbClr val="F8F9FC"/>
                        </a:solidFill>
                      </a:tcPr>
                    </a:tc>
                    <a:extLst>
                      <a:ext uri="{0D108BD9-81ED-4DB2-BD59-A6C34878D82A}">
                        <a16:rowId xmlns:a16="http://schemas.microsoft.com/office/drawing/2014/main" val="1006389151"/>
                      </a:ext>
                    </a:extLst>
                  </a:tr>
                  <a:tr h="963297">
                    <a:tc>
                      <a:txBody>
                        <a:bodyPr/>
                        <a:lstStyle/>
                        <a:p>
                          <a:pPr marL="0" marR="0" lvl="0" indent="0" algn="ctr" defTabSz="457200" rtl="0" eaLnBrk="1" fontAlgn="auto" latinLnBrk="1" hangingPunct="1">
                            <a:lnSpc>
                              <a:spcPct val="100000"/>
                            </a:lnSpc>
                            <a:spcBef>
                              <a:spcPts val="0"/>
                            </a:spcBef>
                            <a:spcAft>
                              <a:spcPts val="0"/>
                            </a:spcAft>
                            <a:buClrTx/>
                            <a:buSzTx/>
                            <a:buFontTx/>
                            <a:buNone/>
                            <a:tabLst/>
                            <a:defRPr/>
                          </a:pPr>
                          <a14:m>
                            <m:oMathPara xmlns:m="http://schemas.openxmlformats.org/officeDocument/2006/math">
                              <m:oMath>
                                <m:sSub>
                                  <m:sSubPr>
                                    <m:ctrlPr>
                                      <a:rPr kumimoji="0" lang="en-US" altLang="ko-KR" sz="3000" b="0" i="1" u="none" strike="noStrike" kern="1200" cap="none" spc="0" normalizeH="0" baseline="0" noProof="0" smtClean="0">
                                        <a:ln>
                                          <a:noFill/>
                                        </a:ln>
                                        <a:solidFill>
                                          <a:prstClr val="black"/>
                                        </a:solidFill>
                                        <a:effectLst/>
                                        <a:uLnTx/>
                                        <a:uFillTx/>
                                        <a:latin typeface="Cambria Math" panose="02040503050406030204" pitchFamily="18" charset="0"/>
                                        <a:cs typeface="+mn-cs"/>
                                      </a:rPr>
                                    </m:ctrlPr>
                                  </m:sSubPr>
                                  <m:e>
                                    <m:r>
                                      <a:rPr kumimoji="0" lang="en-US" altLang="ko-KR" sz="3000" b="0" i="1" u="none" strike="noStrike" kern="1200" cap="none" spc="0" normalizeH="0" baseline="0" noProof="0" smtClean="0">
                                        <a:ln>
                                          <a:noFill/>
                                        </a:ln>
                                        <a:solidFill>
                                          <a:prstClr val="black"/>
                                        </a:solidFill>
                                        <a:effectLst/>
                                        <a:uLnTx/>
                                        <a:uFillTx/>
                                        <a:latin typeface="Cambria Math" panose="02040503050406030204" pitchFamily="18" charset="0"/>
                                        <a:cs typeface="+mn-cs"/>
                                      </a:rPr>
                                      <m:t>𝑔</m:t>
                                    </m:r>
                                  </m:e>
                                  <m:sub>
                                    <m:r>
                                      <a:rPr kumimoji="0" lang="en-US" altLang="ko-KR" sz="3000" b="0" i="1" u="none" strike="noStrike" kern="1200" cap="none" spc="0" normalizeH="0" baseline="0" noProof="0" smtClean="0">
                                        <a:ln>
                                          <a:noFill/>
                                        </a:ln>
                                        <a:solidFill>
                                          <a:prstClr val="black"/>
                                        </a:solidFill>
                                        <a:effectLst/>
                                        <a:uLnTx/>
                                        <a:uFillTx/>
                                        <a:latin typeface="Cambria Math" panose="02040503050406030204" pitchFamily="18" charset="0"/>
                                        <a:cs typeface="+mn-cs"/>
                                      </a:rPr>
                                      <m:t>20</m:t>
                                    </m:r>
                                  </m:sub>
                                </m:sSub>
                              </m:oMath>
                            </m:oMathPara>
                          </a14:m>
                          <a:endParaRPr lang="ko-KR" altLang="en-US" sz="3000" dirty="0"/>
                        </a:p>
                      </a:txBody>
                      <a:tcPr marL="86950" marR="86950" marT="43475" marB="43475" anchor="ctr">
                        <a:lnL w="12700" cmpd="sng">
                          <a:noFill/>
                        </a:lnL>
                        <a:lnR w="12700" cmpd="sng">
                          <a:noFill/>
                        </a:lnR>
                        <a:lnT w="12700" cmpd="sng">
                          <a:noFill/>
                        </a:lnT>
                        <a:lnB w="12700" cmpd="sng">
                          <a:noFill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  <a:solidFill>
                          <a:srgbClr val="F8F9FC"/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pPr marL="0" marR="0" lvl="0" indent="0" algn="ctr" defTabSz="457200" rtl="0" eaLnBrk="1" fontAlgn="auto" latinLnBrk="1" hangingPunct="1">
                            <a:lnSpc>
                              <a:spcPct val="100000"/>
                            </a:lnSpc>
                            <a:spcBef>
                              <a:spcPts val="0"/>
                            </a:spcBef>
                            <a:spcAft>
                              <a:spcPts val="0"/>
                            </a:spcAft>
                            <a:buClrTx/>
                            <a:buSzTx/>
                            <a:buFontTx/>
                            <a:buNone/>
                            <a:tabLst/>
                            <a:defRPr/>
                          </a:pPr>
                          <a14:m>
                            <m:oMathPara xmlns:m="http://schemas.openxmlformats.org/officeDocument/2006/math">
                              <m:oMath>
                                <m:sSub>
                                  <m:sSubPr>
                                    <m:ctrlPr>
                                      <a:rPr kumimoji="0" lang="en-US" altLang="ko-KR" sz="3000" b="0" i="1" u="none" strike="noStrike" kern="1200" cap="none" spc="0" normalizeH="0" baseline="0" noProof="0" smtClean="0">
                                        <a:ln>
                                          <a:noFill/>
                                        </a:ln>
                                        <a:solidFill>
                                          <a:prstClr val="black"/>
                                        </a:solidFill>
                                        <a:effectLst/>
                                        <a:uLnTx/>
                                        <a:uFillTx/>
                                        <a:latin typeface="Cambria Math" panose="02040503050406030204" pitchFamily="18" charset="0"/>
                                        <a:cs typeface="+mn-cs"/>
                                      </a:rPr>
                                    </m:ctrlPr>
                                  </m:sSubPr>
                                  <m:e>
                                    <m:r>
                                      <a:rPr kumimoji="0" lang="en-US" altLang="ko-KR" sz="3000" b="0" i="1" u="none" strike="noStrike" kern="1200" cap="none" spc="0" normalizeH="0" baseline="0" noProof="0" smtClean="0">
                                        <a:ln>
                                          <a:noFill/>
                                        </a:ln>
                                        <a:solidFill>
                                          <a:prstClr val="black"/>
                                        </a:solidFill>
                                        <a:effectLst/>
                                        <a:uLnTx/>
                                        <a:uFillTx/>
                                        <a:latin typeface="Cambria Math" panose="02040503050406030204" pitchFamily="18" charset="0"/>
                                        <a:cs typeface="+mn-cs"/>
                                      </a:rPr>
                                      <m:t>𝑔</m:t>
                                    </m:r>
                                  </m:e>
                                  <m:sub>
                                    <m:r>
                                      <a:rPr kumimoji="0" lang="en-US" altLang="ko-KR" sz="3000" b="0" i="1" u="none" strike="noStrike" kern="1200" cap="none" spc="0" normalizeH="0" baseline="0" noProof="0" smtClean="0">
                                        <a:ln>
                                          <a:noFill/>
                                        </a:ln>
                                        <a:solidFill>
                                          <a:prstClr val="black"/>
                                        </a:solidFill>
                                        <a:effectLst/>
                                        <a:uLnTx/>
                                        <a:uFillTx/>
                                        <a:latin typeface="Cambria Math" panose="02040503050406030204" pitchFamily="18" charset="0"/>
                                        <a:cs typeface="+mn-cs"/>
                                      </a:rPr>
                                      <m:t>21</m:t>
                                    </m:r>
                                  </m:sub>
                                </m:sSub>
                              </m:oMath>
                            </m:oMathPara>
                          </a14:m>
                          <a:endParaRPr lang="ko-KR" altLang="en-US" sz="3000" dirty="0"/>
                        </a:p>
                      </a:txBody>
                      <a:tcPr marL="86950" marR="86950" marT="43475" marB="43475" anchor="ctr">
                        <a:lnL w="12700" cmpd="sng">
                          <a:noFill/>
                        </a:lnL>
                        <a:lnR w="12700" cmpd="sng">
                          <a:noFill/>
                        </a:lnR>
                        <a:lnT w="12700" cmpd="sng">
                          <a:noFill/>
                        </a:lnT>
                        <a:lnB w="12700" cmpd="sng">
                          <a:noFill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  <a:solidFill>
                          <a:srgbClr val="F8F9FC"/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pPr marL="0" marR="0" lvl="0" indent="0" algn="ctr" defTabSz="457200" rtl="0" eaLnBrk="1" fontAlgn="auto" latinLnBrk="1" hangingPunct="1">
                            <a:lnSpc>
                              <a:spcPct val="100000"/>
                            </a:lnSpc>
                            <a:spcBef>
                              <a:spcPts val="0"/>
                            </a:spcBef>
                            <a:spcAft>
                              <a:spcPts val="0"/>
                            </a:spcAft>
                            <a:buClrTx/>
                            <a:buSzTx/>
                            <a:buFontTx/>
                            <a:buNone/>
                            <a:tabLst/>
                            <a:defRPr/>
                          </a:pPr>
                          <a14:m>
                            <m:oMathPara xmlns:m="http://schemas.openxmlformats.org/officeDocument/2006/math">
                              <m:oMath>
                                <m:sSub>
                                  <m:sSubPr>
                                    <m:ctrlPr>
                                      <a:rPr kumimoji="0" lang="en-US" altLang="ko-KR" sz="3000" b="0" i="1" u="none" strike="noStrike" kern="1200" cap="none" spc="0" normalizeH="0" baseline="0" noProof="0" smtClean="0">
                                        <a:ln>
                                          <a:noFill/>
                                        </a:ln>
                                        <a:solidFill>
                                          <a:prstClr val="black"/>
                                        </a:solidFill>
                                        <a:effectLst/>
                                        <a:uLnTx/>
                                        <a:uFillTx/>
                                        <a:latin typeface="Cambria Math" panose="02040503050406030204" pitchFamily="18" charset="0"/>
                                        <a:cs typeface="+mn-cs"/>
                                      </a:rPr>
                                    </m:ctrlPr>
                                  </m:sSubPr>
                                  <m:e>
                                    <m:r>
                                      <a:rPr kumimoji="0" lang="en-US" altLang="ko-KR" sz="3000" b="0" i="1" u="none" strike="noStrike" kern="1200" cap="none" spc="0" normalizeH="0" baseline="0" noProof="0" smtClean="0">
                                        <a:ln>
                                          <a:noFill/>
                                        </a:ln>
                                        <a:solidFill>
                                          <a:prstClr val="black"/>
                                        </a:solidFill>
                                        <a:effectLst/>
                                        <a:uLnTx/>
                                        <a:uFillTx/>
                                        <a:latin typeface="Cambria Math" panose="02040503050406030204" pitchFamily="18" charset="0"/>
                                        <a:cs typeface="+mn-cs"/>
                                      </a:rPr>
                                      <m:t>𝑔</m:t>
                                    </m:r>
                                  </m:e>
                                  <m:sub>
                                    <m:r>
                                      <a:rPr kumimoji="0" lang="en-US" altLang="ko-KR" sz="3000" b="0" i="1" u="none" strike="noStrike" kern="1200" cap="none" spc="0" normalizeH="0" baseline="0" noProof="0" smtClean="0">
                                        <a:ln>
                                          <a:noFill/>
                                        </a:ln>
                                        <a:solidFill>
                                          <a:prstClr val="black"/>
                                        </a:solidFill>
                                        <a:effectLst/>
                                        <a:uLnTx/>
                                        <a:uFillTx/>
                                        <a:latin typeface="Cambria Math" panose="02040503050406030204" pitchFamily="18" charset="0"/>
                                        <a:cs typeface="+mn-cs"/>
                                      </a:rPr>
                                      <m:t>22</m:t>
                                    </m:r>
                                  </m:sub>
                                </m:sSub>
                              </m:oMath>
                            </m:oMathPara>
                          </a14:m>
                          <a:endParaRPr lang="ko-KR" altLang="en-US" sz="3000" dirty="0"/>
                        </a:p>
                      </a:txBody>
                      <a:tcPr marL="86950" marR="86950" marT="43475" marB="43475" anchor="ctr">
                        <a:lnL w="12700" cmpd="sng">
                          <a:noFill/>
                        </a:lnL>
                        <a:lnR w="12700" cmpd="sng">
                          <a:noFill/>
                        </a:lnR>
                        <a:lnT w="12700" cmpd="sng">
                          <a:noFill/>
                        </a:lnT>
                        <a:lnB w="12700" cmpd="sng">
                          <a:noFill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  <a:solidFill>
                          <a:srgbClr val="F8F9FC"/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pPr marL="0" marR="0" lvl="0" indent="0" algn="ctr" defTabSz="457200" rtl="0" eaLnBrk="1" fontAlgn="auto" latinLnBrk="1" hangingPunct="1">
                            <a:lnSpc>
                              <a:spcPct val="100000"/>
                            </a:lnSpc>
                            <a:spcBef>
                              <a:spcPts val="0"/>
                            </a:spcBef>
                            <a:spcAft>
                              <a:spcPts val="0"/>
                            </a:spcAft>
                            <a:buClrTx/>
                            <a:buSzTx/>
                            <a:buFontTx/>
                            <a:buNone/>
                            <a:tabLst/>
                            <a:defRPr/>
                          </a:pPr>
                          <a14:m>
                            <m:oMathPara xmlns:m="http://schemas.openxmlformats.org/officeDocument/2006/math">
                              <m:oMath>
                                <m:sSub>
                                  <m:sSubPr>
                                    <m:ctrlPr>
                                      <a:rPr kumimoji="0" lang="en-US" altLang="ko-KR" sz="3000" b="0" i="1" u="none" strike="noStrike" kern="1200" cap="none" spc="0" normalizeH="0" baseline="0" noProof="0" smtClean="0">
                                        <a:ln>
                                          <a:noFill/>
                                        </a:ln>
                                        <a:solidFill>
                                          <a:prstClr val="black"/>
                                        </a:solidFill>
                                        <a:effectLst/>
                                        <a:uLnTx/>
                                        <a:uFillTx/>
                                        <a:latin typeface="Cambria Math" panose="02040503050406030204" pitchFamily="18" charset="0"/>
                                        <a:cs typeface="+mn-cs"/>
                                      </a:rPr>
                                    </m:ctrlPr>
                                  </m:sSubPr>
                                  <m:e>
                                    <m:r>
                                      <a:rPr kumimoji="0" lang="en-US" altLang="ko-KR" sz="3000" b="0" i="1" u="none" strike="noStrike" kern="1200" cap="none" spc="0" normalizeH="0" baseline="0" noProof="0" smtClean="0">
                                        <a:ln>
                                          <a:noFill/>
                                        </a:ln>
                                        <a:solidFill>
                                          <a:prstClr val="black"/>
                                        </a:solidFill>
                                        <a:effectLst/>
                                        <a:uLnTx/>
                                        <a:uFillTx/>
                                        <a:latin typeface="Cambria Math" panose="02040503050406030204" pitchFamily="18" charset="0"/>
                                        <a:cs typeface="+mn-cs"/>
                                      </a:rPr>
                                      <m:t>𝑔</m:t>
                                    </m:r>
                                  </m:e>
                                  <m:sub>
                                    <m:r>
                                      <a:rPr kumimoji="0" lang="en-US" altLang="ko-KR" sz="3000" b="0" i="1" u="none" strike="noStrike" kern="1200" cap="none" spc="0" normalizeH="0" baseline="0" noProof="0" smtClean="0">
                                        <a:ln>
                                          <a:noFill/>
                                        </a:ln>
                                        <a:solidFill>
                                          <a:prstClr val="black"/>
                                        </a:solidFill>
                                        <a:effectLst/>
                                        <a:uLnTx/>
                                        <a:uFillTx/>
                                        <a:latin typeface="Cambria Math" panose="02040503050406030204" pitchFamily="18" charset="0"/>
                                        <a:cs typeface="+mn-cs"/>
                                      </a:rPr>
                                      <m:t>23</m:t>
                                    </m:r>
                                  </m:sub>
                                </m:sSub>
                              </m:oMath>
                            </m:oMathPara>
                          </a14:m>
                          <a:endParaRPr lang="ko-KR" altLang="en-US" sz="3000" dirty="0"/>
                        </a:p>
                      </a:txBody>
                      <a:tcPr marL="86950" marR="86950" marT="43475" marB="43475" anchor="ctr">
                        <a:lnL w="12700" cmpd="sng">
                          <a:noFill/>
                        </a:lnL>
                        <a:lnR w="12700" cmpd="sng">
                          <a:noFill/>
                        </a:lnR>
                        <a:lnT w="12700" cmpd="sng">
                          <a:noFill/>
                        </a:lnT>
                        <a:lnB w="12700" cmpd="sng">
                          <a:noFill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  <a:solidFill>
                          <a:srgbClr val="F8F9FC"/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pPr algn="ctr" latinLnBrk="1"/>
                          <a14:m>
                            <m:oMathPara xmlns:m="http://schemas.openxmlformats.org/officeDocument/2006/math">
                              <m:oMath>
                                <m:sSub>
                                  <m:sSubPr>
                                    <m:ctrlPr>
                                      <a:rPr kumimoji="0" lang="en-US" altLang="ko-KR" sz="3000" b="0" i="1" u="none" strike="noStrike" kern="1200" cap="none" spc="0" normalizeH="0" baseline="0" noProof="0" smtClean="0">
                                        <a:ln>
                                          <a:noFill/>
                                        </a:ln>
                                        <a:solidFill>
                                          <a:prstClr val="black"/>
                                        </a:solidFill>
                                        <a:effectLst/>
                                        <a:uLnTx/>
                                        <a:uFillTx/>
                                        <a:latin typeface="Cambria Math" panose="02040503050406030204" pitchFamily="18" charset="0"/>
                                        <a:cs typeface="+mn-cs"/>
                                      </a:rPr>
                                    </m:ctrlPr>
                                  </m:sSubPr>
                                  <m:e>
                                    <m:r>
                                      <a:rPr kumimoji="0" lang="en-US" altLang="ko-KR" sz="3000" b="0" i="1" u="none" strike="noStrike" kern="1200" cap="none" spc="0" normalizeH="0" baseline="0" noProof="0" smtClean="0">
                                        <a:ln>
                                          <a:noFill/>
                                        </a:ln>
                                        <a:solidFill>
                                          <a:prstClr val="black"/>
                                        </a:solidFill>
                                        <a:effectLst/>
                                        <a:uLnTx/>
                                        <a:uFillTx/>
                                        <a:latin typeface="Cambria Math" panose="02040503050406030204" pitchFamily="18" charset="0"/>
                                        <a:cs typeface="+mn-cs"/>
                                      </a:rPr>
                                      <m:t>𝑔</m:t>
                                    </m:r>
                                  </m:e>
                                  <m:sub>
                                    <m:r>
                                      <a:rPr kumimoji="0" lang="en-US" altLang="ko-KR" sz="3000" b="0" i="1" u="none" strike="noStrike" kern="1200" cap="none" spc="0" normalizeH="0" baseline="0" noProof="0" smtClean="0">
                                        <a:ln>
                                          <a:noFill/>
                                        </a:ln>
                                        <a:solidFill>
                                          <a:prstClr val="black"/>
                                        </a:solidFill>
                                        <a:effectLst/>
                                        <a:uLnTx/>
                                        <a:uFillTx/>
                                        <a:latin typeface="Cambria Math" panose="02040503050406030204" pitchFamily="18" charset="0"/>
                                        <a:cs typeface="+mn-cs"/>
                                      </a:rPr>
                                      <m:t>24</m:t>
                                    </m:r>
                                  </m:sub>
                                </m:sSub>
                              </m:oMath>
                            </m:oMathPara>
                          </a14:m>
                          <a:endParaRPr lang="ko-KR" altLang="en-US" sz="3000" dirty="0"/>
                        </a:p>
                      </a:txBody>
                      <a:tcPr marL="86950" marR="86950" marT="43475" marB="43475" anchor="ctr">
                        <a:lnL w="12700" cmpd="sng">
                          <a:noFill/>
                        </a:lnL>
                        <a:lnR w="12700" cmpd="sng">
                          <a:noFill/>
                        </a:lnR>
                        <a:lnT w="12700" cmpd="sng">
                          <a:noFill/>
                        </a:lnT>
                        <a:lnB w="12700" cmpd="sng">
                          <a:noFill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  <a:solidFill>
                          <a:srgbClr val="F8F9FC"/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pPr algn="ctr" latinLnBrk="1"/>
                          <a14:m>
                            <m:oMathPara xmlns:m="http://schemas.openxmlformats.org/officeDocument/2006/math">
                              <m:oMath>
                                <m:sSub>
                                  <m:sSubPr>
                                    <m:ctrlPr>
                                      <a:rPr kumimoji="0" lang="en-US" altLang="ko-KR" sz="3000" b="0" i="1" u="none" strike="noStrike" kern="1200" cap="none" spc="0" normalizeH="0" baseline="0" noProof="0" smtClean="0">
                                        <a:ln>
                                          <a:noFill/>
                                        </a:ln>
                                        <a:solidFill>
                                          <a:prstClr val="black"/>
                                        </a:solidFill>
                                        <a:effectLst/>
                                        <a:uLnTx/>
                                        <a:uFillTx/>
                                        <a:latin typeface="Cambria Math" panose="02040503050406030204" pitchFamily="18" charset="0"/>
                                        <a:cs typeface="+mn-cs"/>
                                      </a:rPr>
                                    </m:ctrlPr>
                                  </m:sSubPr>
                                  <m:e>
                                    <m:r>
                                      <a:rPr kumimoji="0" lang="en-US" altLang="ko-KR" sz="3000" b="0" i="1" u="none" strike="noStrike" kern="1200" cap="none" spc="0" normalizeH="0" baseline="0" noProof="0" smtClean="0">
                                        <a:ln>
                                          <a:noFill/>
                                        </a:ln>
                                        <a:solidFill>
                                          <a:prstClr val="black"/>
                                        </a:solidFill>
                                        <a:effectLst/>
                                        <a:uLnTx/>
                                        <a:uFillTx/>
                                        <a:latin typeface="Cambria Math" panose="02040503050406030204" pitchFamily="18" charset="0"/>
                                        <a:cs typeface="+mn-cs"/>
                                      </a:rPr>
                                      <m:t>𝑔</m:t>
                                    </m:r>
                                  </m:e>
                                  <m:sub>
                                    <m:r>
                                      <a:rPr kumimoji="0" lang="en-US" altLang="ko-KR" sz="3000" b="0" i="1" u="none" strike="noStrike" kern="1200" cap="none" spc="0" normalizeH="0" baseline="0" noProof="0" smtClean="0">
                                        <a:ln>
                                          <a:noFill/>
                                        </a:ln>
                                        <a:solidFill>
                                          <a:prstClr val="black"/>
                                        </a:solidFill>
                                        <a:effectLst/>
                                        <a:uLnTx/>
                                        <a:uFillTx/>
                                        <a:latin typeface="Cambria Math" panose="02040503050406030204" pitchFamily="18" charset="0"/>
                                        <a:cs typeface="+mn-cs"/>
                                      </a:rPr>
                                      <m:t>25</m:t>
                                    </m:r>
                                  </m:sub>
                                </m:sSub>
                              </m:oMath>
                            </m:oMathPara>
                          </a14:m>
                          <a:endParaRPr lang="ko-KR" altLang="en-US" sz="3000" dirty="0"/>
                        </a:p>
                      </a:txBody>
                      <a:tcPr marL="86950" marR="86950" marT="43475" marB="43475" anchor="ctr">
                        <a:lnL w="12700" cmpd="sng">
                          <a:noFill/>
                        </a:lnL>
                        <a:lnR w="12700" cmpd="sng">
                          <a:noFill/>
                        </a:lnR>
                        <a:lnT w="12700" cmpd="sng">
                          <a:noFill/>
                        </a:lnT>
                        <a:lnB w="12700" cmpd="sng">
                          <a:noFill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  <a:solidFill>
                          <a:srgbClr val="F8F9FC"/>
                        </a:solidFill>
                      </a:tcPr>
                    </a:tc>
                    <a:extLst>
                      <a:ext uri="{0D108BD9-81ED-4DB2-BD59-A6C34878D82A}">
                        <a16:rowId xmlns:a16="http://schemas.microsoft.com/office/drawing/2014/main" val="491478089"/>
                      </a:ext>
                    </a:extLst>
                  </a:tr>
                  <a:tr h="963297">
                    <a:tc>
                      <a:txBody>
                        <a:bodyPr/>
                        <a:lstStyle/>
                        <a:p>
                          <a:pPr algn="ctr" latinLnBrk="1"/>
                          <a14:m>
                            <m:oMathPara xmlns:m="http://schemas.openxmlformats.org/officeDocument/2006/math">
                              <m:oMath>
                                <m:sSub>
                                  <m:sSubPr>
                                    <m:ctrlPr>
                                      <a:rPr kumimoji="0" lang="en-US" altLang="ko-KR" sz="3000" b="0" i="1" u="none" strike="noStrike" kern="1200" cap="none" spc="0" normalizeH="0" baseline="0" noProof="0" smtClean="0">
                                        <a:ln>
                                          <a:noFill/>
                                        </a:ln>
                                        <a:solidFill>
                                          <a:prstClr val="black"/>
                                        </a:solidFill>
                                        <a:effectLst/>
                                        <a:uLnTx/>
                                        <a:uFillTx/>
                                        <a:latin typeface="Cambria Math" panose="02040503050406030204" pitchFamily="18" charset="0"/>
                                        <a:cs typeface="+mn-cs"/>
                                      </a:rPr>
                                    </m:ctrlPr>
                                  </m:sSubPr>
                                  <m:e>
                                    <m:r>
                                      <a:rPr kumimoji="0" lang="en-US" altLang="ko-KR" sz="3000" b="0" i="1" u="none" strike="noStrike" kern="1200" cap="none" spc="0" normalizeH="0" baseline="0" noProof="0" smtClean="0">
                                        <a:ln>
                                          <a:noFill/>
                                        </a:ln>
                                        <a:solidFill>
                                          <a:prstClr val="black"/>
                                        </a:solidFill>
                                        <a:effectLst/>
                                        <a:uLnTx/>
                                        <a:uFillTx/>
                                        <a:latin typeface="Cambria Math" panose="02040503050406030204" pitchFamily="18" charset="0"/>
                                        <a:cs typeface="+mn-cs"/>
                                      </a:rPr>
                                      <m:t>𝑔</m:t>
                                    </m:r>
                                  </m:e>
                                  <m:sub>
                                    <m:r>
                                      <a:rPr kumimoji="0" lang="en-US" altLang="ko-KR" sz="3000" b="0" i="1" u="none" strike="noStrike" kern="1200" cap="none" spc="0" normalizeH="0" baseline="0" noProof="0" smtClean="0">
                                        <a:ln>
                                          <a:noFill/>
                                        </a:ln>
                                        <a:solidFill>
                                          <a:prstClr val="black"/>
                                        </a:solidFill>
                                        <a:effectLst/>
                                        <a:uLnTx/>
                                        <a:uFillTx/>
                                        <a:latin typeface="Cambria Math" panose="02040503050406030204" pitchFamily="18" charset="0"/>
                                        <a:cs typeface="+mn-cs"/>
                                      </a:rPr>
                                      <m:t>30</m:t>
                                    </m:r>
                                  </m:sub>
                                </m:sSub>
                              </m:oMath>
                            </m:oMathPara>
                          </a14:m>
                          <a:endParaRPr lang="ko-KR" altLang="en-US" sz="3000" dirty="0"/>
                        </a:p>
                      </a:txBody>
                      <a:tcPr marL="86950" marR="86950" marT="43475" marB="43475" anchor="ctr">
                        <a:lnL w="12700" cmpd="sng">
                          <a:noFill/>
                        </a:lnL>
                        <a:lnR w="12700" cmpd="sng">
                          <a:noFill/>
                        </a:lnR>
                        <a:lnT w="12700" cmpd="sng">
                          <a:noFill/>
                        </a:lnT>
                        <a:lnB w="12700" cmpd="sng">
                          <a:noFill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  <a:solidFill>
                          <a:srgbClr val="F8F9FC"/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pPr algn="ctr" latinLnBrk="1"/>
                          <a14:m>
                            <m:oMathPara xmlns:m="http://schemas.openxmlformats.org/officeDocument/2006/math">
                              <m:oMath>
                                <m:sSub>
                                  <m:sSubPr>
                                    <m:ctrlPr>
                                      <a:rPr kumimoji="0" lang="en-US" altLang="ko-KR" sz="3000" b="0" i="1" u="none" strike="noStrike" kern="1200" cap="none" spc="0" normalizeH="0" baseline="0" noProof="0" smtClean="0">
                                        <a:ln>
                                          <a:noFill/>
                                        </a:ln>
                                        <a:solidFill>
                                          <a:prstClr val="black"/>
                                        </a:solidFill>
                                        <a:effectLst/>
                                        <a:uLnTx/>
                                        <a:uFillTx/>
                                        <a:latin typeface="Cambria Math" panose="02040503050406030204" pitchFamily="18" charset="0"/>
                                        <a:cs typeface="+mn-cs"/>
                                      </a:rPr>
                                    </m:ctrlPr>
                                  </m:sSubPr>
                                  <m:e>
                                    <m:r>
                                      <a:rPr kumimoji="0" lang="en-US" altLang="ko-KR" sz="3000" b="0" i="1" u="none" strike="noStrike" kern="1200" cap="none" spc="0" normalizeH="0" baseline="0" noProof="0" smtClean="0">
                                        <a:ln>
                                          <a:noFill/>
                                        </a:ln>
                                        <a:solidFill>
                                          <a:prstClr val="black"/>
                                        </a:solidFill>
                                        <a:effectLst/>
                                        <a:uLnTx/>
                                        <a:uFillTx/>
                                        <a:latin typeface="Cambria Math" panose="02040503050406030204" pitchFamily="18" charset="0"/>
                                        <a:cs typeface="+mn-cs"/>
                                      </a:rPr>
                                      <m:t>𝑔</m:t>
                                    </m:r>
                                  </m:e>
                                  <m:sub>
                                    <m:r>
                                      <a:rPr kumimoji="0" lang="en-US" altLang="ko-KR" sz="3000" b="0" i="1" u="none" strike="noStrike" kern="1200" cap="none" spc="0" normalizeH="0" baseline="0" noProof="0" smtClean="0">
                                        <a:ln>
                                          <a:noFill/>
                                        </a:ln>
                                        <a:solidFill>
                                          <a:prstClr val="black"/>
                                        </a:solidFill>
                                        <a:effectLst/>
                                        <a:uLnTx/>
                                        <a:uFillTx/>
                                        <a:latin typeface="Cambria Math" panose="02040503050406030204" pitchFamily="18" charset="0"/>
                                        <a:cs typeface="+mn-cs"/>
                                      </a:rPr>
                                      <m:t>31</m:t>
                                    </m:r>
                                  </m:sub>
                                </m:sSub>
                              </m:oMath>
                            </m:oMathPara>
                          </a14:m>
                          <a:endParaRPr lang="ko-KR" altLang="en-US" sz="3000" dirty="0"/>
                        </a:p>
                      </a:txBody>
                      <a:tcPr marL="86950" marR="86950" marT="43475" marB="43475" anchor="ctr">
                        <a:lnL w="12700" cmpd="sng">
                          <a:noFill/>
                        </a:lnL>
                        <a:lnR w="12700" cmpd="sng">
                          <a:noFill/>
                        </a:lnR>
                        <a:lnT w="12700" cmpd="sng">
                          <a:noFill/>
                        </a:lnT>
                        <a:lnB w="12700" cmpd="sng">
                          <a:noFill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  <a:solidFill>
                          <a:srgbClr val="F8F9FC"/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pPr algn="ctr" latinLnBrk="1"/>
                          <a14:m>
                            <m:oMathPara xmlns:m="http://schemas.openxmlformats.org/officeDocument/2006/math">
                              <m:oMath>
                                <m:sSub>
                                  <m:sSubPr>
                                    <m:ctrlPr>
                                      <a:rPr kumimoji="0" lang="en-US" altLang="ko-KR" sz="3000" b="0" i="1" u="none" strike="noStrike" kern="1200" cap="none" spc="0" normalizeH="0" baseline="0" noProof="0" smtClean="0">
                                        <a:ln>
                                          <a:noFill/>
                                        </a:ln>
                                        <a:solidFill>
                                          <a:prstClr val="black"/>
                                        </a:solidFill>
                                        <a:effectLst/>
                                        <a:uLnTx/>
                                        <a:uFillTx/>
                                        <a:latin typeface="Cambria Math" panose="02040503050406030204" pitchFamily="18" charset="0"/>
                                        <a:cs typeface="+mn-cs"/>
                                      </a:rPr>
                                    </m:ctrlPr>
                                  </m:sSubPr>
                                  <m:e>
                                    <m:r>
                                      <a:rPr kumimoji="0" lang="en-US" altLang="ko-KR" sz="3000" b="0" i="1" u="none" strike="noStrike" kern="1200" cap="none" spc="0" normalizeH="0" baseline="0" noProof="0" smtClean="0">
                                        <a:ln>
                                          <a:noFill/>
                                        </a:ln>
                                        <a:solidFill>
                                          <a:prstClr val="black"/>
                                        </a:solidFill>
                                        <a:effectLst/>
                                        <a:uLnTx/>
                                        <a:uFillTx/>
                                        <a:latin typeface="Cambria Math" panose="02040503050406030204" pitchFamily="18" charset="0"/>
                                        <a:cs typeface="+mn-cs"/>
                                      </a:rPr>
                                      <m:t>𝑔</m:t>
                                    </m:r>
                                  </m:e>
                                  <m:sub>
                                    <m:r>
                                      <a:rPr kumimoji="0" lang="en-US" altLang="ko-KR" sz="3000" b="0" i="1" u="none" strike="noStrike" kern="1200" cap="none" spc="0" normalizeH="0" baseline="0" noProof="0" smtClean="0">
                                        <a:ln>
                                          <a:noFill/>
                                        </a:ln>
                                        <a:solidFill>
                                          <a:prstClr val="black"/>
                                        </a:solidFill>
                                        <a:effectLst/>
                                        <a:uLnTx/>
                                        <a:uFillTx/>
                                        <a:latin typeface="Cambria Math" panose="02040503050406030204" pitchFamily="18" charset="0"/>
                                        <a:cs typeface="+mn-cs"/>
                                      </a:rPr>
                                      <m:t>32</m:t>
                                    </m:r>
                                  </m:sub>
                                </m:sSub>
                              </m:oMath>
                            </m:oMathPara>
                          </a14:m>
                          <a:endParaRPr lang="ko-KR" altLang="en-US" sz="3000" dirty="0"/>
                        </a:p>
                      </a:txBody>
                      <a:tcPr marL="86950" marR="86950" marT="43475" marB="43475" anchor="ctr">
                        <a:lnL w="12700" cmpd="sng">
                          <a:noFill/>
                        </a:lnL>
                        <a:lnR w="12700" cmpd="sng">
                          <a:noFill/>
                        </a:lnR>
                        <a:lnT w="12700" cmpd="sng">
                          <a:noFill/>
                        </a:lnT>
                        <a:lnB w="12700" cmpd="sng">
                          <a:noFill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  <a:solidFill>
                          <a:srgbClr val="F8F9FC"/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pPr algn="ctr" latinLnBrk="1"/>
                          <a14:m>
                            <m:oMathPara xmlns:m="http://schemas.openxmlformats.org/officeDocument/2006/math">
                              <m:oMath>
                                <m:sSub>
                                  <m:sSubPr>
                                    <m:ctrlPr>
                                      <a:rPr kumimoji="0" lang="en-US" altLang="ko-KR" sz="3000" b="0" i="1" u="none" strike="noStrike" kern="1200" cap="none" spc="0" normalizeH="0" baseline="0" noProof="0" smtClean="0">
                                        <a:ln>
                                          <a:noFill/>
                                        </a:ln>
                                        <a:solidFill>
                                          <a:prstClr val="black"/>
                                        </a:solidFill>
                                        <a:effectLst/>
                                        <a:uLnTx/>
                                        <a:uFillTx/>
                                        <a:latin typeface="Cambria Math" panose="02040503050406030204" pitchFamily="18" charset="0"/>
                                        <a:cs typeface="+mn-cs"/>
                                      </a:rPr>
                                    </m:ctrlPr>
                                  </m:sSubPr>
                                  <m:e>
                                    <m:r>
                                      <a:rPr kumimoji="0" lang="en-US" altLang="ko-KR" sz="3000" b="0" i="1" u="none" strike="noStrike" kern="1200" cap="none" spc="0" normalizeH="0" baseline="0" noProof="0" smtClean="0">
                                        <a:ln>
                                          <a:noFill/>
                                        </a:ln>
                                        <a:solidFill>
                                          <a:prstClr val="black"/>
                                        </a:solidFill>
                                        <a:effectLst/>
                                        <a:uLnTx/>
                                        <a:uFillTx/>
                                        <a:latin typeface="Cambria Math" panose="02040503050406030204" pitchFamily="18" charset="0"/>
                                        <a:cs typeface="+mn-cs"/>
                                      </a:rPr>
                                      <m:t>𝑔</m:t>
                                    </m:r>
                                  </m:e>
                                  <m:sub>
                                    <m:r>
                                      <a:rPr kumimoji="0" lang="en-US" altLang="ko-KR" sz="3000" b="0" i="1" u="none" strike="noStrike" kern="1200" cap="none" spc="0" normalizeH="0" baseline="0" noProof="0" smtClean="0">
                                        <a:ln>
                                          <a:noFill/>
                                        </a:ln>
                                        <a:solidFill>
                                          <a:prstClr val="black"/>
                                        </a:solidFill>
                                        <a:effectLst/>
                                        <a:uLnTx/>
                                        <a:uFillTx/>
                                        <a:latin typeface="Cambria Math" panose="02040503050406030204" pitchFamily="18" charset="0"/>
                                        <a:cs typeface="+mn-cs"/>
                                      </a:rPr>
                                      <m:t>33</m:t>
                                    </m:r>
                                  </m:sub>
                                </m:sSub>
                              </m:oMath>
                            </m:oMathPara>
                          </a14:m>
                          <a:endParaRPr lang="ko-KR" altLang="en-US" sz="3000" dirty="0"/>
                        </a:p>
                      </a:txBody>
                      <a:tcPr marL="86950" marR="86950" marT="43475" marB="43475" anchor="ctr">
                        <a:lnL w="12700" cmpd="sng">
                          <a:noFill/>
                        </a:lnL>
                        <a:lnR w="12700" cmpd="sng">
                          <a:noFill/>
                        </a:lnR>
                        <a:lnT w="12700" cmpd="sng">
                          <a:noFill/>
                        </a:lnT>
                        <a:lnB w="12700" cmpd="sng">
                          <a:noFill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  <a:solidFill>
                          <a:srgbClr val="F8F9FC"/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pPr algn="ctr" latinLnBrk="1"/>
                          <a14:m>
                            <m:oMathPara xmlns:m="http://schemas.openxmlformats.org/officeDocument/2006/math">
                              <m:oMath>
                                <m:sSub>
                                  <m:sSubPr>
                                    <m:ctrlPr>
                                      <a:rPr kumimoji="0" lang="en-US" altLang="ko-KR" sz="3000" b="0" i="1" u="none" strike="noStrike" kern="1200" cap="none" spc="0" normalizeH="0" baseline="0" noProof="0" smtClean="0">
                                        <a:ln>
                                          <a:noFill/>
                                        </a:ln>
                                        <a:solidFill>
                                          <a:prstClr val="black"/>
                                        </a:solidFill>
                                        <a:effectLst/>
                                        <a:uLnTx/>
                                        <a:uFillTx/>
                                        <a:latin typeface="Cambria Math" panose="02040503050406030204" pitchFamily="18" charset="0"/>
                                        <a:cs typeface="+mn-cs"/>
                                      </a:rPr>
                                    </m:ctrlPr>
                                  </m:sSubPr>
                                  <m:e>
                                    <m:r>
                                      <a:rPr kumimoji="0" lang="en-US" altLang="ko-KR" sz="3000" b="0" i="1" u="none" strike="noStrike" kern="1200" cap="none" spc="0" normalizeH="0" baseline="0" noProof="0" smtClean="0">
                                        <a:ln>
                                          <a:noFill/>
                                        </a:ln>
                                        <a:solidFill>
                                          <a:prstClr val="black"/>
                                        </a:solidFill>
                                        <a:effectLst/>
                                        <a:uLnTx/>
                                        <a:uFillTx/>
                                        <a:latin typeface="Cambria Math" panose="02040503050406030204" pitchFamily="18" charset="0"/>
                                        <a:cs typeface="+mn-cs"/>
                                      </a:rPr>
                                      <m:t>𝑔</m:t>
                                    </m:r>
                                  </m:e>
                                  <m:sub>
                                    <m:r>
                                      <a:rPr kumimoji="0" lang="en-US" altLang="ko-KR" sz="3000" b="0" i="1" u="none" strike="noStrike" kern="1200" cap="none" spc="0" normalizeH="0" baseline="0" noProof="0" smtClean="0">
                                        <a:ln>
                                          <a:noFill/>
                                        </a:ln>
                                        <a:solidFill>
                                          <a:prstClr val="black"/>
                                        </a:solidFill>
                                        <a:effectLst/>
                                        <a:uLnTx/>
                                        <a:uFillTx/>
                                        <a:latin typeface="Cambria Math" panose="02040503050406030204" pitchFamily="18" charset="0"/>
                                        <a:cs typeface="+mn-cs"/>
                                      </a:rPr>
                                      <m:t>34</m:t>
                                    </m:r>
                                  </m:sub>
                                </m:sSub>
                              </m:oMath>
                            </m:oMathPara>
                          </a14:m>
                          <a:endParaRPr lang="ko-KR" altLang="en-US" sz="3000" dirty="0"/>
                        </a:p>
                      </a:txBody>
                      <a:tcPr marL="86950" marR="86950" marT="43475" marB="43475" anchor="ctr">
                        <a:lnL w="12700" cmpd="sng">
                          <a:noFill/>
                        </a:lnL>
                        <a:lnR w="12700" cmpd="sng">
                          <a:noFill/>
                        </a:lnR>
                        <a:lnT w="12700" cmpd="sng">
                          <a:noFill/>
                        </a:lnT>
                        <a:lnB w="12700" cmpd="sng">
                          <a:noFill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  <a:solidFill>
                          <a:srgbClr val="F8F9FC"/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pPr algn="ctr" latinLnBrk="1"/>
                          <a14:m>
                            <m:oMathPara xmlns:m="http://schemas.openxmlformats.org/officeDocument/2006/math">
                              <m:oMath>
                                <m:sSub>
                                  <m:sSubPr>
                                    <m:ctrlPr>
                                      <a:rPr kumimoji="0" lang="en-US" altLang="ko-KR" sz="3000" b="0" i="1" u="none" strike="noStrike" kern="1200" cap="none" spc="0" normalizeH="0" baseline="0" noProof="0" smtClean="0">
                                        <a:ln>
                                          <a:noFill/>
                                        </a:ln>
                                        <a:solidFill>
                                          <a:prstClr val="black"/>
                                        </a:solidFill>
                                        <a:effectLst/>
                                        <a:uLnTx/>
                                        <a:uFillTx/>
                                        <a:latin typeface="Cambria Math" panose="02040503050406030204" pitchFamily="18" charset="0"/>
                                        <a:cs typeface="+mn-cs"/>
                                      </a:rPr>
                                    </m:ctrlPr>
                                  </m:sSubPr>
                                  <m:e>
                                    <m:r>
                                      <a:rPr kumimoji="0" lang="en-US" altLang="ko-KR" sz="3000" b="0" i="1" u="none" strike="noStrike" kern="1200" cap="none" spc="0" normalizeH="0" baseline="0" noProof="0" smtClean="0">
                                        <a:ln>
                                          <a:noFill/>
                                        </a:ln>
                                        <a:solidFill>
                                          <a:prstClr val="black"/>
                                        </a:solidFill>
                                        <a:effectLst/>
                                        <a:uLnTx/>
                                        <a:uFillTx/>
                                        <a:latin typeface="Cambria Math" panose="02040503050406030204" pitchFamily="18" charset="0"/>
                                        <a:cs typeface="+mn-cs"/>
                                      </a:rPr>
                                      <m:t>𝑔</m:t>
                                    </m:r>
                                  </m:e>
                                  <m:sub>
                                    <m:r>
                                      <a:rPr kumimoji="0" lang="en-US" altLang="ko-KR" sz="3000" b="0" i="1" u="none" strike="noStrike" kern="1200" cap="none" spc="0" normalizeH="0" baseline="0" noProof="0" smtClean="0">
                                        <a:ln>
                                          <a:noFill/>
                                        </a:ln>
                                        <a:solidFill>
                                          <a:prstClr val="black"/>
                                        </a:solidFill>
                                        <a:effectLst/>
                                        <a:uLnTx/>
                                        <a:uFillTx/>
                                        <a:latin typeface="Cambria Math" panose="02040503050406030204" pitchFamily="18" charset="0"/>
                                        <a:cs typeface="+mn-cs"/>
                                      </a:rPr>
                                      <m:t>35</m:t>
                                    </m:r>
                                  </m:sub>
                                </m:sSub>
                              </m:oMath>
                            </m:oMathPara>
                          </a14:m>
                          <a:endParaRPr lang="ko-KR" altLang="en-US" sz="3000" dirty="0"/>
                        </a:p>
                      </a:txBody>
                      <a:tcPr marL="86950" marR="86950" marT="43475" marB="43475" anchor="ctr">
                        <a:lnL w="12700" cmpd="sng">
                          <a:noFill/>
                        </a:lnL>
                        <a:lnR w="12700" cmpd="sng">
                          <a:noFill/>
                        </a:lnR>
                        <a:lnT w="12700" cmpd="sng">
                          <a:noFill/>
                        </a:lnT>
                        <a:lnB w="12700" cmpd="sng">
                          <a:noFill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  <a:solidFill>
                          <a:srgbClr val="F8F9FC"/>
                        </a:solidFill>
                      </a:tcPr>
                    </a:tc>
                    <a:extLst>
                      <a:ext uri="{0D108BD9-81ED-4DB2-BD59-A6C34878D82A}">
                        <a16:rowId xmlns:a16="http://schemas.microsoft.com/office/drawing/2014/main" val="4032775834"/>
                      </a:ext>
                    </a:extLst>
                  </a:tr>
                  <a:tr h="963297">
                    <a:tc>
                      <a:txBody>
                        <a:bodyPr/>
                        <a:lstStyle/>
                        <a:p>
                          <a:pPr algn="ctr" latinLnBrk="1"/>
                          <a14:m>
                            <m:oMathPara xmlns:m="http://schemas.openxmlformats.org/officeDocument/2006/math">
                              <m:oMath>
                                <m:sSub>
                                  <m:sSubPr>
                                    <m:ctrlPr>
                                      <a:rPr kumimoji="0" lang="en-US" altLang="ko-KR" sz="3000" b="0" i="1" u="none" strike="noStrike" kern="1200" cap="none" spc="0" normalizeH="0" baseline="0" noProof="0" smtClean="0">
                                        <a:ln>
                                          <a:noFill/>
                                        </a:ln>
                                        <a:solidFill>
                                          <a:prstClr val="black"/>
                                        </a:solidFill>
                                        <a:effectLst/>
                                        <a:uLnTx/>
                                        <a:uFillTx/>
                                        <a:latin typeface="Cambria Math" panose="02040503050406030204" pitchFamily="18" charset="0"/>
                                        <a:cs typeface="+mn-cs"/>
                                      </a:rPr>
                                    </m:ctrlPr>
                                  </m:sSubPr>
                                  <m:e>
                                    <m:r>
                                      <a:rPr kumimoji="0" lang="en-US" altLang="ko-KR" sz="3000" b="0" i="1" u="none" strike="noStrike" kern="1200" cap="none" spc="0" normalizeH="0" baseline="0" noProof="0" smtClean="0">
                                        <a:ln>
                                          <a:noFill/>
                                        </a:ln>
                                        <a:solidFill>
                                          <a:prstClr val="black"/>
                                        </a:solidFill>
                                        <a:effectLst/>
                                        <a:uLnTx/>
                                        <a:uFillTx/>
                                        <a:latin typeface="Cambria Math" panose="02040503050406030204" pitchFamily="18" charset="0"/>
                                        <a:cs typeface="+mn-cs"/>
                                      </a:rPr>
                                      <m:t>𝑔</m:t>
                                    </m:r>
                                  </m:e>
                                  <m:sub>
                                    <m:r>
                                      <a:rPr kumimoji="0" lang="en-US" altLang="ko-KR" sz="3000" b="0" i="1" u="none" strike="noStrike" kern="1200" cap="none" spc="0" normalizeH="0" baseline="0" noProof="0" smtClean="0">
                                        <a:ln>
                                          <a:noFill/>
                                        </a:ln>
                                        <a:solidFill>
                                          <a:prstClr val="black"/>
                                        </a:solidFill>
                                        <a:effectLst/>
                                        <a:uLnTx/>
                                        <a:uFillTx/>
                                        <a:latin typeface="Cambria Math" panose="02040503050406030204" pitchFamily="18" charset="0"/>
                                        <a:cs typeface="+mn-cs"/>
                                      </a:rPr>
                                      <m:t>40</m:t>
                                    </m:r>
                                  </m:sub>
                                </m:sSub>
                              </m:oMath>
                            </m:oMathPara>
                          </a14:m>
                          <a:endParaRPr lang="ko-KR" altLang="en-US" sz="3000" dirty="0"/>
                        </a:p>
                      </a:txBody>
                      <a:tcPr marL="86950" marR="86950" marT="43475" marB="43475" anchor="ctr">
                        <a:lnL w="12700" cmpd="sng">
                          <a:noFill/>
                        </a:lnL>
                        <a:lnR w="12700" cmpd="sng">
                          <a:noFill/>
                        </a:lnR>
                        <a:lnT w="12700" cmpd="sng">
                          <a:noFill/>
                        </a:lnT>
                        <a:lnB w="12700" cmpd="sng">
                          <a:noFill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  <a:solidFill>
                          <a:srgbClr val="F8F9FC"/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pPr algn="ctr" latinLnBrk="1"/>
                          <a14:m>
                            <m:oMathPara xmlns:m="http://schemas.openxmlformats.org/officeDocument/2006/math">
                              <m:oMath>
                                <m:sSub>
                                  <m:sSubPr>
                                    <m:ctrlPr>
                                      <a:rPr kumimoji="0" lang="en-US" altLang="ko-KR" sz="3000" b="0" i="1" u="none" strike="noStrike" kern="1200" cap="none" spc="0" normalizeH="0" baseline="0" noProof="0" smtClean="0">
                                        <a:ln>
                                          <a:noFill/>
                                        </a:ln>
                                        <a:solidFill>
                                          <a:prstClr val="black"/>
                                        </a:solidFill>
                                        <a:effectLst/>
                                        <a:uLnTx/>
                                        <a:uFillTx/>
                                        <a:latin typeface="Cambria Math" panose="02040503050406030204" pitchFamily="18" charset="0"/>
                                        <a:cs typeface="+mn-cs"/>
                                      </a:rPr>
                                    </m:ctrlPr>
                                  </m:sSubPr>
                                  <m:e>
                                    <m:r>
                                      <a:rPr kumimoji="0" lang="en-US" altLang="ko-KR" sz="3000" b="0" i="1" u="none" strike="noStrike" kern="1200" cap="none" spc="0" normalizeH="0" baseline="0" noProof="0" smtClean="0">
                                        <a:ln>
                                          <a:noFill/>
                                        </a:ln>
                                        <a:solidFill>
                                          <a:prstClr val="black"/>
                                        </a:solidFill>
                                        <a:effectLst/>
                                        <a:uLnTx/>
                                        <a:uFillTx/>
                                        <a:latin typeface="Cambria Math" panose="02040503050406030204" pitchFamily="18" charset="0"/>
                                        <a:cs typeface="+mn-cs"/>
                                      </a:rPr>
                                      <m:t>𝑔</m:t>
                                    </m:r>
                                  </m:e>
                                  <m:sub>
                                    <m:r>
                                      <a:rPr kumimoji="0" lang="en-US" altLang="ko-KR" sz="3000" b="0" i="1" u="none" strike="noStrike" kern="1200" cap="none" spc="0" normalizeH="0" baseline="0" noProof="0" smtClean="0">
                                        <a:ln>
                                          <a:noFill/>
                                        </a:ln>
                                        <a:solidFill>
                                          <a:prstClr val="black"/>
                                        </a:solidFill>
                                        <a:effectLst/>
                                        <a:uLnTx/>
                                        <a:uFillTx/>
                                        <a:latin typeface="Cambria Math" panose="02040503050406030204" pitchFamily="18" charset="0"/>
                                        <a:cs typeface="+mn-cs"/>
                                      </a:rPr>
                                      <m:t>41</m:t>
                                    </m:r>
                                  </m:sub>
                                </m:sSub>
                              </m:oMath>
                            </m:oMathPara>
                          </a14:m>
                          <a:endParaRPr lang="ko-KR" altLang="en-US" sz="3000" dirty="0"/>
                        </a:p>
                      </a:txBody>
                      <a:tcPr marL="86950" marR="86950" marT="43475" marB="43475" anchor="ctr">
                        <a:lnL w="12700" cmpd="sng">
                          <a:noFill/>
                        </a:lnL>
                        <a:lnR w="12700" cmpd="sng">
                          <a:noFill/>
                        </a:lnR>
                        <a:lnT w="12700" cmpd="sng">
                          <a:noFill/>
                        </a:lnT>
                        <a:lnB w="12700" cmpd="sng">
                          <a:noFill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  <a:solidFill>
                          <a:srgbClr val="F8F9FC"/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pPr algn="ctr" latinLnBrk="1"/>
                          <a14:m>
                            <m:oMathPara xmlns:m="http://schemas.openxmlformats.org/officeDocument/2006/math">
                              <m:oMath>
                                <m:sSub>
                                  <m:sSubPr>
                                    <m:ctrlPr>
                                      <a:rPr kumimoji="0" lang="en-US" altLang="ko-KR" sz="3000" b="0" i="1" u="none" strike="noStrike" kern="1200" cap="none" spc="0" normalizeH="0" baseline="0" noProof="0" smtClean="0">
                                        <a:ln>
                                          <a:noFill/>
                                        </a:ln>
                                        <a:solidFill>
                                          <a:prstClr val="black"/>
                                        </a:solidFill>
                                        <a:effectLst/>
                                        <a:uLnTx/>
                                        <a:uFillTx/>
                                        <a:latin typeface="Cambria Math" panose="02040503050406030204" pitchFamily="18" charset="0"/>
                                        <a:cs typeface="+mn-cs"/>
                                      </a:rPr>
                                    </m:ctrlPr>
                                  </m:sSubPr>
                                  <m:e>
                                    <m:r>
                                      <a:rPr kumimoji="0" lang="en-US" altLang="ko-KR" sz="3000" b="0" i="1" u="none" strike="noStrike" kern="1200" cap="none" spc="0" normalizeH="0" baseline="0" noProof="0" smtClean="0">
                                        <a:ln>
                                          <a:noFill/>
                                        </a:ln>
                                        <a:solidFill>
                                          <a:prstClr val="black"/>
                                        </a:solidFill>
                                        <a:effectLst/>
                                        <a:uLnTx/>
                                        <a:uFillTx/>
                                        <a:latin typeface="Cambria Math" panose="02040503050406030204" pitchFamily="18" charset="0"/>
                                        <a:cs typeface="+mn-cs"/>
                                      </a:rPr>
                                      <m:t>𝑔</m:t>
                                    </m:r>
                                  </m:e>
                                  <m:sub>
                                    <m:r>
                                      <a:rPr kumimoji="0" lang="en-US" altLang="ko-KR" sz="3000" b="0" i="1" u="none" strike="noStrike" kern="1200" cap="none" spc="0" normalizeH="0" baseline="0" noProof="0" smtClean="0">
                                        <a:ln>
                                          <a:noFill/>
                                        </a:ln>
                                        <a:solidFill>
                                          <a:prstClr val="black"/>
                                        </a:solidFill>
                                        <a:effectLst/>
                                        <a:uLnTx/>
                                        <a:uFillTx/>
                                        <a:latin typeface="Cambria Math" panose="02040503050406030204" pitchFamily="18" charset="0"/>
                                        <a:cs typeface="+mn-cs"/>
                                      </a:rPr>
                                      <m:t>42</m:t>
                                    </m:r>
                                  </m:sub>
                                </m:sSub>
                              </m:oMath>
                            </m:oMathPara>
                          </a14:m>
                          <a:endParaRPr lang="ko-KR" altLang="en-US" sz="3000" dirty="0"/>
                        </a:p>
                      </a:txBody>
                      <a:tcPr marL="86950" marR="86950" marT="43475" marB="43475" anchor="ctr">
                        <a:lnL w="12700" cmpd="sng">
                          <a:noFill/>
                        </a:lnL>
                        <a:lnR w="12700" cmpd="sng">
                          <a:noFill/>
                        </a:lnR>
                        <a:lnT w="12700" cmpd="sng">
                          <a:noFill/>
                        </a:lnT>
                        <a:lnB w="12700" cmpd="sng">
                          <a:noFill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  <a:solidFill>
                          <a:srgbClr val="F8F9FC"/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pPr algn="ctr" latinLnBrk="1"/>
                          <a14:m>
                            <m:oMathPara xmlns:m="http://schemas.openxmlformats.org/officeDocument/2006/math">
                              <m:oMath>
                                <m:sSub>
                                  <m:sSubPr>
                                    <m:ctrlPr>
                                      <a:rPr kumimoji="0" lang="en-US" altLang="ko-KR" sz="3000" b="0" i="1" u="none" strike="noStrike" kern="1200" cap="none" spc="0" normalizeH="0" baseline="0" noProof="0" smtClean="0">
                                        <a:ln>
                                          <a:noFill/>
                                        </a:ln>
                                        <a:solidFill>
                                          <a:prstClr val="black"/>
                                        </a:solidFill>
                                        <a:effectLst/>
                                        <a:uLnTx/>
                                        <a:uFillTx/>
                                        <a:latin typeface="Cambria Math" panose="02040503050406030204" pitchFamily="18" charset="0"/>
                                        <a:cs typeface="+mn-cs"/>
                                      </a:rPr>
                                    </m:ctrlPr>
                                  </m:sSubPr>
                                  <m:e>
                                    <m:r>
                                      <a:rPr kumimoji="0" lang="en-US" altLang="ko-KR" sz="3000" b="0" i="1" u="none" strike="noStrike" kern="1200" cap="none" spc="0" normalizeH="0" baseline="0" noProof="0" smtClean="0">
                                        <a:ln>
                                          <a:noFill/>
                                        </a:ln>
                                        <a:solidFill>
                                          <a:prstClr val="black"/>
                                        </a:solidFill>
                                        <a:effectLst/>
                                        <a:uLnTx/>
                                        <a:uFillTx/>
                                        <a:latin typeface="Cambria Math" panose="02040503050406030204" pitchFamily="18" charset="0"/>
                                        <a:cs typeface="+mn-cs"/>
                                      </a:rPr>
                                      <m:t>𝑔</m:t>
                                    </m:r>
                                  </m:e>
                                  <m:sub>
                                    <m:r>
                                      <a:rPr kumimoji="0" lang="en-US" altLang="ko-KR" sz="3000" b="0" i="1" u="none" strike="noStrike" kern="1200" cap="none" spc="0" normalizeH="0" baseline="0" noProof="0" smtClean="0">
                                        <a:ln>
                                          <a:noFill/>
                                        </a:ln>
                                        <a:solidFill>
                                          <a:prstClr val="black"/>
                                        </a:solidFill>
                                        <a:effectLst/>
                                        <a:uLnTx/>
                                        <a:uFillTx/>
                                        <a:latin typeface="Cambria Math" panose="02040503050406030204" pitchFamily="18" charset="0"/>
                                        <a:cs typeface="+mn-cs"/>
                                      </a:rPr>
                                      <m:t>43</m:t>
                                    </m:r>
                                  </m:sub>
                                </m:sSub>
                              </m:oMath>
                            </m:oMathPara>
                          </a14:m>
                          <a:endParaRPr lang="ko-KR" altLang="en-US" sz="3000" dirty="0"/>
                        </a:p>
                      </a:txBody>
                      <a:tcPr marL="86950" marR="86950" marT="43475" marB="43475" anchor="ctr">
                        <a:lnL w="12700" cmpd="sng">
                          <a:noFill/>
                        </a:lnL>
                        <a:lnR w="12700" cmpd="sng">
                          <a:noFill/>
                        </a:lnR>
                        <a:lnT w="12700" cmpd="sng">
                          <a:noFill/>
                        </a:lnT>
                        <a:lnB w="12700" cmpd="sng">
                          <a:noFill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  <a:solidFill>
                          <a:srgbClr val="F8F9FC"/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pPr algn="ctr" latinLnBrk="1"/>
                          <a14:m>
                            <m:oMathPara xmlns:m="http://schemas.openxmlformats.org/officeDocument/2006/math">
                              <m:oMath>
                                <m:sSub>
                                  <m:sSubPr>
                                    <m:ctrlPr>
                                      <a:rPr kumimoji="0" lang="en-US" altLang="ko-KR" sz="3000" b="0" i="1" u="none" strike="noStrike" kern="1200" cap="none" spc="0" normalizeH="0" baseline="0" noProof="0" smtClean="0">
                                        <a:ln>
                                          <a:noFill/>
                                        </a:ln>
                                        <a:solidFill>
                                          <a:prstClr val="black"/>
                                        </a:solidFill>
                                        <a:effectLst/>
                                        <a:uLnTx/>
                                        <a:uFillTx/>
                                        <a:latin typeface="Cambria Math" panose="02040503050406030204" pitchFamily="18" charset="0"/>
                                        <a:cs typeface="+mn-cs"/>
                                      </a:rPr>
                                    </m:ctrlPr>
                                  </m:sSubPr>
                                  <m:e>
                                    <m:r>
                                      <a:rPr kumimoji="0" lang="en-US" altLang="ko-KR" sz="3000" b="0" i="1" u="none" strike="noStrike" kern="1200" cap="none" spc="0" normalizeH="0" baseline="0" noProof="0" smtClean="0">
                                        <a:ln>
                                          <a:noFill/>
                                        </a:ln>
                                        <a:solidFill>
                                          <a:prstClr val="black"/>
                                        </a:solidFill>
                                        <a:effectLst/>
                                        <a:uLnTx/>
                                        <a:uFillTx/>
                                        <a:latin typeface="Cambria Math" panose="02040503050406030204" pitchFamily="18" charset="0"/>
                                        <a:cs typeface="+mn-cs"/>
                                      </a:rPr>
                                      <m:t>𝑔</m:t>
                                    </m:r>
                                  </m:e>
                                  <m:sub>
                                    <m:r>
                                      <a:rPr kumimoji="0" lang="en-US" altLang="ko-KR" sz="3000" b="0" i="1" u="none" strike="noStrike" kern="1200" cap="none" spc="0" normalizeH="0" baseline="0" noProof="0" smtClean="0">
                                        <a:ln>
                                          <a:noFill/>
                                        </a:ln>
                                        <a:solidFill>
                                          <a:prstClr val="black"/>
                                        </a:solidFill>
                                        <a:effectLst/>
                                        <a:uLnTx/>
                                        <a:uFillTx/>
                                        <a:latin typeface="Cambria Math" panose="02040503050406030204" pitchFamily="18" charset="0"/>
                                        <a:cs typeface="+mn-cs"/>
                                      </a:rPr>
                                      <m:t>44</m:t>
                                    </m:r>
                                  </m:sub>
                                </m:sSub>
                              </m:oMath>
                            </m:oMathPara>
                          </a14:m>
                          <a:endParaRPr lang="ko-KR" altLang="en-US" sz="3000" dirty="0"/>
                        </a:p>
                      </a:txBody>
                      <a:tcPr marL="86950" marR="86950" marT="43475" marB="43475" anchor="ctr">
                        <a:lnL w="12700" cmpd="sng">
                          <a:noFill/>
                        </a:lnL>
                        <a:lnR w="12700" cmpd="sng">
                          <a:noFill/>
                        </a:lnR>
                        <a:lnT w="12700" cmpd="sng">
                          <a:noFill/>
                        </a:lnT>
                        <a:lnB w="12700" cmpd="sng">
                          <a:noFill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  <a:solidFill>
                          <a:srgbClr val="F8F9FC"/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pPr algn="ctr" latinLnBrk="1"/>
                          <a14:m>
                            <m:oMathPara xmlns:m="http://schemas.openxmlformats.org/officeDocument/2006/math">
                              <m:oMath>
                                <m:sSub>
                                  <m:sSubPr>
                                    <m:ctrlPr>
                                      <a:rPr kumimoji="0" lang="en-US" altLang="ko-KR" sz="3000" b="0" i="1" u="none" strike="noStrike" kern="1200" cap="none" spc="0" normalizeH="0" baseline="0" noProof="0" smtClean="0">
                                        <a:ln>
                                          <a:noFill/>
                                        </a:ln>
                                        <a:solidFill>
                                          <a:prstClr val="black"/>
                                        </a:solidFill>
                                        <a:effectLst/>
                                        <a:uLnTx/>
                                        <a:uFillTx/>
                                        <a:latin typeface="Cambria Math" panose="02040503050406030204" pitchFamily="18" charset="0"/>
                                        <a:cs typeface="+mn-cs"/>
                                      </a:rPr>
                                    </m:ctrlPr>
                                  </m:sSubPr>
                                  <m:e>
                                    <m:r>
                                      <a:rPr kumimoji="0" lang="en-US" altLang="ko-KR" sz="3000" b="0" i="1" u="none" strike="noStrike" kern="1200" cap="none" spc="0" normalizeH="0" baseline="0" noProof="0" smtClean="0">
                                        <a:ln>
                                          <a:noFill/>
                                        </a:ln>
                                        <a:solidFill>
                                          <a:prstClr val="black"/>
                                        </a:solidFill>
                                        <a:effectLst/>
                                        <a:uLnTx/>
                                        <a:uFillTx/>
                                        <a:latin typeface="Cambria Math" panose="02040503050406030204" pitchFamily="18" charset="0"/>
                                        <a:cs typeface="+mn-cs"/>
                                      </a:rPr>
                                      <m:t>𝑔</m:t>
                                    </m:r>
                                  </m:e>
                                  <m:sub>
                                    <m:r>
                                      <a:rPr kumimoji="0" lang="en-US" altLang="ko-KR" sz="3000" b="0" i="1" u="none" strike="noStrike" kern="1200" cap="none" spc="0" normalizeH="0" baseline="0" noProof="0" smtClean="0">
                                        <a:ln>
                                          <a:noFill/>
                                        </a:ln>
                                        <a:solidFill>
                                          <a:prstClr val="black"/>
                                        </a:solidFill>
                                        <a:effectLst/>
                                        <a:uLnTx/>
                                        <a:uFillTx/>
                                        <a:latin typeface="Cambria Math" panose="02040503050406030204" pitchFamily="18" charset="0"/>
                                        <a:cs typeface="+mn-cs"/>
                                      </a:rPr>
                                      <m:t>45</m:t>
                                    </m:r>
                                  </m:sub>
                                </m:sSub>
                              </m:oMath>
                            </m:oMathPara>
                          </a14:m>
                          <a:endParaRPr lang="ko-KR" altLang="en-US" sz="3000" dirty="0"/>
                        </a:p>
                      </a:txBody>
                      <a:tcPr marL="86950" marR="86950" marT="43475" marB="43475" anchor="ctr">
                        <a:lnL w="12700" cmpd="sng">
                          <a:noFill/>
                        </a:lnL>
                        <a:lnR w="12700" cmpd="sng">
                          <a:noFill/>
                        </a:lnR>
                        <a:lnT w="12700" cmpd="sng">
                          <a:noFill/>
                        </a:lnT>
                        <a:lnB w="12700" cmpd="sng">
                          <a:noFill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  <a:solidFill>
                          <a:srgbClr val="F8F9FC"/>
                        </a:solidFill>
                      </a:tcPr>
                    </a:tc>
                    <a:extLst>
                      <a:ext uri="{0D108BD9-81ED-4DB2-BD59-A6C34878D82A}">
                        <a16:rowId xmlns:a16="http://schemas.microsoft.com/office/drawing/2014/main" val="670153430"/>
                      </a:ext>
                    </a:extLst>
                  </a:tr>
                  <a:tr h="963297">
                    <a:tc>
                      <a:txBody>
                        <a:bodyPr/>
                        <a:lstStyle/>
                        <a:p>
                          <a:pPr algn="ctr" latinLnBrk="1"/>
                          <a14:m>
                            <m:oMathPara xmlns:m="http://schemas.openxmlformats.org/officeDocument/2006/math">
                              <m:oMath>
                                <m:sSub>
                                  <m:sSubPr>
                                    <m:ctrlPr>
                                      <a:rPr kumimoji="0" lang="en-US" altLang="ko-KR" sz="3000" b="0" i="1" u="none" strike="noStrike" kern="1200" cap="none" spc="0" normalizeH="0" baseline="0" noProof="0" smtClean="0">
                                        <a:ln>
                                          <a:noFill/>
                                        </a:ln>
                                        <a:solidFill>
                                          <a:prstClr val="black"/>
                                        </a:solidFill>
                                        <a:effectLst/>
                                        <a:uLnTx/>
                                        <a:uFillTx/>
                                        <a:latin typeface="Cambria Math" panose="02040503050406030204" pitchFamily="18" charset="0"/>
                                        <a:cs typeface="+mn-cs"/>
                                      </a:rPr>
                                    </m:ctrlPr>
                                  </m:sSubPr>
                                  <m:e>
                                    <m:r>
                                      <a:rPr kumimoji="0" lang="en-US" altLang="ko-KR" sz="3000" b="0" i="1" u="none" strike="noStrike" kern="1200" cap="none" spc="0" normalizeH="0" baseline="0" noProof="0" smtClean="0">
                                        <a:ln>
                                          <a:noFill/>
                                        </a:ln>
                                        <a:solidFill>
                                          <a:prstClr val="black"/>
                                        </a:solidFill>
                                        <a:effectLst/>
                                        <a:uLnTx/>
                                        <a:uFillTx/>
                                        <a:latin typeface="Cambria Math" panose="02040503050406030204" pitchFamily="18" charset="0"/>
                                        <a:cs typeface="+mn-cs"/>
                                      </a:rPr>
                                      <m:t>𝑔</m:t>
                                    </m:r>
                                  </m:e>
                                  <m:sub>
                                    <m:r>
                                      <a:rPr kumimoji="0" lang="en-US" altLang="ko-KR" sz="3000" b="0" i="1" u="none" strike="noStrike" kern="1200" cap="none" spc="0" normalizeH="0" baseline="0" noProof="0" smtClean="0">
                                        <a:ln>
                                          <a:noFill/>
                                        </a:ln>
                                        <a:solidFill>
                                          <a:prstClr val="black"/>
                                        </a:solidFill>
                                        <a:effectLst/>
                                        <a:uLnTx/>
                                        <a:uFillTx/>
                                        <a:latin typeface="Cambria Math" panose="02040503050406030204" pitchFamily="18" charset="0"/>
                                        <a:cs typeface="+mn-cs"/>
                                      </a:rPr>
                                      <m:t>50</m:t>
                                    </m:r>
                                  </m:sub>
                                </m:sSub>
                              </m:oMath>
                            </m:oMathPara>
                          </a14:m>
                          <a:endParaRPr lang="ko-KR" altLang="en-US" sz="3000" dirty="0"/>
                        </a:p>
                      </a:txBody>
                      <a:tcPr marL="86950" marR="86950" marT="43475" marB="43475" anchor="ctr">
                        <a:lnL w="12700" cmpd="sng">
                          <a:noFill/>
                        </a:lnL>
                        <a:lnR w="12700" cmpd="sng">
                          <a:noFill/>
                        </a:lnR>
                        <a:lnT w="12700" cmpd="sng">
                          <a:noFill/>
                        </a:lnT>
                        <a:lnB w="12700" cmpd="sng">
                          <a:noFill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  <a:solidFill>
                          <a:srgbClr val="F8F9FC"/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pPr algn="ctr" latinLnBrk="1"/>
                          <a14:m>
                            <m:oMathPara xmlns:m="http://schemas.openxmlformats.org/officeDocument/2006/math">
                              <m:oMath>
                                <m:sSub>
                                  <m:sSubPr>
                                    <m:ctrlPr>
                                      <a:rPr kumimoji="0" lang="en-US" altLang="ko-KR" sz="3000" b="0" i="1" u="none" strike="noStrike" kern="1200" cap="none" spc="0" normalizeH="0" baseline="0" noProof="0" smtClean="0">
                                        <a:ln>
                                          <a:noFill/>
                                        </a:ln>
                                        <a:solidFill>
                                          <a:prstClr val="black"/>
                                        </a:solidFill>
                                        <a:effectLst/>
                                        <a:uLnTx/>
                                        <a:uFillTx/>
                                        <a:latin typeface="Cambria Math" panose="02040503050406030204" pitchFamily="18" charset="0"/>
                                        <a:cs typeface="+mn-cs"/>
                                      </a:rPr>
                                    </m:ctrlPr>
                                  </m:sSubPr>
                                  <m:e>
                                    <m:r>
                                      <a:rPr kumimoji="0" lang="en-US" altLang="ko-KR" sz="3000" b="0" i="1" u="none" strike="noStrike" kern="1200" cap="none" spc="0" normalizeH="0" baseline="0" noProof="0" smtClean="0">
                                        <a:ln>
                                          <a:noFill/>
                                        </a:ln>
                                        <a:solidFill>
                                          <a:prstClr val="black"/>
                                        </a:solidFill>
                                        <a:effectLst/>
                                        <a:uLnTx/>
                                        <a:uFillTx/>
                                        <a:latin typeface="Cambria Math" panose="02040503050406030204" pitchFamily="18" charset="0"/>
                                        <a:cs typeface="+mn-cs"/>
                                      </a:rPr>
                                      <m:t>𝑔</m:t>
                                    </m:r>
                                  </m:e>
                                  <m:sub>
                                    <m:r>
                                      <a:rPr kumimoji="0" lang="en-US" altLang="ko-KR" sz="3000" b="0" i="1" u="none" strike="noStrike" kern="1200" cap="none" spc="0" normalizeH="0" baseline="0" noProof="0" smtClean="0">
                                        <a:ln>
                                          <a:noFill/>
                                        </a:ln>
                                        <a:solidFill>
                                          <a:prstClr val="black"/>
                                        </a:solidFill>
                                        <a:effectLst/>
                                        <a:uLnTx/>
                                        <a:uFillTx/>
                                        <a:latin typeface="Cambria Math" panose="02040503050406030204" pitchFamily="18" charset="0"/>
                                        <a:cs typeface="+mn-cs"/>
                                      </a:rPr>
                                      <m:t>51</m:t>
                                    </m:r>
                                  </m:sub>
                                </m:sSub>
                              </m:oMath>
                            </m:oMathPara>
                          </a14:m>
                          <a:endParaRPr lang="ko-KR" altLang="en-US" sz="3000" dirty="0"/>
                        </a:p>
                      </a:txBody>
                      <a:tcPr marL="86950" marR="86950" marT="43475" marB="43475" anchor="ctr">
                        <a:lnL w="12700" cmpd="sng">
                          <a:noFill/>
                        </a:lnL>
                        <a:lnR w="12700" cmpd="sng">
                          <a:noFill/>
                        </a:lnR>
                        <a:lnT w="12700" cmpd="sng">
                          <a:noFill/>
                        </a:lnT>
                        <a:lnB w="12700" cmpd="sng">
                          <a:noFill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  <a:solidFill>
                          <a:srgbClr val="F8F9FC"/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pPr algn="ctr" latinLnBrk="1"/>
                          <a14:m>
                            <m:oMathPara xmlns:m="http://schemas.openxmlformats.org/officeDocument/2006/math">
                              <m:oMath>
                                <m:sSub>
                                  <m:sSubPr>
                                    <m:ctrlPr>
                                      <a:rPr kumimoji="0" lang="en-US" altLang="ko-KR" sz="3000" b="0" i="1" u="none" strike="noStrike" kern="1200" cap="none" spc="0" normalizeH="0" baseline="0" noProof="0" smtClean="0">
                                        <a:ln>
                                          <a:noFill/>
                                        </a:ln>
                                        <a:solidFill>
                                          <a:prstClr val="black"/>
                                        </a:solidFill>
                                        <a:effectLst/>
                                        <a:uLnTx/>
                                        <a:uFillTx/>
                                        <a:latin typeface="Cambria Math" panose="02040503050406030204" pitchFamily="18" charset="0"/>
                                        <a:cs typeface="+mn-cs"/>
                                      </a:rPr>
                                    </m:ctrlPr>
                                  </m:sSubPr>
                                  <m:e>
                                    <m:r>
                                      <a:rPr kumimoji="0" lang="en-US" altLang="ko-KR" sz="3000" b="0" i="1" u="none" strike="noStrike" kern="1200" cap="none" spc="0" normalizeH="0" baseline="0" noProof="0" smtClean="0">
                                        <a:ln>
                                          <a:noFill/>
                                        </a:ln>
                                        <a:solidFill>
                                          <a:prstClr val="black"/>
                                        </a:solidFill>
                                        <a:effectLst/>
                                        <a:uLnTx/>
                                        <a:uFillTx/>
                                        <a:latin typeface="Cambria Math" panose="02040503050406030204" pitchFamily="18" charset="0"/>
                                        <a:cs typeface="+mn-cs"/>
                                      </a:rPr>
                                      <m:t>𝑔</m:t>
                                    </m:r>
                                  </m:e>
                                  <m:sub>
                                    <m:r>
                                      <a:rPr kumimoji="0" lang="en-US" altLang="ko-KR" sz="3000" b="0" i="1" u="none" strike="noStrike" kern="1200" cap="none" spc="0" normalizeH="0" baseline="0" noProof="0" smtClean="0">
                                        <a:ln>
                                          <a:noFill/>
                                        </a:ln>
                                        <a:solidFill>
                                          <a:prstClr val="black"/>
                                        </a:solidFill>
                                        <a:effectLst/>
                                        <a:uLnTx/>
                                        <a:uFillTx/>
                                        <a:latin typeface="Cambria Math" panose="02040503050406030204" pitchFamily="18" charset="0"/>
                                        <a:cs typeface="+mn-cs"/>
                                      </a:rPr>
                                      <m:t>52</m:t>
                                    </m:r>
                                  </m:sub>
                                </m:sSub>
                              </m:oMath>
                            </m:oMathPara>
                          </a14:m>
                          <a:endParaRPr lang="ko-KR" altLang="en-US" sz="3000" dirty="0"/>
                        </a:p>
                      </a:txBody>
                      <a:tcPr marL="86950" marR="86950" marT="43475" marB="43475" anchor="ctr">
                        <a:lnL w="12700" cmpd="sng">
                          <a:noFill/>
                        </a:lnL>
                        <a:lnR w="12700" cmpd="sng">
                          <a:noFill/>
                        </a:lnR>
                        <a:lnT w="12700" cmpd="sng">
                          <a:noFill/>
                        </a:lnT>
                        <a:lnB w="12700" cmpd="sng">
                          <a:noFill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  <a:solidFill>
                          <a:srgbClr val="F8F9FC"/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pPr algn="ctr" latinLnBrk="1"/>
                          <a14:m>
                            <m:oMathPara xmlns:m="http://schemas.openxmlformats.org/officeDocument/2006/math">
                              <m:oMath>
                                <m:sSub>
                                  <m:sSubPr>
                                    <m:ctrlPr>
                                      <a:rPr kumimoji="0" lang="en-US" altLang="ko-KR" sz="3000" b="0" i="1" u="none" strike="noStrike" kern="1200" cap="none" spc="0" normalizeH="0" baseline="0" noProof="0" smtClean="0">
                                        <a:ln>
                                          <a:noFill/>
                                        </a:ln>
                                        <a:solidFill>
                                          <a:prstClr val="black"/>
                                        </a:solidFill>
                                        <a:effectLst/>
                                        <a:uLnTx/>
                                        <a:uFillTx/>
                                        <a:latin typeface="Cambria Math" panose="02040503050406030204" pitchFamily="18" charset="0"/>
                                        <a:cs typeface="+mn-cs"/>
                                      </a:rPr>
                                    </m:ctrlPr>
                                  </m:sSubPr>
                                  <m:e>
                                    <m:r>
                                      <a:rPr kumimoji="0" lang="en-US" altLang="ko-KR" sz="3000" b="0" i="1" u="none" strike="noStrike" kern="1200" cap="none" spc="0" normalizeH="0" baseline="0" noProof="0" smtClean="0">
                                        <a:ln>
                                          <a:noFill/>
                                        </a:ln>
                                        <a:solidFill>
                                          <a:prstClr val="black"/>
                                        </a:solidFill>
                                        <a:effectLst/>
                                        <a:uLnTx/>
                                        <a:uFillTx/>
                                        <a:latin typeface="Cambria Math" panose="02040503050406030204" pitchFamily="18" charset="0"/>
                                        <a:cs typeface="+mn-cs"/>
                                      </a:rPr>
                                      <m:t>𝑔</m:t>
                                    </m:r>
                                  </m:e>
                                  <m:sub>
                                    <m:r>
                                      <a:rPr kumimoji="0" lang="en-US" altLang="ko-KR" sz="3000" b="0" i="1" u="none" strike="noStrike" kern="1200" cap="none" spc="0" normalizeH="0" baseline="0" noProof="0" smtClean="0">
                                        <a:ln>
                                          <a:noFill/>
                                        </a:ln>
                                        <a:solidFill>
                                          <a:prstClr val="black"/>
                                        </a:solidFill>
                                        <a:effectLst/>
                                        <a:uLnTx/>
                                        <a:uFillTx/>
                                        <a:latin typeface="Cambria Math" panose="02040503050406030204" pitchFamily="18" charset="0"/>
                                        <a:cs typeface="+mn-cs"/>
                                      </a:rPr>
                                      <m:t>53</m:t>
                                    </m:r>
                                  </m:sub>
                                </m:sSub>
                              </m:oMath>
                            </m:oMathPara>
                          </a14:m>
                          <a:endParaRPr lang="ko-KR" altLang="en-US" sz="3000" dirty="0"/>
                        </a:p>
                      </a:txBody>
                      <a:tcPr marL="86950" marR="86950" marT="43475" marB="43475" anchor="ctr">
                        <a:lnL w="12700" cmpd="sng">
                          <a:noFill/>
                        </a:lnL>
                        <a:lnR w="12700" cmpd="sng">
                          <a:noFill/>
                        </a:lnR>
                        <a:lnT w="12700" cmpd="sng">
                          <a:noFill/>
                        </a:lnT>
                        <a:lnB w="12700" cmpd="sng">
                          <a:noFill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  <a:solidFill>
                          <a:srgbClr val="F8F9FC"/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pPr algn="ctr" latinLnBrk="1"/>
                          <a14:m>
                            <m:oMathPara xmlns:m="http://schemas.openxmlformats.org/officeDocument/2006/math">
                              <m:oMath>
                                <m:sSub>
                                  <m:sSubPr>
                                    <m:ctrlPr>
                                      <a:rPr kumimoji="0" lang="en-US" altLang="ko-KR" sz="3000" b="0" i="1" u="none" strike="noStrike" kern="1200" cap="none" spc="0" normalizeH="0" baseline="0" noProof="0" smtClean="0">
                                        <a:ln>
                                          <a:noFill/>
                                        </a:ln>
                                        <a:solidFill>
                                          <a:prstClr val="black"/>
                                        </a:solidFill>
                                        <a:effectLst/>
                                        <a:uLnTx/>
                                        <a:uFillTx/>
                                        <a:latin typeface="Cambria Math" panose="02040503050406030204" pitchFamily="18" charset="0"/>
                                        <a:cs typeface="+mn-cs"/>
                                      </a:rPr>
                                    </m:ctrlPr>
                                  </m:sSubPr>
                                  <m:e>
                                    <m:r>
                                      <a:rPr kumimoji="0" lang="en-US" altLang="ko-KR" sz="3000" b="0" i="1" u="none" strike="noStrike" kern="1200" cap="none" spc="0" normalizeH="0" baseline="0" noProof="0" smtClean="0">
                                        <a:ln>
                                          <a:noFill/>
                                        </a:ln>
                                        <a:solidFill>
                                          <a:prstClr val="black"/>
                                        </a:solidFill>
                                        <a:effectLst/>
                                        <a:uLnTx/>
                                        <a:uFillTx/>
                                        <a:latin typeface="Cambria Math" panose="02040503050406030204" pitchFamily="18" charset="0"/>
                                        <a:cs typeface="+mn-cs"/>
                                      </a:rPr>
                                      <m:t>𝑔</m:t>
                                    </m:r>
                                  </m:e>
                                  <m:sub>
                                    <m:r>
                                      <a:rPr kumimoji="0" lang="en-US" altLang="ko-KR" sz="3000" b="0" i="1" u="none" strike="noStrike" kern="1200" cap="none" spc="0" normalizeH="0" baseline="0" noProof="0" smtClean="0">
                                        <a:ln>
                                          <a:noFill/>
                                        </a:ln>
                                        <a:solidFill>
                                          <a:prstClr val="black"/>
                                        </a:solidFill>
                                        <a:effectLst/>
                                        <a:uLnTx/>
                                        <a:uFillTx/>
                                        <a:latin typeface="Cambria Math" panose="02040503050406030204" pitchFamily="18" charset="0"/>
                                        <a:cs typeface="+mn-cs"/>
                                      </a:rPr>
                                      <m:t>54</m:t>
                                    </m:r>
                                  </m:sub>
                                </m:sSub>
                              </m:oMath>
                            </m:oMathPara>
                          </a14:m>
                          <a:endParaRPr lang="ko-KR" altLang="en-US" sz="3000" dirty="0"/>
                        </a:p>
                      </a:txBody>
                      <a:tcPr marL="86950" marR="86950" marT="43475" marB="43475" anchor="ctr">
                        <a:lnL w="12700" cmpd="sng">
                          <a:noFill/>
                        </a:lnL>
                        <a:lnR w="12700" cmpd="sng">
                          <a:noFill/>
                        </a:lnR>
                        <a:lnT w="12700" cmpd="sng">
                          <a:noFill/>
                        </a:lnT>
                        <a:lnB w="12700" cmpd="sng">
                          <a:noFill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  <a:solidFill>
                          <a:srgbClr val="F8F9FC"/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pPr algn="ctr" latinLnBrk="1"/>
                          <a14:m>
                            <m:oMathPara xmlns:m="http://schemas.openxmlformats.org/officeDocument/2006/math">
                              <m:oMath>
                                <m:sSub>
                                  <m:sSubPr>
                                    <m:ctrlPr>
                                      <a:rPr kumimoji="0" lang="en-US" altLang="ko-KR" sz="3000" b="0" i="1" u="none" strike="noStrike" kern="1200" cap="none" spc="0" normalizeH="0" baseline="0" noProof="0" smtClean="0">
                                        <a:ln>
                                          <a:noFill/>
                                        </a:ln>
                                        <a:solidFill>
                                          <a:prstClr val="black"/>
                                        </a:solidFill>
                                        <a:effectLst/>
                                        <a:uLnTx/>
                                        <a:uFillTx/>
                                        <a:latin typeface="Cambria Math" panose="02040503050406030204" pitchFamily="18" charset="0"/>
                                        <a:cs typeface="+mn-cs"/>
                                      </a:rPr>
                                    </m:ctrlPr>
                                  </m:sSubPr>
                                  <m:e>
                                    <m:r>
                                      <a:rPr kumimoji="0" lang="en-US" altLang="ko-KR" sz="3000" b="0" i="1" u="none" strike="noStrike" kern="1200" cap="none" spc="0" normalizeH="0" baseline="0" noProof="0" smtClean="0">
                                        <a:ln>
                                          <a:noFill/>
                                        </a:ln>
                                        <a:solidFill>
                                          <a:prstClr val="black"/>
                                        </a:solidFill>
                                        <a:effectLst/>
                                        <a:uLnTx/>
                                        <a:uFillTx/>
                                        <a:latin typeface="Cambria Math" panose="02040503050406030204" pitchFamily="18" charset="0"/>
                                        <a:cs typeface="+mn-cs"/>
                                      </a:rPr>
                                      <m:t>𝑔</m:t>
                                    </m:r>
                                  </m:e>
                                  <m:sub>
                                    <m:r>
                                      <a:rPr kumimoji="0" lang="en-US" altLang="ko-KR" sz="3000" b="0" i="1" u="none" strike="noStrike" kern="1200" cap="none" spc="0" normalizeH="0" baseline="0" noProof="0" smtClean="0">
                                        <a:ln>
                                          <a:noFill/>
                                        </a:ln>
                                        <a:solidFill>
                                          <a:prstClr val="black"/>
                                        </a:solidFill>
                                        <a:effectLst/>
                                        <a:uLnTx/>
                                        <a:uFillTx/>
                                        <a:latin typeface="Cambria Math" panose="02040503050406030204" pitchFamily="18" charset="0"/>
                                        <a:cs typeface="+mn-cs"/>
                                      </a:rPr>
                                      <m:t>55</m:t>
                                    </m:r>
                                  </m:sub>
                                </m:sSub>
                              </m:oMath>
                            </m:oMathPara>
                          </a14:m>
                          <a:endParaRPr lang="ko-KR" altLang="en-US" sz="3000" dirty="0"/>
                        </a:p>
                      </a:txBody>
                      <a:tcPr marL="86950" marR="86950" marT="43475" marB="43475" anchor="ctr">
                        <a:lnL w="12700" cmpd="sng">
                          <a:noFill/>
                        </a:lnL>
                        <a:lnR w="12700" cmpd="sng">
                          <a:noFill/>
                        </a:lnR>
                        <a:lnT w="12700" cmpd="sng">
                          <a:noFill/>
                        </a:lnT>
                        <a:lnB w="12700" cmpd="sng">
                          <a:noFill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  <a:solidFill>
                          <a:srgbClr val="F8F9FC"/>
                        </a:solidFill>
                      </a:tcPr>
                    </a:tc>
                    <a:extLst>
                      <a:ext uri="{0D108BD9-81ED-4DB2-BD59-A6C34878D82A}">
                        <a16:rowId xmlns:a16="http://schemas.microsoft.com/office/drawing/2014/main" val="420736974"/>
                      </a:ext>
                    </a:extLst>
                  </a:tr>
                </a:tbl>
              </a:graphicData>
            </a:graphic>
          </p:graphicFrame>
        </mc:Choice>
        <mc:Fallback xmlns="">
          <p:graphicFrame>
            <p:nvGraphicFramePr>
              <p:cNvPr id="49" name="표 48">
                <a:extLst>
                  <a:ext uri="{FF2B5EF4-FFF2-40B4-BE49-F238E27FC236}">
                    <a16:creationId xmlns:a16="http://schemas.microsoft.com/office/drawing/2014/main" id="{21E41EB4-0CF5-6319-936E-FF5741C1865D}"/>
                  </a:ext>
                </a:extLst>
              </p:cNvPr>
              <p:cNvGraphicFramePr>
                <a:graphicFrameLocks noGrp="1"/>
              </p:cNvGraphicFramePr>
              <p:nvPr>
                <p:extLst>
                  <p:ext uri="{D42A27DB-BD31-4B8C-83A1-F6EECF244321}">
                    <p14:modId xmlns:p14="http://schemas.microsoft.com/office/powerpoint/2010/main" val="3649588212"/>
                  </p:ext>
                </p:extLst>
              </p:nvPr>
            </p:nvGraphicFramePr>
            <p:xfrm>
              <a:off x="3166917" y="809203"/>
              <a:ext cx="5858166" cy="5779782"/>
            </p:xfrm>
            <a:graphic>
              <a:graphicData uri="http://schemas.openxmlformats.org/drawingml/2006/table">
                <a:tbl>
                  <a:tblPr firstRow="1" bandRow="1">
                    <a:tableStyleId>{5C22544A-7EE6-4342-B048-85BDC9FD1C3A}</a:tableStyleId>
                  </a:tblPr>
                  <a:tblGrid>
                    <a:gridCol w="976361">
                      <a:extLst>
                        <a:ext uri="{9D8B030D-6E8A-4147-A177-3AD203B41FA5}">
                          <a16:colId xmlns:a16="http://schemas.microsoft.com/office/drawing/2014/main" val="1869280964"/>
                        </a:ext>
                      </a:extLst>
                    </a:gridCol>
                    <a:gridCol w="976361">
                      <a:extLst>
                        <a:ext uri="{9D8B030D-6E8A-4147-A177-3AD203B41FA5}">
                          <a16:colId xmlns:a16="http://schemas.microsoft.com/office/drawing/2014/main" val="2322392675"/>
                        </a:ext>
                      </a:extLst>
                    </a:gridCol>
                    <a:gridCol w="976361">
                      <a:extLst>
                        <a:ext uri="{9D8B030D-6E8A-4147-A177-3AD203B41FA5}">
                          <a16:colId xmlns:a16="http://schemas.microsoft.com/office/drawing/2014/main" val="2012919836"/>
                        </a:ext>
                      </a:extLst>
                    </a:gridCol>
                    <a:gridCol w="976361">
                      <a:extLst>
                        <a:ext uri="{9D8B030D-6E8A-4147-A177-3AD203B41FA5}">
                          <a16:colId xmlns:a16="http://schemas.microsoft.com/office/drawing/2014/main" val="3166245656"/>
                        </a:ext>
                      </a:extLst>
                    </a:gridCol>
                    <a:gridCol w="976361">
                      <a:extLst>
                        <a:ext uri="{9D8B030D-6E8A-4147-A177-3AD203B41FA5}">
                          <a16:colId xmlns:a16="http://schemas.microsoft.com/office/drawing/2014/main" val="2754483447"/>
                        </a:ext>
                      </a:extLst>
                    </a:gridCol>
                    <a:gridCol w="976361">
                      <a:extLst>
                        <a:ext uri="{9D8B030D-6E8A-4147-A177-3AD203B41FA5}">
                          <a16:colId xmlns:a16="http://schemas.microsoft.com/office/drawing/2014/main" val="1259960200"/>
                        </a:ext>
                      </a:extLst>
                    </a:gridCol>
                  </a:tblGrid>
                  <a:tr h="963297">
                    <a:tc>
                      <a:txBody>
                        <a:bodyPr/>
                        <a:lstStyle/>
                        <a:p>
                          <a:endParaRPr lang="ko-KR"/>
                        </a:p>
                      </a:txBody>
                      <a:tcPr anchor="ctr">
                        <a:lnL w="12700" cmpd="sng">
                          <a:noFill/>
                        </a:lnL>
                        <a:lnR w="12700" cmpd="sng">
                          <a:noFill/>
                        </a:lnR>
                        <a:lnT w="12700" cmpd="sng">
                          <a:noFill/>
                        </a:lnT>
                        <a:lnB w="38100" cmpd="sng">
                          <a:noFill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  <a:blipFill>
                          <a:blip r:embed="rId5"/>
                          <a:stretch>
                            <a:fillRect r="-501250" b="-500633"/>
                          </a:stretch>
                        </a:blipFill>
                      </a:tcPr>
                    </a:tc>
                    <a:tc>
                      <a:txBody>
                        <a:bodyPr/>
                        <a:lstStyle/>
                        <a:p>
                          <a:endParaRPr lang="ko-KR"/>
                        </a:p>
                      </a:txBody>
                      <a:tcPr anchor="ctr">
                        <a:lnL w="12700" cmpd="sng">
                          <a:noFill/>
                        </a:lnL>
                        <a:lnR w="12700" cmpd="sng">
                          <a:noFill/>
                        </a:lnR>
                        <a:lnT w="12700" cmpd="sng">
                          <a:noFill/>
                        </a:lnT>
                        <a:lnB w="38100" cmpd="sng">
                          <a:noFill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  <a:blipFill>
                          <a:blip r:embed="rId5"/>
                          <a:stretch>
                            <a:fillRect l="-99379" r="-398137" b="-500633"/>
                          </a:stretch>
                        </a:blipFill>
                      </a:tcPr>
                    </a:tc>
                    <a:tc>
                      <a:txBody>
                        <a:bodyPr/>
                        <a:lstStyle/>
                        <a:p>
                          <a:endParaRPr lang="ko-KR"/>
                        </a:p>
                      </a:txBody>
                      <a:tcPr anchor="ctr">
                        <a:lnL w="12700" cmpd="sng">
                          <a:noFill/>
                        </a:lnL>
                        <a:lnR w="12700" cmpd="sng">
                          <a:noFill/>
                        </a:lnR>
                        <a:lnT w="12700" cmpd="sng">
                          <a:noFill/>
                        </a:lnT>
                        <a:lnB w="38100" cmpd="sng">
                          <a:noFill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  <a:blipFill>
                          <a:blip r:embed="rId5"/>
                          <a:stretch>
                            <a:fillRect l="-200625" r="-300625" b="-500633"/>
                          </a:stretch>
                        </a:blipFill>
                      </a:tcPr>
                    </a:tc>
                    <a:tc>
                      <a:txBody>
                        <a:bodyPr/>
                        <a:lstStyle/>
                        <a:p>
                          <a:endParaRPr lang="ko-KR"/>
                        </a:p>
                      </a:txBody>
                      <a:tcPr anchor="ctr">
                        <a:lnL w="12700" cmpd="sng">
                          <a:noFill/>
                        </a:lnL>
                        <a:lnR w="12700" cmpd="sng">
                          <a:noFill/>
                        </a:lnR>
                        <a:lnT w="12700" cmpd="sng">
                          <a:noFill/>
                        </a:lnT>
                        <a:lnB w="38100" cmpd="sng">
                          <a:noFill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  <a:blipFill>
                          <a:blip r:embed="rId5"/>
                          <a:stretch>
                            <a:fillRect l="-300625" r="-200625" b="-500633"/>
                          </a:stretch>
                        </a:blipFill>
                      </a:tcPr>
                    </a:tc>
                    <a:tc>
                      <a:txBody>
                        <a:bodyPr/>
                        <a:lstStyle/>
                        <a:p>
                          <a:endParaRPr lang="ko-KR"/>
                        </a:p>
                      </a:txBody>
                      <a:tcPr anchor="ctr">
                        <a:lnL w="12700" cmpd="sng">
                          <a:noFill/>
                        </a:lnL>
                        <a:lnR w="12700" cmpd="sng">
                          <a:noFill/>
                        </a:lnR>
                        <a:lnT w="12700" cmpd="sng">
                          <a:noFill/>
                        </a:lnT>
                        <a:lnB w="38100" cmpd="sng">
                          <a:noFill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  <a:blipFill>
                          <a:blip r:embed="rId5"/>
                          <a:stretch>
                            <a:fillRect l="-398137" r="-99379" b="-500633"/>
                          </a:stretch>
                        </a:blipFill>
                      </a:tcPr>
                    </a:tc>
                    <a:tc>
                      <a:txBody>
                        <a:bodyPr/>
                        <a:lstStyle/>
                        <a:p>
                          <a:endParaRPr lang="ko-KR"/>
                        </a:p>
                      </a:txBody>
                      <a:tcPr anchor="ctr">
                        <a:lnL w="12700" cmpd="sng">
                          <a:noFill/>
                        </a:lnL>
                        <a:lnR w="12700" cmpd="sng">
                          <a:noFill/>
                        </a:lnR>
                        <a:lnT w="12700" cmpd="sng">
                          <a:noFill/>
                        </a:lnT>
                        <a:lnB w="38100" cmpd="sng">
                          <a:noFill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  <a:blipFill>
                          <a:blip r:embed="rId5"/>
                          <a:stretch>
                            <a:fillRect l="-501250" b="-500633"/>
                          </a:stretch>
                        </a:blipFill>
                      </a:tcPr>
                    </a:tc>
                    <a:extLst>
                      <a:ext uri="{0D108BD9-81ED-4DB2-BD59-A6C34878D82A}">
                        <a16:rowId xmlns:a16="http://schemas.microsoft.com/office/drawing/2014/main" val="2115575296"/>
                      </a:ext>
                    </a:extLst>
                  </a:tr>
                  <a:tr h="963297">
                    <a:tc>
                      <a:txBody>
                        <a:bodyPr/>
                        <a:lstStyle/>
                        <a:p>
                          <a:endParaRPr lang="ko-KR"/>
                        </a:p>
                      </a:txBody>
                      <a:tcPr marL="86950" marR="86950" marT="43475" marB="43475" anchor="ctr">
                        <a:lnL w="12700" cmpd="sng">
                          <a:noFill/>
                        </a:lnL>
                        <a:lnR w="12700" cmpd="sng">
                          <a:noFill/>
                        </a:lnR>
                        <a:lnT w="38100" cmpd="sng">
                          <a:noFill/>
                        </a:lnT>
                        <a:lnB w="12700" cmpd="sng">
                          <a:noFill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  <a:blipFill>
                          <a:blip r:embed="rId5"/>
                          <a:stretch>
                            <a:fillRect t="-100000" r="-501250" b="-400633"/>
                          </a:stretch>
                        </a:blipFill>
                      </a:tcPr>
                    </a:tc>
                    <a:tc>
                      <a:txBody>
                        <a:bodyPr/>
                        <a:lstStyle/>
                        <a:p>
                          <a:endParaRPr lang="ko-KR"/>
                        </a:p>
                      </a:txBody>
                      <a:tcPr marL="86950" marR="86950" marT="43475" marB="43475" anchor="ctr">
                        <a:lnL w="12700" cmpd="sng">
                          <a:noFill/>
                        </a:lnL>
                        <a:lnR w="12700" cmpd="sng">
                          <a:noFill/>
                        </a:lnR>
                        <a:lnT w="38100" cmpd="sng">
                          <a:noFill/>
                        </a:lnT>
                        <a:lnB w="12700" cmpd="sng">
                          <a:noFill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  <a:blipFill>
                          <a:blip r:embed="rId5"/>
                          <a:stretch>
                            <a:fillRect l="-99379" t="-100000" r="-398137" b="-400633"/>
                          </a:stretch>
                        </a:blipFill>
                      </a:tcPr>
                    </a:tc>
                    <a:tc>
                      <a:txBody>
                        <a:bodyPr/>
                        <a:lstStyle/>
                        <a:p>
                          <a:endParaRPr lang="ko-KR"/>
                        </a:p>
                      </a:txBody>
                      <a:tcPr marL="86950" marR="86950" marT="43475" marB="43475" anchor="ctr">
                        <a:lnL w="12700" cmpd="sng">
                          <a:noFill/>
                        </a:lnL>
                        <a:lnR w="12700" cmpd="sng">
                          <a:noFill/>
                        </a:lnR>
                        <a:lnT w="38100" cmpd="sng">
                          <a:noFill/>
                        </a:lnT>
                        <a:lnB w="12700" cmpd="sng">
                          <a:noFill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  <a:blipFill>
                          <a:blip r:embed="rId5"/>
                          <a:stretch>
                            <a:fillRect l="-200625" t="-100000" r="-300625" b="-400633"/>
                          </a:stretch>
                        </a:blipFill>
                      </a:tcPr>
                    </a:tc>
                    <a:tc>
                      <a:txBody>
                        <a:bodyPr/>
                        <a:lstStyle/>
                        <a:p>
                          <a:endParaRPr lang="ko-KR"/>
                        </a:p>
                      </a:txBody>
                      <a:tcPr marL="86950" marR="86950" marT="43475" marB="43475" anchor="ctr">
                        <a:lnL w="12700" cmpd="sng">
                          <a:noFill/>
                        </a:lnL>
                        <a:lnR w="12700" cmpd="sng">
                          <a:noFill/>
                        </a:lnR>
                        <a:lnT w="38100" cmpd="sng">
                          <a:noFill/>
                        </a:lnT>
                        <a:lnB w="12700" cmpd="sng">
                          <a:noFill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  <a:blipFill>
                          <a:blip r:embed="rId5"/>
                          <a:stretch>
                            <a:fillRect l="-300625" t="-100000" r="-200625" b="-400633"/>
                          </a:stretch>
                        </a:blipFill>
                      </a:tcPr>
                    </a:tc>
                    <a:tc>
                      <a:txBody>
                        <a:bodyPr/>
                        <a:lstStyle/>
                        <a:p>
                          <a:endParaRPr lang="ko-KR"/>
                        </a:p>
                      </a:txBody>
                      <a:tcPr marL="86950" marR="86950" marT="43475" marB="43475" anchor="ctr">
                        <a:lnL w="12700" cmpd="sng">
                          <a:noFill/>
                        </a:lnL>
                        <a:lnR w="12700" cmpd="sng">
                          <a:noFill/>
                        </a:lnR>
                        <a:lnT w="38100" cmpd="sng">
                          <a:noFill/>
                        </a:lnT>
                        <a:lnB w="12700" cmpd="sng">
                          <a:noFill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  <a:blipFill>
                          <a:blip r:embed="rId5"/>
                          <a:stretch>
                            <a:fillRect l="-398137" t="-100000" r="-99379" b="-400633"/>
                          </a:stretch>
                        </a:blipFill>
                      </a:tcPr>
                    </a:tc>
                    <a:tc>
                      <a:txBody>
                        <a:bodyPr/>
                        <a:lstStyle/>
                        <a:p>
                          <a:endParaRPr lang="ko-KR"/>
                        </a:p>
                      </a:txBody>
                      <a:tcPr marL="86950" marR="86950" marT="43475" marB="43475" anchor="ctr">
                        <a:lnL w="12700" cmpd="sng">
                          <a:noFill/>
                        </a:lnL>
                        <a:lnR w="12700" cmpd="sng">
                          <a:noFill/>
                        </a:lnR>
                        <a:lnT w="38100" cmpd="sng">
                          <a:noFill/>
                        </a:lnT>
                        <a:lnB w="12700" cmpd="sng">
                          <a:noFill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  <a:blipFill>
                          <a:blip r:embed="rId5"/>
                          <a:stretch>
                            <a:fillRect l="-501250" t="-100000" b="-400633"/>
                          </a:stretch>
                        </a:blipFill>
                      </a:tcPr>
                    </a:tc>
                    <a:extLst>
                      <a:ext uri="{0D108BD9-81ED-4DB2-BD59-A6C34878D82A}">
                        <a16:rowId xmlns:a16="http://schemas.microsoft.com/office/drawing/2014/main" val="1006389151"/>
                      </a:ext>
                    </a:extLst>
                  </a:tr>
                  <a:tr h="963297">
                    <a:tc>
                      <a:txBody>
                        <a:bodyPr/>
                        <a:lstStyle/>
                        <a:p>
                          <a:endParaRPr lang="ko-KR"/>
                        </a:p>
                      </a:txBody>
                      <a:tcPr marL="86950" marR="86950" marT="43475" marB="43475" anchor="ctr">
                        <a:lnL w="12700" cmpd="sng">
                          <a:noFill/>
                        </a:lnL>
                        <a:lnR w="12700" cmpd="sng">
                          <a:noFill/>
                        </a:lnR>
                        <a:lnT w="12700" cmpd="sng">
                          <a:noFill/>
                        </a:lnT>
                        <a:lnB w="12700" cmpd="sng">
                          <a:noFill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  <a:blipFill>
                          <a:blip r:embed="rId5"/>
                          <a:stretch>
                            <a:fillRect t="-198742" r="-501250" b="-298113"/>
                          </a:stretch>
                        </a:blipFill>
                      </a:tcPr>
                    </a:tc>
                    <a:tc>
                      <a:txBody>
                        <a:bodyPr/>
                        <a:lstStyle/>
                        <a:p>
                          <a:endParaRPr lang="ko-KR"/>
                        </a:p>
                      </a:txBody>
                      <a:tcPr marL="86950" marR="86950" marT="43475" marB="43475" anchor="ctr">
                        <a:lnL w="12700" cmpd="sng">
                          <a:noFill/>
                        </a:lnL>
                        <a:lnR w="12700" cmpd="sng">
                          <a:noFill/>
                        </a:lnR>
                        <a:lnT w="12700" cmpd="sng">
                          <a:noFill/>
                        </a:lnT>
                        <a:lnB w="12700" cmpd="sng">
                          <a:noFill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  <a:blipFill>
                          <a:blip r:embed="rId5"/>
                          <a:stretch>
                            <a:fillRect l="-99379" t="-198742" r="-398137" b="-298113"/>
                          </a:stretch>
                        </a:blipFill>
                      </a:tcPr>
                    </a:tc>
                    <a:tc>
                      <a:txBody>
                        <a:bodyPr/>
                        <a:lstStyle/>
                        <a:p>
                          <a:endParaRPr lang="ko-KR"/>
                        </a:p>
                      </a:txBody>
                      <a:tcPr marL="86950" marR="86950" marT="43475" marB="43475" anchor="ctr">
                        <a:lnL w="12700" cmpd="sng">
                          <a:noFill/>
                        </a:lnL>
                        <a:lnR w="12700" cmpd="sng">
                          <a:noFill/>
                        </a:lnR>
                        <a:lnT w="12700" cmpd="sng">
                          <a:noFill/>
                        </a:lnT>
                        <a:lnB w="12700" cmpd="sng">
                          <a:noFill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  <a:blipFill>
                          <a:blip r:embed="rId5"/>
                          <a:stretch>
                            <a:fillRect l="-200625" t="-198742" r="-300625" b="-298113"/>
                          </a:stretch>
                        </a:blipFill>
                      </a:tcPr>
                    </a:tc>
                    <a:tc>
                      <a:txBody>
                        <a:bodyPr/>
                        <a:lstStyle/>
                        <a:p>
                          <a:endParaRPr lang="ko-KR"/>
                        </a:p>
                      </a:txBody>
                      <a:tcPr marL="86950" marR="86950" marT="43475" marB="43475" anchor="ctr">
                        <a:lnL w="12700" cmpd="sng">
                          <a:noFill/>
                        </a:lnL>
                        <a:lnR w="12700" cmpd="sng">
                          <a:noFill/>
                        </a:lnR>
                        <a:lnT w="12700" cmpd="sng">
                          <a:noFill/>
                        </a:lnT>
                        <a:lnB w="12700" cmpd="sng">
                          <a:noFill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  <a:blipFill>
                          <a:blip r:embed="rId5"/>
                          <a:stretch>
                            <a:fillRect l="-300625" t="-198742" r="-200625" b="-298113"/>
                          </a:stretch>
                        </a:blipFill>
                      </a:tcPr>
                    </a:tc>
                    <a:tc>
                      <a:txBody>
                        <a:bodyPr/>
                        <a:lstStyle/>
                        <a:p>
                          <a:endParaRPr lang="ko-KR"/>
                        </a:p>
                      </a:txBody>
                      <a:tcPr marL="86950" marR="86950" marT="43475" marB="43475" anchor="ctr">
                        <a:lnL w="12700" cmpd="sng">
                          <a:noFill/>
                        </a:lnL>
                        <a:lnR w="12700" cmpd="sng">
                          <a:noFill/>
                        </a:lnR>
                        <a:lnT w="12700" cmpd="sng">
                          <a:noFill/>
                        </a:lnT>
                        <a:lnB w="12700" cmpd="sng">
                          <a:noFill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  <a:blipFill>
                          <a:blip r:embed="rId5"/>
                          <a:stretch>
                            <a:fillRect l="-398137" t="-198742" r="-99379" b="-298113"/>
                          </a:stretch>
                        </a:blipFill>
                      </a:tcPr>
                    </a:tc>
                    <a:tc>
                      <a:txBody>
                        <a:bodyPr/>
                        <a:lstStyle/>
                        <a:p>
                          <a:endParaRPr lang="ko-KR"/>
                        </a:p>
                      </a:txBody>
                      <a:tcPr marL="86950" marR="86950" marT="43475" marB="43475" anchor="ctr">
                        <a:lnL w="12700" cmpd="sng">
                          <a:noFill/>
                        </a:lnL>
                        <a:lnR w="12700" cmpd="sng">
                          <a:noFill/>
                        </a:lnR>
                        <a:lnT w="12700" cmpd="sng">
                          <a:noFill/>
                        </a:lnT>
                        <a:lnB w="12700" cmpd="sng">
                          <a:noFill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  <a:blipFill>
                          <a:blip r:embed="rId5"/>
                          <a:stretch>
                            <a:fillRect l="-501250" t="-198742" b="-298113"/>
                          </a:stretch>
                        </a:blipFill>
                      </a:tcPr>
                    </a:tc>
                    <a:extLst>
                      <a:ext uri="{0D108BD9-81ED-4DB2-BD59-A6C34878D82A}">
                        <a16:rowId xmlns:a16="http://schemas.microsoft.com/office/drawing/2014/main" val="491478089"/>
                      </a:ext>
                    </a:extLst>
                  </a:tr>
                  <a:tr h="963297">
                    <a:tc>
                      <a:txBody>
                        <a:bodyPr/>
                        <a:lstStyle/>
                        <a:p>
                          <a:endParaRPr lang="ko-KR"/>
                        </a:p>
                      </a:txBody>
                      <a:tcPr marL="86950" marR="86950" marT="43475" marB="43475" anchor="ctr">
                        <a:lnL w="12700" cmpd="sng">
                          <a:noFill/>
                        </a:lnL>
                        <a:lnR w="12700" cmpd="sng">
                          <a:noFill/>
                        </a:lnR>
                        <a:lnT w="12700" cmpd="sng">
                          <a:noFill/>
                        </a:lnT>
                        <a:lnB w="12700" cmpd="sng">
                          <a:noFill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  <a:blipFill>
                          <a:blip r:embed="rId5"/>
                          <a:stretch>
                            <a:fillRect t="-300633" r="-501250" b="-200000"/>
                          </a:stretch>
                        </a:blipFill>
                      </a:tcPr>
                    </a:tc>
                    <a:tc>
                      <a:txBody>
                        <a:bodyPr/>
                        <a:lstStyle/>
                        <a:p>
                          <a:endParaRPr lang="ko-KR"/>
                        </a:p>
                      </a:txBody>
                      <a:tcPr marL="86950" marR="86950" marT="43475" marB="43475" anchor="ctr">
                        <a:lnL w="12700" cmpd="sng">
                          <a:noFill/>
                        </a:lnL>
                        <a:lnR w="12700" cmpd="sng">
                          <a:noFill/>
                        </a:lnR>
                        <a:lnT w="12700" cmpd="sng">
                          <a:noFill/>
                        </a:lnT>
                        <a:lnB w="12700" cmpd="sng">
                          <a:noFill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  <a:blipFill>
                          <a:blip r:embed="rId5"/>
                          <a:stretch>
                            <a:fillRect l="-99379" t="-300633" r="-398137" b="-200000"/>
                          </a:stretch>
                        </a:blipFill>
                      </a:tcPr>
                    </a:tc>
                    <a:tc>
                      <a:txBody>
                        <a:bodyPr/>
                        <a:lstStyle/>
                        <a:p>
                          <a:endParaRPr lang="ko-KR"/>
                        </a:p>
                      </a:txBody>
                      <a:tcPr marL="86950" marR="86950" marT="43475" marB="43475" anchor="ctr">
                        <a:lnL w="12700" cmpd="sng">
                          <a:noFill/>
                        </a:lnL>
                        <a:lnR w="12700" cmpd="sng">
                          <a:noFill/>
                        </a:lnR>
                        <a:lnT w="12700" cmpd="sng">
                          <a:noFill/>
                        </a:lnT>
                        <a:lnB w="12700" cmpd="sng">
                          <a:noFill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  <a:blipFill>
                          <a:blip r:embed="rId5"/>
                          <a:stretch>
                            <a:fillRect l="-200625" t="-300633" r="-300625" b="-200000"/>
                          </a:stretch>
                        </a:blipFill>
                      </a:tcPr>
                    </a:tc>
                    <a:tc>
                      <a:txBody>
                        <a:bodyPr/>
                        <a:lstStyle/>
                        <a:p>
                          <a:endParaRPr lang="ko-KR"/>
                        </a:p>
                      </a:txBody>
                      <a:tcPr marL="86950" marR="86950" marT="43475" marB="43475" anchor="ctr">
                        <a:lnL w="12700" cmpd="sng">
                          <a:noFill/>
                        </a:lnL>
                        <a:lnR w="12700" cmpd="sng">
                          <a:noFill/>
                        </a:lnR>
                        <a:lnT w="12700" cmpd="sng">
                          <a:noFill/>
                        </a:lnT>
                        <a:lnB w="12700" cmpd="sng">
                          <a:noFill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  <a:blipFill>
                          <a:blip r:embed="rId5"/>
                          <a:stretch>
                            <a:fillRect l="-300625" t="-300633" r="-200625" b="-200000"/>
                          </a:stretch>
                        </a:blipFill>
                      </a:tcPr>
                    </a:tc>
                    <a:tc>
                      <a:txBody>
                        <a:bodyPr/>
                        <a:lstStyle/>
                        <a:p>
                          <a:endParaRPr lang="ko-KR"/>
                        </a:p>
                      </a:txBody>
                      <a:tcPr marL="86950" marR="86950" marT="43475" marB="43475" anchor="ctr">
                        <a:lnL w="12700" cmpd="sng">
                          <a:noFill/>
                        </a:lnL>
                        <a:lnR w="12700" cmpd="sng">
                          <a:noFill/>
                        </a:lnR>
                        <a:lnT w="12700" cmpd="sng">
                          <a:noFill/>
                        </a:lnT>
                        <a:lnB w="12700" cmpd="sng">
                          <a:noFill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  <a:blipFill>
                          <a:blip r:embed="rId5"/>
                          <a:stretch>
                            <a:fillRect l="-398137" t="-300633" r="-99379" b="-200000"/>
                          </a:stretch>
                        </a:blipFill>
                      </a:tcPr>
                    </a:tc>
                    <a:tc>
                      <a:txBody>
                        <a:bodyPr/>
                        <a:lstStyle/>
                        <a:p>
                          <a:endParaRPr lang="ko-KR"/>
                        </a:p>
                      </a:txBody>
                      <a:tcPr marL="86950" marR="86950" marT="43475" marB="43475" anchor="ctr">
                        <a:lnL w="12700" cmpd="sng">
                          <a:noFill/>
                        </a:lnL>
                        <a:lnR w="12700" cmpd="sng">
                          <a:noFill/>
                        </a:lnR>
                        <a:lnT w="12700" cmpd="sng">
                          <a:noFill/>
                        </a:lnT>
                        <a:lnB w="12700" cmpd="sng">
                          <a:noFill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  <a:blipFill>
                          <a:blip r:embed="rId5"/>
                          <a:stretch>
                            <a:fillRect l="-501250" t="-300633" b="-200000"/>
                          </a:stretch>
                        </a:blipFill>
                      </a:tcPr>
                    </a:tc>
                    <a:extLst>
                      <a:ext uri="{0D108BD9-81ED-4DB2-BD59-A6C34878D82A}">
                        <a16:rowId xmlns:a16="http://schemas.microsoft.com/office/drawing/2014/main" val="4032775834"/>
                      </a:ext>
                    </a:extLst>
                  </a:tr>
                  <a:tr h="963297">
                    <a:tc>
                      <a:txBody>
                        <a:bodyPr/>
                        <a:lstStyle/>
                        <a:p>
                          <a:endParaRPr lang="ko-KR"/>
                        </a:p>
                      </a:txBody>
                      <a:tcPr marL="86950" marR="86950" marT="43475" marB="43475" anchor="ctr">
                        <a:lnL w="12700" cmpd="sng">
                          <a:noFill/>
                        </a:lnL>
                        <a:lnR w="12700" cmpd="sng">
                          <a:noFill/>
                        </a:lnR>
                        <a:lnT w="12700" cmpd="sng">
                          <a:noFill/>
                        </a:lnT>
                        <a:lnB w="12700" cmpd="sng">
                          <a:noFill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  <a:blipFill>
                          <a:blip r:embed="rId5"/>
                          <a:stretch>
                            <a:fillRect t="-400633" r="-501250" b="-100000"/>
                          </a:stretch>
                        </a:blipFill>
                      </a:tcPr>
                    </a:tc>
                    <a:tc>
                      <a:txBody>
                        <a:bodyPr/>
                        <a:lstStyle/>
                        <a:p>
                          <a:endParaRPr lang="ko-KR"/>
                        </a:p>
                      </a:txBody>
                      <a:tcPr marL="86950" marR="86950" marT="43475" marB="43475" anchor="ctr">
                        <a:lnL w="12700" cmpd="sng">
                          <a:noFill/>
                        </a:lnL>
                        <a:lnR w="12700" cmpd="sng">
                          <a:noFill/>
                        </a:lnR>
                        <a:lnT w="12700" cmpd="sng">
                          <a:noFill/>
                        </a:lnT>
                        <a:lnB w="12700" cmpd="sng">
                          <a:noFill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  <a:blipFill>
                          <a:blip r:embed="rId5"/>
                          <a:stretch>
                            <a:fillRect l="-99379" t="-400633" r="-398137" b="-100000"/>
                          </a:stretch>
                        </a:blipFill>
                      </a:tcPr>
                    </a:tc>
                    <a:tc>
                      <a:txBody>
                        <a:bodyPr/>
                        <a:lstStyle/>
                        <a:p>
                          <a:endParaRPr lang="ko-KR"/>
                        </a:p>
                      </a:txBody>
                      <a:tcPr marL="86950" marR="86950" marT="43475" marB="43475" anchor="ctr">
                        <a:lnL w="12700" cmpd="sng">
                          <a:noFill/>
                        </a:lnL>
                        <a:lnR w="12700" cmpd="sng">
                          <a:noFill/>
                        </a:lnR>
                        <a:lnT w="12700" cmpd="sng">
                          <a:noFill/>
                        </a:lnT>
                        <a:lnB w="12700" cmpd="sng">
                          <a:noFill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  <a:blipFill>
                          <a:blip r:embed="rId5"/>
                          <a:stretch>
                            <a:fillRect l="-200625" t="-400633" r="-300625" b="-100000"/>
                          </a:stretch>
                        </a:blipFill>
                      </a:tcPr>
                    </a:tc>
                    <a:tc>
                      <a:txBody>
                        <a:bodyPr/>
                        <a:lstStyle/>
                        <a:p>
                          <a:endParaRPr lang="ko-KR"/>
                        </a:p>
                      </a:txBody>
                      <a:tcPr marL="86950" marR="86950" marT="43475" marB="43475" anchor="ctr">
                        <a:lnL w="12700" cmpd="sng">
                          <a:noFill/>
                        </a:lnL>
                        <a:lnR w="12700" cmpd="sng">
                          <a:noFill/>
                        </a:lnR>
                        <a:lnT w="12700" cmpd="sng">
                          <a:noFill/>
                        </a:lnT>
                        <a:lnB w="12700" cmpd="sng">
                          <a:noFill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  <a:blipFill>
                          <a:blip r:embed="rId5"/>
                          <a:stretch>
                            <a:fillRect l="-300625" t="-400633" r="-200625" b="-100000"/>
                          </a:stretch>
                        </a:blipFill>
                      </a:tcPr>
                    </a:tc>
                    <a:tc>
                      <a:txBody>
                        <a:bodyPr/>
                        <a:lstStyle/>
                        <a:p>
                          <a:endParaRPr lang="ko-KR"/>
                        </a:p>
                      </a:txBody>
                      <a:tcPr marL="86950" marR="86950" marT="43475" marB="43475" anchor="ctr">
                        <a:lnL w="12700" cmpd="sng">
                          <a:noFill/>
                        </a:lnL>
                        <a:lnR w="12700" cmpd="sng">
                          <a:noFill/>
                        </a:lnR>
                        <a:lnT w="12700" cmpd="sng">
                          <a:noFill/>
                        </a:lnT>
                        <a:lnB w="12700" cmpd="sng">
                          <a:noFill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  <a:blipFill>
                          <a:blip r:embed="rId5"/>
                          <a:stretch>
                            <a:fillRect l="-398137" t="-400633" r="-99379" b="-100000"/>
                          </a:stretch>
                        </a:blipFill>
                      </a:tcPr>
                    </a:tc>
                    <a:tc>
                      <a:txBody>
                        <a:bodyPr/>
                        <a:lstStyle/>
                        <a:p>
                          <a:endParaRPr lang="ko-KR"/>
                        </a:p>
                      </a:txBody>
                      <a:tcPr marL="86950" marR="86950" marT="43475" marB="43475" anchor="ctr">
                        <a:lnL w="12700" cmpd="sng">
                          <a:noFill/>
                        </a:lnL>
                        <a:lnR w="12700" cmpd="sng">
                          <a:noFill/>
                        </a:lnR>
                        <a:lnT w="12700" cmpd="sng">
                          <a:noFill/>
                        </a:lnT>
                        <a:lnB w="12700" cmpd="sng">
                          <a:noFill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  <a:blipFill>
                          <a:blip r:embed="rId5"/>
                          <a:stretch>
                            <a:fillRect l="-501250" t="-400633" b="-100000"/>
                          </a:stretch>
                        </a:blipFill>
                      </a:tcPr>
                    </a:tc>
                    <a:extLst>
                      <a:ext uri="{0D108BD9-81ED-4DB2-BD59-A6C34878D82A}">
                        <a16:rowId xmlns:a16="http://schemas.microsoft.com/office/drawing/2014/main" val="670153430"/>
                      </a:ext>
                    </a:extLst>
                  </a:tr>
                  <a:tr h="963297">
                    <a:tc>
                      <a:txBody>
                        <a:bodyPr/>
                        <a:lstStyle/>
                        <a:p>
                          <a:endParaRPr lang="ko-KR"/>
                        </a:p>
                      </a:txBody>
                      <a:tcPr marL="86950" marR="86950" marT="43475" marB="43475" anchor="ctr">
                        <a:lnL w="12700" cmpd="sng">
                          <a:noFill/>
                        </a:lnL>
                        <a:lnR w="12700" cmpd="sng">
                          <a:noFill/>
                        </a:lnR>
                        <a:lnT w="12700" cmpd="sng">
                          <a:noFill/>
                        </a:lnT>
                        <a:lnB w="12700" cmpd="sng">
                          <a:noFill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  <a:blipFill>
                          <a:blip r:embed="rId5"/>
                          <a:stretch>
                            <a:fillRect t="-500633" r="-501250"/>
                          </a:stretch>
                        </a:blipFill>
                      </a:tcPr>
                    </a:tc>
                    <a:tc>
                      <a:txBody>
                        <a:bodyPr/>
                        <a:lstStyle/>
                        <a:p>
                          <a:endParaRPr lang="ko-KR"/>
                        </a:p>
                      </a:txBody>
                      <a:tcPr marL="86950" marR="86950" marT="43475" marB="43475" anchor="ctr">
                        <a:lnL w="12700" cmpd="sng">
                          <a:noFill/>
                        </a:lnL>
                        <a:lnR w="12700" cmpd="sng">
                          <a:noFill/>
                        </a:lnR>
                        <a:lnT w="12700" cmpd="sng">
                          <a:noFill/>
                        </a:lnT>
                        <a:lnB w="12700" cmpd="sng">
                          <a:noFill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  <a:blipFill>
                          <a:blip r:embed="rId5"/>
                          <a:stretch>
                            <a:fillRect l="-99379" t="-500633" r="-398137"/>
                          </a:stretch>
                        </a:blipFill>
                      </a:tcPr>
                    </a:tc>
                    <a:tc>
                      <a:txBody>
                        <a:bodyPr/>
                        <a:lstStyle/>
                        <a:p>
                          <a:endParaRPr lang="ko-KR"/>
                        </a:p>
                      </a:txBody>
                      <a:tcPr marL="86950" marR="86950" marT="43475" marB="43475" anchor="ctr">
                        <a:lnL w="12700" cmpd="sng">
                          <a:noFill/>
                        </a:lnL>
                        <a:lnR w="12700" cmpd="sng">
                          <a:noFill/>
                        </a:lnR>
                        <a:lnT w="12700" cmpd="sng">
                          <a:noFill/>
                        </a:lnT>
                        <a:lnB w="12700" cmpd="sng">
                          <a:noFill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  <a:blipFill>
                          <a:blip r:embed="rId5"/>
                          <a:stretch>
                            <a:fillRect l="-200625" t="-500633" r="-300625"/>
                          </a:stretch>
                        </a:blipFill>
                      </a:tcPr>
                    </a:tc>
                    <a:tc>
                      <a:txBody>
                        <a:bodyPr/>
                        <a:lstStyle/>
                        <a:p>
                          <a:endParaRPr lang="ko-KR"/>
                        </a:p>
                      </a:txBody>
                      <a:tcPr marL="86950" marR="86950" marT="43475" marB="43475" anchor="ctr">
                        <a:lnL w="12700" cmpd="sng">
                          <a:noFill/>
                        </a:lnL>
                        <a:lnR w="12700" cmpd="sng">
                          <a:noFill/>
                        </a:lnR>
                        <a:lnT w="12700" cmpd="sng">
                          <a:noFill/>
                        </a:lnT>
                        <a:lnB w="12700" cmpd="sng">
                          <a:noFill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  <a:blipFill>
                          <a:blip r:embed="rId5"/>
                          <a:stretch>
                            <a:fillRect l="-300625" t="-500633" r="-200625"/>
                          </a:stretch>
                        </a:blipFill>
                      </a:tcPr>
                    </a:tc>
                    <a:tc>
                      <a:txBody>
                        <a:bodyPr/>
                        <a:lstStyle/>
                        <a:p>
                          <a:endParaRPr lang="ko-KR"/>
                        </a:p>
                      </a:txBody>
                      <a:tcPr marL="86950" marR="86950" marT="43475" marB="43475" anchor="ctr">
                        <a:lnL w="12700" cmpd="sng">
                          <a:noFill/>
                        </a:lnL>
                        <a:lnR w="12700" cmpd="sng">
                          <a:noFill/>
                        </a:lnR>
                        <a:lnT w="12700" cmpd="sng">
                          <a:noFill/>
                        </a:lnT>
                        <a:lnB w="12700" cmpd="sng">
                          <a:noFill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  <a:blipFill>
                          <a:blip r:embed="rId5"/>
                          <a:stretch>
                            <a:fillRect l="-398137" t="-500633" r="-99379"/>
                          </a:stretch>
                        </a:blipFill>
                      </a:tcPr>
                    </a:tc>
                    <a:tc>
                      <a:txBody>
                        <a:bodyPr/>
                        <a:lstStyle/>
                        <a:p>
                          <a:endParaRPr lang="ko-KR"/>
                        </a:p>
                      </a:txBody>
                      <a:tcPr marL="86950" marR="86950" marT="43475" marB="43475" anchor="ctr">
                        <a:lnL w="12700" cmpd="sng">
                          <a:noFill/>
                        </a:lnL>
                        <a:lnR w="12700" cmpd="sng">
                          <a:noFill/>
                        </a:lnR>
                        <a:lnT w="12700" cmpd="sng">
                          <a:noFill/>
                        </a:lnT>
                        <a:lnB w="12700" cmpd="sng">
                          <a:noFill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  <a:blipFill>
                          <a:blip r:embed="rId5"/>
                          <a:stretch>
                            <a:fillRect l="-501250" t="-500633"/>
                          </a:stretch>
                        </a:blipFill>
                      </a:tcPr>
                    </a:tc>
                    <a:extLst>
                      <a:ext uri="{0D108BD9-81ED-4DB2-BD59-A6C34878D82A}">
                        <a16:rowId xmlns:a16="http://schemas.microsoft.com/office/drawing/2014/main" val="420736974"/>
                      </a:ext>
                    </a:extLst>
                  </a:tr>
                </a:tbl>
              </a:graphicData>
            </a:graphic>
          </p:graphicFrame>
        </mc:Fallback>
      </mc:AlternateContent>
      <p:pic>
        <p:nvPicPr>
          <p:cNvPr id="53" name="그래픽 52" descr="리만 다양체 - 나무위키">
            <a:extLst>
              <a:ext uri="{FF2B5EF4-FFF2-40B4-BE49-F238E27FC236}">
                <a16:creationId xmlns:a16="http://schemas.microsoft.com/office/drawing/2014/main" id="{31A4A46E-35AE-B131-8848-D595E108EE20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6"/>
              </a:ext>
            </a:extLst>
          </a:blip>
          <a:stretch>
            <a:fillRect/>
          </a:stretch>
        </p:blipFill>
        <p:spPr>
          <a:xfrm>
            <a:off x="9236722" y="689680"/>
            <a:ext cx="2739320" cy="2739320"/>
          </a:xfrm>
          <a:prstGeom prst="rect">
            <a:avLst/>
          </a:prstGeom>
        </p:spPr>
      </p:pic>
      <p:sp>
        <p:nvSpPr>
          <p:cNvPr id="54" name="TextBox 53">
            <a:extLst>
              <a:ext uri="{FF2B5EF4-FFF2-40B4-BE49-F238E27FC236}">
                <a16:creationId xmlns:a16="http://schemas.microsoft.com/office/drawing/2014/main" id="{45106707-548F-E7DC-A034-58F650FC54FD}"/>
              </a:ext>
            </a:extLst>
          </p:cNvPr>
          <p:cNvSpPr txBox="1"/>
          <p:nvPr/>
        </p:nvSpPr>
        <p:spPr>
          <a:xfrm>
            <a:off x="9287125" y="3495561"/>
            <a:ext cx="2851806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ko-KR" altLang="en-US" dirty="0"/>
              <a:t>리만 다양체의 곡률을 </a:t>
            </a:r>
            <a:endParaRPr lang="en-US" altLang="ko-KR" dirty="0"/>
          </a:p>
          <a:p>
            <a:r>
              <a:rPr lang="ko-KR" altLang="en-US" dirty="0"/>
              <a:t>표시하기 위해 고안되었다</a:t>
            </a:r>
            <a:r>
              <a:rPr lang="en-US" altLang="ko-KR" dirty="0"/>
              <a:t>.</a:t>
            </a:r>
            <a:endParaRPr lang="ko-KR" altLang="en-US" dirty="0"/>
          </a:p>
        </p:txBody>
      </p:sp>
    </p:spTree>
    <p:custDataLst>
      <p:tags r:id="rId1"/>
    </p:custDataLst>
    <p:extLst>
      <p:ext uri="{BB962C8B-B14F-4D97-AF65-F5344CB8AC3E}">
        <p14:creationId xmlns:p14="http://schemas.microsoft.com/office/powerpoint/2010/main" val="1001799100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xit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42" presetClass="path" presetSubtype="0" accel="50000" decel="5000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animMotion origin="layout" path="M 0.00183 0.00046 L -0.32174 0.00046 " pathEditMode="relative" rAng="0" ptsTypes="AA">
                                      <p:cBhvr>
                                        <p:cTn id="14" dur="500" fill="hold"/>
                                        <p:tgtEl>
                                          <p:spTgt spid="22"/>
                                        </p:tgtEl>
                                        <p:attrNameLst>
                                          <p:attrName>ppt_x</p:attrName>
                                          <p:attrName>ppt_y</p:attrName>
                                        </p:attrNameLst>
                                      </p:cBhvr>
                                      <p:rCtr x="-16185" y="0"/>
                                    </p:animMotion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53" presetClass="entr" presetSubtype="16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>
                                        <p:cTn id="19" dur="200" fill="hold"/>
                                        <p:tgtEl>
                                          <p:spTgt spid="10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20" dur="200" fill="hold"/>
                                        <p:tgtEl>
                                          <p:spTgt spid="10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  <p:animEffect transition="in" filter="fade">
                                      <p:cBhvr>
                                        <p:cTn id="21" dur="200"/>
                                        <p:tgtEl>
                                          <p:spTgt spid="1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22" fill="hold">
                            <p:stCondLst>
                              <p:cond delay="200"/>
                            </p:stCondLst>
                            <p:childTnLst>
                              <p:par>
                                <p:cTn id="23" presetID="53" presetClass="entr" presetSubtype="16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>
                                        <p:cTn id="25" dur="200" fill="hold"/>
                                        <p:tgtEl>
                                          <p:spTgt spid="30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26" dur="200" fill="hold"/>
                                        <p:tgtEl>
                                          <p:spTgt spid="30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  <p:animEffect transition="in" filter="fade">
                                      <p:cBhvr>
                                        <p:cTn id="27" dur="200"/>
                                        <p:tgtEl>
                                          <p:spTgt spid="3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28" fill="hold">
                            <p:stCondLst>
                              <p:cond delay="400"/>
                            </p:stCondLst>
                            <p:childTnLst>
                              <p:par>
                                <p:cTn id="29" presetID="10" presetClass="exit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animEffect transition="out" filter="fade">
                                      <p:cBhvr>
                                        <p:cTn id="30" dur="100"/>
                                        <p:tgtEl>
                                          <p:spTgt spid="31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99"/>
                                          </p:stCondLst>
                                        </p:cTn>
                                        <p:tgtEl>
                                          <p:spTgt spid="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32" fill="hold">
                            <p:stCondLst>
                              <p:cond delay="500"/>
                            </p:stCondLst>
                            <p:childTnLst>
                              <p:par>
                                <p:cTn id="33" presetID="10" presetClass="exit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animEffect transition="out" filter="fade">
                                      <p:cBhvr>
                                        <p:cTn id="34" dur="100"/>
                                        <p:tgtEl>
                                          <p:spTgt spid="32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35" dur="1" fill="hold">
                                          <p:stCondLst>
                                            <p:cond delay="99"/>
                                          </p:stCondLst>
                                        </p:cTn>
                                        <p:tgtEl>
                                          <p:spTgt spid="3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6" presetID="10" presetClass="exit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animEffect transition="out" filter="fade">
                                      <p:cBhvr>
                                        <p:cTn id="37" dur="100"/>
                                        <p:tgtEl>
                                          <p:spTgt spid="38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38" dur="1" fill="hold">
                                          <p:stCondLst>
                                            <p:cond delay="99"/>
                                          </p:stCondLst>
                                        </p:cTn>
                                        <p:tgtEl>
                                          <p:spTgt spid="3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9" presetID="10" presetClass="exit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animEffect transition="out" filter="fade">
                                      <p:cBhvr>
                                        <p:cTn id="40" dur="100"/>
                                        <p:tgtEl>
                                          <p:spTgt spid="33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99"/>
                                          </p:stCondLst>
                                        </p:cTn>
                                        <p:tgtEl>
                                          <p:spTgt spid="3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42" presetID="10" presetClass="exit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animEffect transition="out" filter="fade">
                                      <p:cBhvr>
                                        <p:cTn id="43" dur="100"/>
                                        <p:tgtEl>
                                          <p:spTgt spid="37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99"/>
                                          </p:stCondLst>
                                        </p:cTn>
                                        <p:tgtEl>
                                          <p:spTgt spid="3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45" presetID="10" presetClass="exit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animEffect transition="out" filter="fade">
                                      <p:cBhvr>
                                        <p:cTn id="46" dur="100"/>
                                        <p:tgtEl>
                                          <p:spTgt spid="39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47" dur="1" fill="hold">
                                          <p:stCondLst>
                                            <p:cond delay="99"/>
                                          </p:stCondLst>
                                        </p:cTn>
                                        <p:tgtEl>
                                          <p:spTgt spid="3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48" fill="hold">
                            <p:stCondLst>
                              <p:cond delay="600"/>
                            </p:stCondLst>
                            <p:childTnLst>
                              <p:par>
                                <p:cTn id="49" presetID="10" presetClass="exit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animEffect transition="out" filter="fade">
                                      <p:cBhvr>
                                        <p:cTn id="50" dur="100"/>
                                        <p:tgtEl>
                                          <p:spTgt spid="34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99"/>
                                          </p:stCondLst>
                                        </p:cTn>
                                        <p:tgtEl>
                                          <p:spTgt spid="3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52" presetID="10" presetClass="exit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animEffect transition="out" filter="fade">
                                      <p:cBhvr>
                                        <p:cTn id="53" dur="100"/>
                                        <p:tgtEl>
                                          <p:spTgt spid="36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54" dur="1" fill="hold">
                                          <p:stCondLst>
                                            <p:cond delay="99"/>
                                          </p:stCondLst>
                                        </p:cTn>
                                        <p:tgtEl>
                                          <p:spTgt spid="3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55" presetID="10" presetClass="exit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animEffect transition="out" filter="fade">
                                      <p:cBhvr>
                                        <p:cTn id="56" dur="100"/>
                                        <p:tgtEl>
                                          <p:spTgt spid="40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57" dur="1" fill="hold">
                                          <p:stCondLst>
                                            <p:cond delay="99"/>
                                          </p:stCondLst>
                                        </p:cTn>
                                        <p:tgtEl>
                                          <p:spTgt spid="4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58" presetID="10" presetClass="exit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animEffect transition="out" filter="fade">
                                      <p:cBhvr>
                                        <p:cTn id="59" dur="100"/>
                                        <p:tgtEl>
                                          <p:spTgt spid="46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60" dur="1" fill="hold">
                                          <p:stCondLst>
                                            <p:cond delay="99"/>
                                          </p:stCondLst>
                                        </p:cTn>
                                        <p:tgtEl>
                                          <p:spTgt spid="4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61" fill="hold">
                            <p:stCondLst>
                              <p:cond delay="700"/>
                            </p:stCondLst>
                            <p:childTnLst>
                              <p:par>
                                <p:cTn id="62" presetID="10" presetClass="exit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animEffect transition="out" filter="fade">
                                      <p:cBhvr>
                                        <p:cTn id="63" dur="100"/>
                                        <p:tgtEl>
                                          <p:spTgt spid="35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64" dur="1" fill="hold">
                                          <p:stCondLst>
                                            <p:cond delay="99"/>
                                          </p:stCondLst>
                                        </p:cTn>
                                        <p:tgtEl>
                                          <p:spTgt spid="3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65" presetID="10" presetClass="exit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animEffect transition="out" filter="fade">
                                      <p:cBhvr>
                                        <p:cTn id="66" dur="100"/>
                                        <p:tgtEl>
                                          <p:spTgt spid="41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67" dur="1" fill="hold">
                                          <p:stCondLst>
                                            <p:cond delay="99"/>
                                          </p:stCondLst>
                                        </p:cTn>
                                        <p:tgtEl>
                                          <p:spTgt spid="4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68" presetID="10" presetClass="exit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animEffect transition="out" filter="fade">
                                      <p:cBhvr>
                                        <p:cTn id="69" dur="100"/>
                                        <p:tgtEl>
                                          <p:spTgt spid="45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70" dur="1" fill="hold">
                                          <p:stCondLst>
                                            <p:cond delay="99"/>
                                          </p:stCondLst>
                                        </p:cTn>
                                        <p:tgtEl>
                                          <p:spTgt spid="4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71" fill="hold">
                            <p:stCondLst>
                              <p:cond delay="800"/>
                            </p:stCondLst>
                            <p:childTnLst>
                              <p:par>
                                <p:cTn id="72" presetID="10" presetClass="exit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animEffect transition="out" filter="fade">
                                      <p:cBhvr>
                                        <p:cTn id="73" dur="100"/>
                                        <p:tgtEl>
                                          <p:spTgt spid="42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74" dur="1" fill="hold">
                                          <p:stCondLst>
                                            <p:cond delay="99"/>
                                          </p:stCondLst>
                                        </p:cTn>
                                        <p:tgtEl>
                                          <p:spTgt spid="4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5" presetID="10" presetClass="exit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animEffect transition="out" filter="fade">
                                      <p:cBhvr>
                                        <p:cTn id="76" dur="100"/>
                                        <p:tgtEl>
                                          <p:spTgt spid="44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77" dur="1" fill="hold">
                                          <p:stCondLst>
                                            <p:cond delay="99"/>
                                          </p:stCondLst>
                                        </p:cTn>
                                        <p:tgtEl>
                                          <p:spTgt spid="4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78" fill="hold">
                            <p:stCondLst>
                              <p:cond delay="900"/>
                            </p:stCondLst>
                            <p:childTnLst>
                              <p:par>
                                <p:cTn id="79" presetID="10" presetClass="exit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animEffect transition="out" filter="fade">
                                      <p:cBhvr>
                                        <p:cTn id="80" dur="100"/>
                                        <p:tgtEl>
                                          <p:spTgt spid="43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81" dur="1" fill="hold">
                                          <p:stCondLst>
                                            <p:cond delay="99"/>
                                          </p:stCondLst>
                                        </p:cTn>
                                        <p:tgtEl>
                                          <p:spTgt spid="4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82" fill="hold">
                            <p:stCondLst>
                              <p:cond delay="1000"/>
                            </p:stCondLst>
                            <p:childTnLst>
                              <p:par>
                                <p:cTn id="83" presetID="1" presetClass="entr" presetSubtype="0" fill="hold" grpId="0" nodeType="afterEffect">
                                  <p:stCondLst>
                                    <p:cond delay="0"/>
                                  </p:stCondLst>
                                  <p:iterate type="lt">
                                    <p:tmAbs val="50"/>
                                  </p:iterate>
                                  <p:childTnLst>
                                    <p:set>
                                      <p:cBhvr>
                                        <p:cTn id="8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85" fill="hold">
                            <p:stCondLst>
                              <p:cond delay="1851"/>
                            </p:stCondLst>
                            <p:childTnLst>
                              <p:par>
                                <p:cTn id="86" presetID="10" presetClass="entr" presetSubtype="0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88" dur="500"/>
                                        <p:tgtEl>
                                          <p:spTgt spid="5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9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91" dur="500"/>
                                        <p:tgtEl>
                                          <p:spTgt spid="5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0" grpId="0" animBg="1"/>
      <p:bldP spid="30" grpId="0" animBg="1"/>
      <p:bldP spid="31" grpId="0" animBg="1"/>
      <p:bldP spid="32" grpId="0" animBg="1"/>
      <p:bldP spid="33" grpId="0" animBg="1"/>
      <p:bldP spid="34" grpId="0" animBg="1"/>
      <p:bldP spid="35" grpId="0" animBg="1"/>
      <p:bldP spid="36" grpId="0" animBg="1"/>
      <p:bldP spid="37" grpId="0" animBg="1"/>
      <p:bldP spid="38" grpId="0" animBg="1"/>
      <p:bldP spid="39" grpId="0" animBg="1"/>
      <p:bldP spid="40" grpId="0" animBg="1"/>
      <p:bldP spid="41" grpId="0" animBg="1"/>
      <p:bldP spid="42" grpId="0" animBg="1"/>
      <p:bldP spid="43" grpId="0" animBg="1"/>
      <p:bldP spid="44" grpId="0" animBg="1"/>
      <p:bldP spid="45" grpId="0" animBg="1"/>
      <p:bldP spid="46" grpId="0" animBg="1"/>
      <p:bldP spid="47" grpId="0"/>
      <p:bldP spid="54" grpId="0"/>
    </p:bldLst>
  </p:timing>
</p:sld>
</file>

<file path=ppt/slides/slide4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8F9FC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D1BD877B-86E1-B10A-7645-9A90B135E7F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mc:AlternateContent xmlns:mc="http://schemas.openxmlformats.org/markup-compatibility/2006" xmlns:a14="http://schemas.microsoft.com/office/drawing/2010/main">
        <mc:Choice Requires="a14">
          <p:graphicFrame>
            <p:nvGraphicFramePr>
              <p:cNvPr id="53" name="표 52">
                <a:extLst>
                  <a:ext uri="{FF2B5EF4-FFF2-40B4-BE49-F238E27FC236}">
                    <a16:creationId xmlns:a16="http://schemas.microsoft.com/office/drawing/2014/main" id="{C51CD332-6A5B-117C-ECED-B8E971D36324}"/>
                  </a:ext>
                </a:extLst>
              </p:cNvPr>
              <p:cNvGraphicFramePr>
                <a:graphicFrameLocks noGrp="1"/>
              </p:cNvGraphicFramePr>
              <p:nvPr>
                <p:extLst>
                  <p:ext uri="{D42A27DB-BD31-4B8C-83A1-F6EECF244321}">
                    <p14:modId xmlns:p14="http://schemas.microsoft.com/office/powerpoint/2010/main" val="3159400460"/>
                  </p:ext>
                </p:extLst>
              </p:nvPr>
            </p:nvGraphicFramePr>
            <p:xfrm>
              <a:off x="4149634" y="783772"/>
              <a:ext cx="5858166" cy="5779782"/>
            </p:xfrm>
            <a:graphic>
              <a:graphicData uri="http://schemas.openxmlformats.org/drawingml/2006/table">
                <a:tbl>
                  <a:tblPr firstRow="1" bandRow="1">
                    <a:tableStyleId>{5C22544A-7EE6-4342-B048-85BDC9FD1C3A}</a:tableStyleId>
                  </a:tblPr>
                  <a:tblGrid>
                    <a:gridCol w="976361">
                      <a:extLst>
                        <a:ext uri="{9D8B030D-6E8A-4147-A177-3AD203B41FA5}">
                          <a16:colId xmlns:a16="http://schemas.microsoft.com/office/drawing/2014/main" val="1869280964"/>
                        </a:ext>
                      </a:extLst>
                    </a:gridCol>
                    <a:gridCol w="976361">
                      <a:extLst>
                        <a:ext uri="{9D8B030D-6E8A-4147-A177-3AD203B41FA5}">
                          <a16:colId xmlns:a16="http://schemas.microsoft.com/office/drawing/2014/main" val="2322392675"/>
                        </a:ext>
                      </a:extLst>
                    </a:gridCol>
                    <a:gridCol w="976361">
                      <a:extLst>
                        <a:ext uri="{9D8B030D-6E8A-4147-A177-3AD203B41FA5}">
                          <a16:colId xmlns:a16="http://schemas.microsoft.com/office/drawing/2014/main" val="2012919836"/>
                        </a:ext>
                      </a:extLst>
                    </a:gridCol>
                    <a:gridCol w="976361">
                      <a:extLst>
                        <a:ext uri="{9D8B030D-6E8A-4147-A177-3AD203B41FA5}">
                          <a16:colId xmlns:a16="http://schemas.microsoft.com/office/drawing/2014/main" val="3166245656"/>
                        </a:ext>
                      </a:extLst>
                    </a:gridCol>
                    <a:gridCol w="976361">
                      <a:extLst>
                        <a:ext uri="{9D8B030D-6E8A-4147-A177-3AD203B41FA5}">
                          <a16:colId xmlns:a16="http://schemas.microsoft.com/office/drawing/2014/main" val="2754483447"/>
                        </a:ext>
                      </a:extLst>
                    </a:gridCol>
                    <a:gridCol w="976361">
                      <a:extLst>
                        <a:ext uri="{9D8B030D-6E8A-4147-A177-3AD203B41FA5}">
                          <a16:colId xmlns:a16="http://schemas.microsoft.com/office/drawing/2014/main" val="1259960200"/>
                        </a:ext>
                      </a:extLst>
                    </a:gridCol>
                  </a:tblGrid>
                  <a:tr h="963297">
                    <a:tc>
                      <a:txBody>
                        <a:bodyPr/>
                        <a:lstStyle/>
                        <a:p>
                          <a:pPr marL="0" marR="0" lvl="0" indent="0" algn="ctr" defTabSz="914400" rtl="0" eaLnBrk="1" fontAlgn="auto" latinLnBrk="1" hangingPunct="1">
                            <a:lnSpc>
                              <a:spcPct val="100000"/>
                            </a:lnSpc>
                            <a:spcBef>
                              <a:spcPts val="0"/>
                            </a:spcBef>
                            <a:spcAft>
                              <a:spcPts val="0"/>
                            </a:spcAft>
                            <a:buClrTx/>
                            <a:buSzTx/>
                            <a:buFontTx/>
                            <a:buNone/>
                            <a:tabLst/>
                            <a:defRPr/>
                          </a:pPr>
                          <a14:m>
                            <m:oMathPara xmlns:m="http://schemas.openxmlformats.org/officeDocument/2006/math">
                              <m:oMath>
                                <m:sSub>
                                  <m:sSubPr>
                                    <m:ctrlPr>
                                      <a:rPr kumimoji="0" lang="en-US" altLang="ko-KR" sz="3000" b="0" i="1" u="none" strike="noStrike" kern="1200" cap="none" spc="0" normalizeH="0" baseline="0" noProof="0" smtClean="0">
                                        <a:ln>
                                          <a:noFill/>
                                        </a:ln>
                                        <a:solidFill>
                                          <a:prstClr val="black"/>
                                        </a:solidFill>
                                        <a:effectLst/>
                                        <a:uLnTx/>
                                        <a:uFillTx/>
                                        <a:latin typeface="Cambria Math" panose="02040503050406030204" pitchFamily="18" charset="0"/>
                                        <a:cs typeface="+mn-cs"/>
                                      </a:rPr>
                                    </m:ctrlPr>
                                  </m:sSubPr>
                                  <m:e>
                                    <m:r>
                                      <a:rPr kumimoji="0" lang="en-US" altLang="ko-KR" sz="3000" b="0" i="1" u="none" strike="noStrike" kern="1200" cap="none" spc="0" normalizeH="0" baseline="0" noProof="0" smtClean="0">
                                        <a:ln>
                                          <a:noFill/>
                                        </a:ln>
                                        <a:solidFill>
                                          <a:prstClr val="black"/>
                                        </a:solidFill>
                                        <a:effectLst/>
                                        <a:uLnTx/>
                                        <a:uFillTx/>
                                        <a:latin typeface="Cambria Math" panose="02040503050406030204" pitchFamily="18" charset="0"/>
                                        <a:cs typeface="+mn-cs"/>
                                      </a:rPr>
                                      <m:t>𝑔</m:t>
                                    </m:r>
                                  </m:e>
                                  <m:sub>
                                    <m:r>
                                      <a:rPr kumimoji="0" lang="en-US" altLang="ko-KR" sz="3000" b="0" i="1" u="none" strike="noStrike" kern="1200" cap="none" spc="0" normalizeH="0" baseline="0" noProof="0" smtClean="0">
                                        <a:ln>
                                          <a:noFill/>
                                        </a:ln>
                                        <a:solidFill>
                                          <a:prstClr val="black"/>
                                        </a:solidFill>
                                        <a:effectLst/>
                                        <a:uLnTx/>
                                        <a:uFillTx/>
                                        <a:latin typeface="Cambria Math" panose="02040503050406030204" pitchFamily="18" charset="0"/>
                                        <a:cs typeface="+mn-cs"/>
                                      </a:rPr>
                                      <m:t>00</m:t>
                                    </m:r>
                                  </m:sub>
                                </m:sSub>
                              </m:oMath>
                            </m:oMathPara>
                          </a14:m>
                          <a:endParaRPr kumimoji="0" lang="ko-KR" altLang="en-US" sz="3000" b="0" i="0" u="none" strike="noStrike" kern="1200" cap="none" spc="0" normalizeH="0" baseline="0" noProof="0" dirty="0">
                            <a:ln>
                              <a:noFill/>
                            </a:ln>
                            <a:solidFill>
                              <a:prstClr val="black"/>
                            </a:solidFill>
                            <a:effectLst/>
                            <a:uLnTx/>
                            <a:uFillTx/>
                            <a:latin typeface="Calibri"/>
                            <a:ea typeface="맑은 고딕" panose="020B0503020000020004" pitchFamily="50" charset="-127"/>
                            <a:cs typeface="+mn-cs"/>
                          </a:endParaRPr>
                        </a:p>
                      </a:txBody>
                      <a:tcPr anchor="ctr">
                        <a:lnL w="12700" cmpd="sng">
                          <a:noFill/>
                        </a:lnL>
                        <a:lnR w="12700" cmpd="sng">
                          <a:noFill/>
                        </a:lnR>
                        <a:lnT w="12700" cmpd="sng">
                          <a:noFill/>
                        </a:lnT>
                        <a:lnB w="38100" cmpd="sng">
                          <a:noFill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  <a:solidFill>
                          <a:srgbClr val="F8F9FC"/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pPr marL="0" marR="0" lvl="0" indent="0" algn="ctr" defTabSz="914400" rtl="0" eaLnBrk="1" fontAlgn="auto" latinLnBrk="1" hangingPunct="1">
                            <a:lnSpc>
                              <a:spcPct val="100000"/>
                            </a:lnSpc>
                            <a:spcBef>
                              <a:spcPts val="0"/>
                            </a:spcBef>
                            <a:spcAft>
                              <a:spcPts val="0"/>
                            </a:spcAft>
                            <a:buClrTx/>
                            <a:buSzTx/>
                            <a:buFontTx/>
                            <a:buNone/>
                            <a:tabLst/>
                            <a:defRPr/>
                          </a:pPr>
                          <a14:m>
                            <m:oMathPara xmlns:m="http://schemas.openxmlformats.org/officeDocument/2006/math">
                              <m:oMath>
                                <m:sSub>
                                  <m:sSubPr>
                                    <m:ctrlPr>
                                      <a:rPr kumimoji="0" lang="en-US" altLang="ko-KR" sz="3000" b="0" i="1" u="none" strike="noStrike" kern="1200" cap="none" spc="0" normalizeH="0" baseline="0" noProof="0" smtClean="0">
                                        <a:ln>
                                          <a:noFill/>
                                        </a:ln>
                                        <a:solidFill>
                                          <a:prstClr val="black"/>
                                        </a:solidFill>
                                        <a:effectLst/>
                                        <a:uLnTx/>
                                        <a:uFillTx/>
                                        <a:latin typeface="Cambria Math" panose="02040503050406030204" pitchFamily="18" charset="0"/>
                                        <a:cs typeface="+mn-cs"/>
                                      </a:rPr>
                                    </m:ctrlPr>
                                  </m:sSubPr>
                                  <m:e>
                                    <m:r>
                                      <a:rPr kumimoji="0" lang="en-US" altLang="ko-KR" sz="3000" b="0" i="1" u="none" strike="noStrike" kern="1200" cap="none" spc="0" normalizeH="0" baseline="0" noProof="0" smtClean="0">
                                        <a:ln>
                                          <a:noFill/>
                                        </a:ln>
                                        <a:solidFill>
                                          <a:prstClr val="black"/>
                                        </a:solidFill>
                                        <a:effectLst/>
                                        <a:uLnTx/>
                                        <a:uFillTx/>
                                        <a:latin typeface="Cambria Math" panose="02040503050406030204" pitchFamily="18" charset="0"/>
                                        <a:cs typeface="+mn-cs"/>
                                      </a:rPr>
                                      <m:t>𝑔</m:t>
                                    </m:r>
                                  </m:e>
                                  <m:sub>
                                    <m:r>
                                      <a:rPr kumimoji="0" lang="en-US" altLang="ko-KR" sz="3000" b="0" i="1" u="none" strike="noStrike" kern="1200" cap="none" spc="0" normalizeH="0" baseline="0" noProof="0" smtClean="0">
                                        <a:ln>
                                          <a:noFill/>
                                        </a:ln>
                                        <a:solidFill>
                                          <a:prstClr val="black"/>
                                        </a:solidFill>
                                        <a:effectLst/>
                                        <a:uLnTx/>
                                        <a:uFillTx/>
                                        <a:latin typeface="Cambria Math" panose="02040503050406030204" pitchFamily="18" charset="0"/>
                                        <a:cs typeface="+mn-cs"/>
                                      </a:rPr>
                                      <m:t>01</m:t>
                                    </m:r>
                                  </m:sub>
                                </m:sSub>
                              </m:oMath>
                            </m:oMathPara>
                          </a14:m>
                          <a:endParaRPr kumimoji="0" lang="ko-KR" altLang="en-US" sz="3000" b="0" i="0" u="none" strike="noStrike" kern="1200" cap="none" spc="0" normalizeH="0" baseline="0" noProof="0" dirty="0">
                            <a:ln>
                              <a:noFill/>
                            </a:ln>
                            <a:solidFill>
                              <a:prstClr val="black"/>
                            </a:solidFill>
                            <a:effectLst/>
                            <a:uLnTx/>
                            <a:uFillTx/>
                            <a:latin typeface="Calibri"/>
                            <a:ea typeface="맑은 고딕" panose="020B0503020000020004" pitchFamily="50" charset="-127"/>
                            <a:cs typeface="+mn-cs"/>
                          </a:endParaRPr>
                        </a:p>
                      </a:txBody>
                      <a:tcPr anchor="ctr">
                        <a:lnL w="12700" cmpd="sng">
                          <a:noFill/>
                        </a:lnL>
                        <a:lnR w="12700" cmpd="sng">
                          <a:noFill/>
                        </a:lnR>
                        <a:lnT w="12700" cmpd="sng">
                          <a:noFill/>
                        </a:lnT>
                        <a:lnB w="38100" cmpd="sng">
                          <a:noFill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  <a:solidFill>
                          <a:srgbClr val="F8F9FC"/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pPr marL="0" marR="0" lvl="0" indent="0" algn="ctr" defTabSz="914400" rtl="0" eaLnBrk="1" fontAlgn="auto" latinLnBrk="1" hangingPunct="1">
                            <a:lnSpc>
                              <a:spcPct val="100000"/>
                            </a:lnSpc>
                            <a:spcBef>
                              <a:spcPts val="0"/>
                            </a:spcBef>
                            <a:spcAft>
                              <a:spcPts val="0"/>
                            </a:spcAft>
                            <a:buClrTx/>
                            <a:buSzTx/>
                            <a:buFontTx/>
                            <a:buNone/>
                            <a:tabLst/>
                            <a:defRPr/>
                          </a:pPr>
                          <a14:m>
                            <m:oMathPara xmlns:m="http://schemas.openxmlformats.org/officeDocument/2006/math">
                              <m:oMath>
                                <m:sSub>
                                  <m:sSubPr>
                                    <m:ctrlPr>
                                      <a:rPr kumimoji="0" lang="en-US" altLang="ko-KR" sz="3000" b="0" i="1" u="none" strike="noStrike" kern="1200" cap="none" spc="0" normalizeH="0" baseline="0" noProof="0" smtClean="0">
                                        <a:ln>
                                          <a:noFill/>
                                        </a:ln>
                                        <a:solidFill>
                                          <a:prstClr val="black"/>
                                        </a:solidFill>
                                        <a:effectLst/>
                                        <a:uLnTx/>
                                        <a:uFillTx/>
                                        <a:latin typeface="Cambria Math" panose="02040503050406030204" pitchFamily="18" charset="0"/>
                                        <a:cs typeface="+mn-cs"/>
                                      </a:rPr>
                                    </m:ctrlPr>
                                  </m:sSubPr>
                                  <m:e>
                                    <m:r>
                                      <a:rPr kumimoji="0" lang="en-US" altLang="ko-KR" sz="3000" b="0" i="1" u="none" strike="noStrike" kern="1200" cap="none" spc="0" normalizeH="0" baseline="0" noProof="0" smtClean="0">
                                        <a:ln>
                                          <a:noFill/>
                                        </a:ln>
                                        <a:solidFill>
                                          <a:prstClr val="black"/>
                                        </a:solidFill>
                                        <a:effectLst/>
                                        <a:uLnTx/>
                                        <a:uFillTx/>
                                        <a:latin typeface="Cambria Math" panose="02040503050406030204" pitchFamily="18" charset="0"/>
                                        <a:cs typeface="+mn-cs"/>
                                      </a:rPr>
                                      <m:t>𝑔</m:t>
                                    </m:r>
                                  </m:e>
                                  <m:sub>
                                    <m:r>
                                      <a:rPr kumimoji="0" lang="en-US" altLang="ko-KR" sz="3000" b="0" i="1" u="none" strike="noStrike" kern="1200" cap="none" spc="0" normalizeH="0" baseline="0" noProof="0" smtClean="0">
                                        <a:ln>
                                          <a:noFill/>
                                        </a:ln>
                                        <a:solidFill>
                                          <a:prstClr val="black"/>
                                        </a:solidFill>
                                        <a:effectLst/>
                                        <a:uLnTx/>
                                        <a:uFillTx/>
                                        <a:latin typeface="Cambria Math" panose="02040503050406030204" pitchFamily="18" charset="0"/>
                                        <a:cs typeface="+mn-cs"/>
                                      </a:rPr>
                                      <m:t>02</m:t>
                                    </m:r>
                                  </m:sub>
                                </m:sSub>
                              </m:oMath>
                            </m:oMathPara>
                          </a14:m>
                          <a:endParaRPr kumimoji="0" lang="ko-KR" altLang="en-US" sz="3000" b="0" i="0" u="none" strike="noStrike" kern="1200" cap="none" spc="0" normalizeH="0" baseline="0" noProof="0" dirty="0">
                            <a:ln>
                              <a:noFill/>
                            </a:ln>
                            <a:solidFill>
                              <a:prstClr val="black"/>
                            </a:solidFill>
                            <a:effectLst/>
                            <a:uLnTx/>
                            <a:uFillTx/>
                            <a:latin typeface="Calibri"/>
                            <a:ea typeface="맑은 고딕" panose="020B0503020000020004" pitchFamily="50" charset="-127"/>
                            <a:cs typeface="+mn-cs"/>
                          </a:endParaRPr>
                        </a:p>
                      </a:txBody>
                      <a:tcPr anchor="ctr">
                        <a:lnL w="12700" cmpd="sng">
                          <a:noFill/>
                        </a:lnL>
                        <a:lnR w="12700" cmpd="sng">
                          <a:noFill/>
                        </a:lnR>
                        <a:lnT w="12700" cmpd="sng">
                          <a:noFill/>
                        </a:lnT>
                        <a:lnB w="38100" cmpd="sng">
                          <a:noFill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  <a:solidFill>
                          <a:srgbClr val="F8F9FC"/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pPr marL="0" marR="0" lvl="0" indent="0" algn="ctr" defTabSz="914400" rtl="0" eaLnBrk="1" fontAlgn="auto" latinLnBrk="1" hangingPunct="1">
                            <a:lnSpc>
                              <a:spcPct val="100000"/>
                            </a:lnSpc>
                            <a:spcBef>
                              <a:spcPts val="0"/>
                            </a:spcBef>
                            <a:spcAft>
                              <a:spcPts val="0"/>
                            </a:spcAft>
                            <a:buClrTx/>
                            <a:buSzTx/>
                            <a:buFontTx/>
                            <a:buNone/>
                            <a:tabLst/>
                            <a:defRPr/>
                          </a:pPr>
                          <a14:m>
                            <m:oMathPara xmlns:m="http://schemas.openxmlformats.org/officeDocument/2006/math">
                              <m:oMath>
                                <m:sSub>
                                  <m:sSubPr>
                                    <m:ctrlPr>
                                      <a:rPr kumimoji="0" lang="en-US" altLang="ko-KR" sz="3000" b="0" i="1" u="none" strike="noStrike" kern="1200" cap="none" spc="0" normalizeH="0" baseline="0" noProof="0" smtClean="0">
                                        <a:ln>
                                          <a:noFill/>
                                        </a:ln>
                                        <a:solidFill>
                                          <a:prstClr val="black"/>
                                        </a:solidFill>
                                        <a:effectLst/>
                                        <a:uLnTx/>
                                        <a:uFillTx/>
                                        <a:latin typeface="Cambria Math" panose="02040503050406030204" pitchFamily="18" charset="0"/>
                                        <a:cs typeface="+mn-cs"/>
                                      </a:rPr>
                                    </m:ctrlPr>
                                  </m:sSubPr>
                                  <m:e>
                                    <m:r>
                                      <a:rPr kumimoji="0" lang="en-US" altLang="ko-KR" sz="3000" b="0" i="1" u="none" strike="noStrike" kern="1200" cap="none" spc="0" normalizeH="0" baseline="0" noProof="0" smtClean="0">
                                        <a:ln>
                                          <a:noFill/>
                                        </a:ln>
                                        <a:solidFill>
                                          <a:prstClr val="black"/>
                                        </a:solidFill>
                                        <a:effectLst/>
                                        <a:uLnTx/>
                                        <a:uFillTx/>
                                        <a:latin typeface="Cambria Math" panose="02040503050406030204" pitchFamily="18" charset="0"/>
                                        <a:cs typeface="+mn-cs"/>
                                      </a:rPr>
                                      <m:t>𝑔</m:t>
                                    </m:r>
                                  </m:e>
                                  <m:sub>
                                    <m:r>
                                      <a:rPr kumimoji="0" lang="en-US" altLang="ko-KR" sz="3000" b="0" i="1" u="none" strike="noStrike" kern="1200" cap="none" spc="0" normalizeH="0" baseline="0" noProof="0" smtClean="0">
                                        <a:ln>
                                          <a:noFill/>
                                        </a:ln>
                                        <a:solidFill>
                                          <a:prstClr val="black"/>
                                        </a:solidFill>
                                        <a:effectLst/>
                                        <a:uLnTx/>
                                        <a:uFillTx/>
                                        <a:latin typeface="Cambria Math" panose="02040503050406030204" pitchFamily="18" charset="0"/>
                                        <a:cs typeface="+mn-cs"/>
                                      </a:rPr>
                                      <m:t>03</m:t>
                                    </m:r>
                                  </m:sub>
                                </m:sSub>
                              </m:oMath>
                            </m:oMathPara>
                          </a14:m>
                          <a:endParaRPr kumimoji="0" lang="ko-KR" altLang="en-US" sz="3000" b="0" i="0" u="none" strike="noStrike" kern="1200" cap="none" spc="0" normalizeH="0" baseline="0" noProof="0" dirty="0">
                            <a:ln>
                              <a:noFill/>
                            </a:ln>
                            <a:solidFill>
                              <a:prstClr val="black"/>
                            </a:solidFill>
                            <a:effectLst/>
                            <a:uLnTx/>
                            <a:uFillTx/>
                            <a:latin typeface="Calibri"/>
                            <a:ea typeface="맑은 고딕" panose="020B0503020000020004" pitchFamily="50" charset="-127"/>
                            <a:cs typeface="+mn-cs"/>
                          </a:endParaRPr>
                        </a:p>
                      </a:txBody>
                      <a:tcPr anchor="ctr">
                        <a:lnL w="12700" cmpd="sng">
                          <a:noFill/>
                        </a:lnL>
                        <a:lnR w="12700" cmpd="sng">
                          <a:noFill/>
                        </a:lnR>
                        <a:lnT w="12700" cmpd="sng">
                          <a:noFill/>
                        </a:lnT>
                        <a:lnB w="38100" cmpd="sng">
                          <a:noFill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  <a:solidFill>
                          <a:srgbClr val="F8F9FC"/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pPr marL="0" marR="0" lvl="0" indent="0" algn="ctr" defTabSz="914400" rtl="0" eaLnBrk="1" fontAlgn="auto" latinLnBrk="1" hangingPunct="1">
                            <a:lnSpc>
                              <a:spcPct val="100000"/>
                            </a:lnSpc>
                            <a:spcBef>
                              <a:spcPts val="0"/>
                            </a:spcBef>
                            <a:spcAft>
                              <a:spcPts val="0"/>
                            </a:spcAft>
                            <a:buClrTx/>
                            <a:buSzTx/>
                            <a:buFontTx/>
                            <a:buNone/>
                            <a:tabLst/>
                            <a:defRPr/>
                          </a:pPr>
                          <a14:m>
                            <m:oMathPara xmlns:m="http://schemas.openxmlformats.org/officeDocument/2006/math">
                              <m:oMath>
                                <m:sSub>
                                  <m:sSubPr>
                                    <m:ctrlPr>
                                      <a:rPr kumimoji="0" lang="en-US" altLang="ko-KR" sz="3000" b="0" i="1" u="none" strike="noStrike" kern="1200" cap="none" spc="0" normalizeH="0" baseline="0" noProof="0" smtClean="0">
                                        <a:ln>
                                          <a:noFill/>
                                        </a:ln>
                                        <a:solidFill>
                                          <a:prstClr val="black"/>
                                        </a:solidFill>
                                        <a:effectLst/>
                                        <a:uLnTx/>
                                        <a:uFillTx/>
                                        <a:latin typeface="Cambria Math" panose="02040503050406030204" pitchFamily="18" charset="0"/>
                                        <a:cs typeface="+mn-cs"/>
                                      </a:rPr>
                                    </m:ctrlPr>
                                  </m:sSubPr>
                                  <m:e>
                                    <m:r>
                                      <a:rPr kumimoji="0" lang="en-US" altLang="ko-KR" sz="3000" b="0" i="1" u="none" strike="noStrike" kern="1200" cap="none" spc="0" normalizeH="0" baseline="0" noProof="0" smtClean="0">
                                        <a:ln>
                                          <a:noFill/>
                                        </a:ln>
                                        <a:solidFill>
                                          <a:prstClr val="black"/>
                                        </a:solidFill>
                                        <a:effectLst/>
                                        <a:uLnTx/>
                                        <a:uFillTx/>
                                        <a:latin typeface="Cambria Math" panose="02040503050406030204" pitchFamily="18" charset="0"/>
                                        <a:cs typeface="+mn-cs"/>
                                      </a:rPr>
                                      <m:t>𝑔</m:t>
                                    </m:r>
                                  </m:e>
                                  <m:sub>
                                    <m:r>
                                      <a:rPr kumimoji="0" lang="en-US" altLang="ko-KR" sz="3000" b="0" i="1" u="none" strike="noStrike" kern="1200" cap="none" spc="0" normalizeH="0" baseline="0" noProof="0" smtClean="0">
                                        <a:ln>
                                          <a:noFill/>
                                        </a:ln>
                                        <a:solidFill>
                                          <a:prstClr val="black"/>
                                        </a:solidFill>
                                        <a:effectLst/>
                                        <a:uLnTx/>
                                        <a:uFillTx/>
                                        <a:latin typeface="Cambria Math" panose="02040503050406030204" pitchFamily="18" charset="0"/>
                                        <a:cs typeface="+mn-cs"/>
                                      </a:rPr>
                                      <m:t>04</m:t>
                                    </m:r>
                                  </m:sub>
                                </m:sSub>
                              </m:oMath>
                            </m:oMathPara>
                          </a14:m>
                          <a:endParaRPr kumimoji="0" lang="ko-KR" altLang="en-US" sz="3000" b="0" i="0" u="none" strike="noStrike" kern="1200" cap="none" spc="0" normalizeH="0" baseline="0" noProof="0" dirty="0">
                            <a:ln>
                              <a:noFill/>
                            </a:ln>
                            <a:solidFill>
                              <a:prstClr val="black"/>
                            </a:solidFill>
                            <a:effectLst/>
                            <a:uLnTx/>
                            <a:uFillTx/>
                            <a:latin typeface="Calibri"/>
                            <a:ea typeface="맑은 고딕" panose="020B0503020000020004" pitchFamily="50" charset="-127"/>
                            <a:cs typeface="+mn-cs"/>
                          </a:endParaRPr>
                        </a:p>
                      </a:txBody>
                      <a:tcPr anchor="ctr">
                        <a:lnL w="12700" cmpd="sng">
                          <a:noFill/>
                        </a:lnL>
                        <a:lnR w="12700" cmpd="sng">
                          <a:noFill/>
                        </a:lnR>
                        <a:lnT w="12700" cmpd="sng">
                          <a:noFill/>
                        </a:lnT>
                        <a:lnB w="38100" cmpd="sng">
                          <a:noFill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  <a:solidFill>
                          <a:srgbClr val="F8F9FC"/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pPr marL="0" marR="0" lvl="0" indent="0" algn="ctr" defTabSz="914400" rtl="0" eaLnBrk="1" fontAlgn="auto" latinLnBrk="1" hangingPunct="1">
                            <a:lnSpc>
                              <a:spcPct val="100000"/>
                            </a:lnSpc>
                            <a:spcBef>
                              <a:spcPts val="0"/>
                            </a:spcBef>
                            <a:spcAft>
                              <a:spcPts val="0"/>
                            </a:spcAft>
                            <a:buClrTx/>
                            <a:buSzTx/>
                            <a:buFontTx/>
                            <a:buNone/>
                            <a:tabLst/>
                            <a:defRPr/>
                          </a:pPr>
                          <a14:m>
                            <m:oMathPara xmlns:m="http://schemas.openxmlformats.org/officeDocument/2006/math">
                              <m:oMath>
                                <m:sSub>
                                  <m:sSubPr>
                                    <m:ctrlPr>
                                      <a:rPr kumimoji="0" lang="en-US" altLang="ko-KR" sz="3000" b="0" i="1" u="none" strike="noStrike" kern="1200" cap="none" spc="0" normalizeH="0" baseline="0" noProof="0" smtClean="0">
                                        <a:ln>
                                          <a:noFill/>
                                        </a:ln>
                                        <a:solidFill>
                                          <a:prstClr val="black"/>
                                        </a:solidFill>
                                        <a:effectLst/>
                                        <a:uLnTx/>
                                        <a:uFillTx/>
                                        <a:latin typeface="Cambria Math" panose="02040503050406030204" pitchFamily="18" charset="0"/>
                                        <a:cs typeface="+mn-cs"/>
                                      </a:rPr>
                                    </m:ctrlPr>
                                  </m:sSubPr>
                                  <m:e>
                                    <m:r>
                                      <a:rPr kumimoji="0" lang="en-US" altLang="ko-KR" sz="3000" b="0" i="1" u="none" strike="noStrike" kern="1200" cap="none" spc="0" normalizeH="0" baseline="0" noProof="0" smtClean="0">
                                        <a:ln>
                                          <a:noFill/>
                                        </a:ln>
                                        <a:solidFill>
                                          <a:prstClr val="black"/>
                                        </a:solidFill>
                                        <a:effectLst/>
                                        <a:uLnTx/>
                                        <a:uFillTx/>
                                        <a:latin typeface="Cambria Math" panose="02040503050406030204" pitchFamily="18" charset="0"/>
                                        <a:cs typeface="+mn-cs"/>
                                      </a:rPr>
                                      <m:t>𝑔</m:t>
                                    </m:r>
                                  </m:e>
                                  <m:sub>
                                    <m:r>
                                      <a:rPr kumimoji="0" lang="en-US" altLang="ko-KR" sz="3000" b="0" i="1" u="none" strike="noStrike" kern="1200" cap="none" spc="0" normalizeH="0" baseline="0" noProof="0" smtClean="0">
                                        <a:ln>
                                          <a:noFill/>
                                        </a:ln>
                                        <a:solidFill>
                                          <a:prstClr val="black"/>
                                        </a:solidFill>
                                        <a:effectLst/>
                                        <a:uLnTx/>
                                        <a:uFillTx/>
                                        <a:latin typeface="Cambria Math" panose="02040503050406030204" pitchFamily="18" charset="0"/>
                                        <a:cs typeface="+mn-cs"/>
                                      </a:rPr>
                                      <m:t>05</m:t>
                                    </m:r>
                                  </m:sub>
                                </m:sSub>
                              </m:oMath>
                            </m:oMathPara>
                          </a14:m>
                          <a:endParaRPr kumimoji="0" lang="ko-KR" altLang="en-US" sz="3000" b="0" i="0" u="none" strike="noStrike" kern="1200" cap="none" spc="0" normalizeH="0" baseline="0" noProof="0" dirty="0">
                            <a:ln>
                              <a:noFill/>
                            </a:ln>
                            <a:solidFill>
                              <a:prstClr val="black"/>
                            </a:solidFill>
                            <a:effectLst/>
                            <a:uLnTx/>
                            <a:uFillTx/>
                            <a:latin typeface="Calibri"/>
                            <a:ea typeface="맑은 고딕" panose="020B0503020000020004" pitchFamily="50" charset="-127"/>
                            <a:cs typeface="+mn-cs"/>
                          </a:endParaRPr>
                        </a:p>
                      </a:txBody>
                      <a:tcPr anchor="ctr">
                        <a:lnL w="12700" cmpd="sng">
                          <a:noFill/>
                        </a:lnL>
                        <a:lnR w="12700" cmpd="sng">
                          <a:noFill/>
                        </a:lnR>
                        <a:lnT w="12700" cmpd="sng">
                          <a:noFill/>
                        </a:lnT>
                        <a:lnB w="38100" cmpd="sng">
                          <a:noFill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  <a:solidFill>
                          <a:srgbClr val="F8F9FC"/>
                        </a:solidFill>
                      </a:tcPr>
                    </a:tc>
                    <a:extLst>
                      <a:ext uri="{0D108BD9-81ED-4DB2-BD59-A6C34878D82A}">
                        <a16:rowId xmlns:a16="http://schemas.microsoft.com/office/drawing/2014/main" val="2115575296"/>
                      </a:ext>
                    </a:extLst>
                  </a:tr>
                  <a:tr h="963297">
                    <a:tc>
                      <a:txBody>
                        <a:bodyPr/>
                        <a:lstStyle/>
                        <a:p>
                          <a:pPr marL="0" marR="0" lvl="0" indent="0" algn="ctr" defTabSz="914400" rtl="0" eaLnBrk="1" fontAlgn="auto" latinLnBrk="1" hangingPunct="1">
                            <a:lnSpc>
                              <a:spcPct val="100000"/>
                            </a:lnSpc>
                            <a:spcBef>
                              <a:spcPts val="0"/>
                            </a:spcBef>
                            <a:spcAft>
                              <a:spcPts val="0"/>
                            </a:spcAft>
                            <a:buClrTx/>
                            <a:buSzTx/>
                            <a:buFontTx/>
                            <a:buNone/>
                            <a:tabLst/>
                            <a:defRPr/>
                          </a:pPr>
                          <a14:m>
                            <m:oMathPara xmlns:m="http://schemas.openxmlformats.org/officeDocument/2006/math">
                              <m:oMath>
                                <m:sSub>
                                  <m:sSubPr>
                                    <m:ctrlPr>
                                      <a:rPr kumimoji="0" lang="en-US" altLang="ko-KR" sz="3000" b="0" i="1" u="none" strike="noStrike" kern="1200" cap="none" spc="0" normalizeH="0" baseline="0" noProof="0" smtClean="0">
                                        <a:ln>
                                          <a:noFill/>
                                        </a:ln>
                                        <a:solidFill>
                                          <a:prstClr val="black"/>
                                        </a:solidFill>
                                        <a:effectLst/>
                                        <a:uLnTx/>
                                        <a:uFillTx/>
                                        <a:latin typeface="Cambria Math" panose="02040503050406030204" pitchFamily="18" charset="0"/>
                                        <a:cs typeface="+mn-cs"/>
                                      </a:rPr>
                                    </m:ctrlPr>
                                  </m:sSubPr>
                                  <m:e>
                                    <m:r>
                                      <a:rPr kumimoji="0" lang="en-US" altLang="ko-KR" sz="3000" b="0" i="1" u="none" strike="noStrike" kern="1200" cap="none" spc="0" normalizeH="0" baseline="0" noProof="0" smtClean="0">
                                        <a:ln>
                                          <a:noFill/>
                                        </a:ln>
                                        <a:solidFill>
                                          <a:prstClr val="black"/>
                                        </a:solidFill>
                                        <a:effectLst/>
                                        <a:uLnTx/>
                                        <a:uFillTx/>
                                        <a:latin typeface="Cambria Math" panose="02040503050406030204" pitchFamily="18" charset="0"/>
                                        <a:cs typeface="+mn-cs"/>
                                      </a:rPr>
                                      <m:t>𝑔</m:t>
                                    </m:r>
                                  </m:e>
                                  <m:sub>
                                    <m:r>
                                      <a:rPr kumimoji="0" lang="en-US" altLang="ko-KR" sz="3000" b="0" i="1" u="none" strike="noStrike" kern="1200" cap="none" spc="0" normalizeH="0" baseline="0" noProof="0" smtClean="0">
                                        <a:ln>
                                          <a:noFill/>
                                        </a:ln>
                                        <a:solidFill>
                                          <a:prstClr val="black"/>
                                        </a:solidFill>
                                        <a:effectLst/>
                                        <a:uLnTx/>
                                        <a:uFillTx/>
                                        <a:latin typeface="Cambria Math" panose="02040503050406030204" pitchFamily="18" charset="0"/>
                                        <a:cs typeface="+mn-cs"/>
                                      </a:rPr>
                                      <m:t>10</m:t>
                                    </m:r>
                                  </m:sub>
                                </m:sSub>
                              </m:oMath>
                            </m:oMathPara>
                          </a14:m>
                          <a:endParaRPr kumimoji="0" lang="ko-KR" altLang="en-US" sz="3000" b="0" i="0" u="none" strike="noStrike" kern="1200" cap="none" spc="0" normalizeH="0" baseline="0" noProof="0" dirty="0">
                            <a:ln>
                              <a:noFill/>
                            </a:ln>
                            <a:solidFill>
                              <a:prstClr val="black"/>
                            </a:solidFill>
                            <a:effectLst/>
                            <a:uLnTx/>
                            <a:uFillTx/>
                            <a:latin typeface="+mn-lt"/>
                            <a:ea typeface="+mn-ea"/>
                            <a:cs typeface="+mn-cs"/>
                          </a:endParaRPr>
                        </a:p>
                      </a:txBody>
                      <a:tcPr marL="86950" marR="86950" marT="43475" marB="43475" anchor="ctr">
                        <a:lnL w="12700" cmpd="sng">
                          <a:noFill/>
                        </a:lnL>
                        <a:lnR w="12700" cmpd="sng">
                          <a:noFill/>
                        </a:lnR>
                        <a:lnT w="38100" cmpd="sng">
                          <a:noFill/>
                        </a:lnT>
                        <a:lnB w="12700" cmpd="sng">
                          <a:noFill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  <a:solidFill>
                          <a:srgbClr val="F8F9FC"/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pPr marL="0" marR="0" lvl="0" indent="0" algn="ctr" defTabSz="914400" rtl="0" eaLnBrk="1" fontAlgn="auto" latinLnBrk="1" hangingPunct="1">
                            <a:lnSpc>
                              <a:spcPct val="100000"/>
                            </a:lnSpc>
                            <a:spcBef>
                              <a:spcPts val="0"/>
                            </a:spcBef>
                            <a:spcAft>
                              <a:spcPts val="0"/>
                            </a:spcAft>
                            <a:buClrTx/>
                            <a:buSzTx/>
                            <a:buFontTx/>
                            <a:buNone/>
                            <a:tabLst/>
                            <a:defRPr/>
                          </a:pPr>
                          <a14:m>
                            <m:oMathPara xmlns:m="http://schemas.openxmlformats.org/officeDocument/2006/math">
                              <m:oMath>
                                <m:sSub>
                                  <m:sSubPr>
                                    <m:ctrlPr>
                                      <a:rPr kumimoji="0" lang="en-US" altLang="ko-KR" sz="3000" b="0" i="1" u="none" strike="noStrike" kern="1200" cap="none" spc="0" normalizeH="0" baseline="0" noProof="0" smtClean="0">
                                        <a:ln>
                                          <a:noFill/>
                                        </a:ln>
                                        <a:solidFill>
                                          <a:prstClr val="black"/>
                                        </a:solidFill>
                                        <a:effectLst/>
                                        <a:uLnTx/>
                                        <a:uFillTx/>
                                        <a:latin typeface="Cambria Math" panose="02040503050406030204" pitchFamily="18" charset="0"/>
                                        <a:cs typeface="+mn-cs"/>
                                      </a:rPr>
                                    </m:ctrlPr>
                                  </m:sSubPr>
                                  <m:e>
                                    <m:r>
                                      <a:rPr kumimoji="0" lang="en-US" altLang="ko-KR" sz="3000" b="0" i="1" u="none" strike="noStrike" kern="1200" cap="none" spc="0" normalizeH="0" baseline="0" noProof="0" smtClean="0">
                                        <a:ln>
                                          <a:noFill/>
                                        </a:ln>
                                        <a:solidFill>
                                          <a:prstClr val="black"/>
                                        </a:solidFill>
                                        <a:effectLst/>
                                        <a:uLnTx/>
                                        <a:uFillTx/>
                                        <a:latin typeface="Cambria Math" panose="02040503050406030204" pitchFamily="18" charset="0"/>
                                        <a:cs typeface="+mn-cs"/>
                                      </a:rPr>
                                      <m:t>𝑔</m:t>
                                    </m:r>
                                  </m:e>
                                  <m:sub>
                                    <m:r>
                                      <a:rPr kumimoji="0" lang="en-US" altLang="ko-KR" sz="3000" b="0" i="1" u="none" strike="noStrike" kern="1200" cap="none" spc="0" normalizeH="0" baseline="0" noProof="0" smtClean="0">
                                        <a:ln>
                                          <a:noFill/>
                                        </a:ln>
                                        <a:solidFill>
                                          <a:prstClr val="black"/>
                                        </a:solidFill>
                                        <a:effectLst/>
                                        <a:uLnTx/>
                                        <a:uFillTx/>
                                        <a:latin typeface="Cambria Math" panose="02040503050406030204" pitchFamily="18" charset="0"/>
                                        <a:cs typeface="+mn-cs"/>
                                      </a:rPr>
                                      <m:t>11</m:t>
                                    </m:r>
                                  </m:sub>
                                </m:sSub>
                              </m:oMath>
                            </m:oMathPara>
                          </a14:m>
                          <a:endParaRPr kumimoji="0" lang="ko-KR" altLang="en-US" sz="3000" b="0" i="0" u="none" strike="noStrike" kern="1200" cap="none" spc="0" normalizeH="0" baseline="0" noProof="0" dirty="0">
                            <a:ln>
                              <a:noFill/>
                            </a:ln>
                            <a:solidFill>
                              <a:prstClr val="black"/>
                            </a:solidFill>
                            <a:effectLst/>
                            <a:uLnTx/>
                            <a:uFillTx/>
                            <a:latin typeface="+mn-lt"/>
                            <a:ea typeface="+mn-ea"/>
                            <a:cs typeface="+mn-cs"/>
                          </a:endParaRPr>
                        </a:p>
                      </a:txBody>
                      <a:tcPr marL="86950" marR="86950" marT="43475" marB="43475" anchor="ctr">
                        <a:lnL w="12700" cmpd="sng">
                          <a:noFill/>
                        </a:lnL>
                        <a:lnR w="12700" cmpd="sng">
                          <a:noFill/>
                        </a:lnR>
                        <a:lnT w="38100" cmpd="sng">
                          <a:noFill/>
                        </a:lnT>
                        <a:lnB w="12700" cmpd="sng">
                          <a:noFill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  <a:solidFill>
                          <a:srgbClr val="F8F9FC"/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pPr algn="ctr" latinLnBrk="1"/>
                          <a14:m>
                            <m:oMathPara xmlns:m="http://schemas.openxmlformats.org/officeDocument/2006/math">
                              <m:oMath>
                                <m:sSub>
                                  <m:sSubPr>
                                    <m:ctrlPr>
                                      <a:rPr kumimoji="0" lang="en-US" altLang="ko-KR" sz="3000" b="0" i="1" u="none" strike="noStrike" kern="1200" cap="none" spc="0" normalizeH="0" baseline="0" noProof="0" smtClean="0">
                                        <a:ln>
                                          <a:noFill/>
                                        </a:ln>
                                        <a:solidFill>
                                          <a:prstClr val="black"/>
                                        </a:solidFill>
                                        <a:effectLst/>
                                        <a:uLnTx/>
                                        <a:uFillTx/>
                                        <a:latin typeface="Cambria Math" panose="02040503050406030204" pitchFamily="18" charset="0"/>
                                        <a:cs typeface="+mn-cs"/>
                                      </a:rPr>
                                    </m:ctrlPr>
                                  </m:sSubPr>
                                  <m:e>
                                    <m:r>
                                      <a:rPr kumimoji="0" lang="en-US" altLang="ko-KR" sz="3000" b="0" i="1" u="none" strike="noStrike" kern="1200" cap="none" spc="0" normalizeH="0" baseline="0" noProof="0" smtClean="0">
                                        <a:ln>
                                          <a:noFill/>
                                        </a:ln>
                                        <a:solidFill>
                                          <a:prstClr val="black"/>
                                        </a:solidFill>
                                        <a:effectLst/>
                                        <a:uLnTx/>
                                        <a:uFillTx/>
                                        <a:latin typeface="Cambria Math" panose="02040503050406030204" pitchFamily="18" charset="0"/>
                                        <a:cs typeface="+mn-cs"/>
                                      </a:rPr>
                                      <m:t>𝑔</m:t>
                                    </m:r>
                                  </m:e>
                                  <m:sub>
                                    <m:r>
                                      <a:rPr kumimoji="0" lang="en-US" altLang="ko-KR" sz="3000" b="0" i="1" u="none" strike="noStrike" kern="1200" cap="none" spc="0" normalizeH="0" baseline="0" noProof="0" smtClean="0">
                                        <a:ln>
                                          <a:noFill/>
                                        </a:ln>
                                        <a:solidFill>
                                          <a:prstClr val="black"/>
                                        </a:solidFill>
                                        <a:effectLst/>
                                        <a:uLnTx/>
                                        <a:uFillTx/>
                                        <a:latin typeface="Cambria Math" panose="02040503050406030204" pitchFamily="18" charset="0"/>
                                        <a:cs typeface="+mn-cs"/>
                                      </a:rPr>
                                      <m:t>12</m:t>
                                    </m:r>
                                  </m:sub>
                                </m:sSub>
                              </m:oMath>
                            </m:oMathPara>
                          </a14:m>
                          <a:endParaRPr lang="ko-KR" altLang="en-US" sz="3000" dirty="0"/>
                        </a:p>
                      </a:txBody>
                      <a:tcPr marL="86950" marR="86950" marT="43475" marB="43475" anchor="ctr">
                        <a:lnL w="12700" cmpd="sng">
                          <a:noFill/>
                        </a:lnL>
                        <a:lnR w="12700" cmpd="sng">
                          <a:noFill/>
                        </a:lnR>
                        <a:lnT w="38100" cmpd="sng">
                          <a:noFill/>
                        </a:lnT>
                        <a:lnB w="12700" cmpd="sng">
                          <a:noFill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  <a:solidFill>
                          <a:srgbClr val="F8F9FC"/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pPr algn="ctr" latinLnBrk="1"/>
                          <a14:m>
                            <m:oMathPara xmlns:m="http://schemas.openxmlformats.org/officeDocument/2006/math">
                              <m:oMath>
                                <m:sSub>
                                  <m:sSubPr>
                                    <m:ctrlPr>
                                      <a:rPr kumimoji="0" lang="en-US" altLang="ko-KR" sz="3000" b="0" i="1" u="none" strike="noStrike" kern="1200" cap="none" spc="0" normalizeH="0" baseline="0" noProof="0" smtClean="0">
                                        <a:ln>
                                          <a:noFill/>
                                        </a:ln>
                                        <a:solidFill>
                                          <a:prstClr val="black"/>
                                        </a:solidFill>
                                        <a:effectLst/>
                                        <a:uLnTx/>
                                        <a:uFillTx/>
                                        <a:latin typeface="Cambria Math" panose="02040503050406030204" pitchFamily="18" charset="0"/>
                                        <a:cs typeface="+mn-cs"/>
                                      </a:rPr>
                                    </m:ctrlPr>
                                  </m:sSubPr>
                                  <m:e>
                                    <m:r>
                                      <a:rPr kumimoji="0" lang="en-US" altLang="ko-KR" sz="3000" b="0" i="1" u="none" strike="noStrike" kern="1200" cap="none" spc="0" normalizeH="0" baseline="0" noProof="0" smtClean="0">
                                        <a:ln>
                                          <a:noFill/>
                                        </a:ln>
                                        <a:solidFill>
                                          <a:prstClr val="black"/>
                                        </a:solidFill>
                                        <a:effectLst/>
                                        <a:uLnTx/>
                                        <a:uFillTx/>
                                        <a:latin typeface="Cambria Math" panose="02040503050406030204" pitchFamily="18" charset="0"/>
                                        <a:cs typeface="+mn-cs"/>
                                      </a:rPr>
                                      <m:t>𝑔</m:t>
                                    </m:r>
                                  </m:e>
                                  <m:sub>
                                    <m:r>
                                      <a:rPr kumimoji="0" lang="en-US" altLang="ko-KR" sz="3000" b="0" i="1" u="none" strike="noStrike" kern="1200" cap="none" spc="0" normalizeH="0" baseline="0" noProof="0" smtClean="0">
                                        <a:ln>
                                          <a:noFill/>
                                        </a:ln>
                                        <a:solidFill>
                                          <a:prstClr val="black"/>
                                        </a:solidFill>
                                        <a:effectLst/>
                                        <a:uLnTx/>
                                        <a:uFillTx/>
                                        <a:latin typeface="Cambria Math" panose="02040503050406030204" pitchFamily="18" charset="0"/>
                                        <a:cs typeface="+mn-cs"/>
                                      </a:rPr>
                                      <m:t>13</m:t>
                                    </m:r>
                                  </m:sub>
                                </m:sSub>
                              </m:oMath>
                            </m:oMathPara>
                          </a14:m>
                          <a:endParaRPr lang="ko-KR" altLang="en-US" sz="3000" dirty="0"/>
                        </a:p>
                      </a:txBody>
                      <a:tcPr marL="86950" marR="86950" marT="43475" marB="43475" anchor="ctr">
                        <a:lnL w="12700" cmpd="sng">
                          <a:noFill/>
                        </a:lnL>
                        <a:lnR w="12700" cmpd="sng">
                          <a:noFill/>
                        </a:lnR>
                        <a:lnT w="38100" cmpd="sng">
                          <a:noFill/>
                        </a:lnT>
                        <a:lnB w="12700" cmpd="sng">
                          <a:noFill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  <a:solidFill>
                          <a:srgbClr val="F8F9FC"/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pPr algn="ctr" latinLnBrk="1"/>
                          <a14:m>
                            <m:oMathPara xmlns:m="http://schemas.openxmlformats.org/officeDocument/2006/math">
                              <m:oMath>
                                <m:sSub>
                                  <m:sSubPr>
                                    <m:ctrlPr>
                                      <a:rPr kumimoji="0" lang="en-US" altLang="ko-KR" sz="3000" b="0" i="1" u="none" strike="noStrike" kern="1200" cap="none" spc="0" normalizeH="0" baseline="0" noProof="0" smtClean="0">
                                        <a:ln>
                                          <a:noFill/>
                                        </a:ln>
                                        <a:solidFill>
                                          <a:prstClr val="black"/>
                                        </a:solidFill>
                                        <a:effectLst/>
                                        <a:uLnTx/>
                                        <a:uFillTx/>
                                        <a:latin typeface="Cambria Math" panose="02040503050406030204" pitchFamily="18" charset="0"/>
                                        <a:cs typeface="+mn-cs"/>
                                      </a:rPr>
                                    </m:ctrlPr>
                                  </m:sSubPr>
                                  <m:e>
                                    <m:r>
                                      <a:rPr kumimoji="0" lang="en-US" altLang="ko-KR" sz="3000" b="0" i="1" u="none" strike="noStrike" kern="1200" cap="none" spc="0" normalizeH="0" baseline="0" noProof="0" smtClean="0">
                                        <a:ln>
                                          <a:noFill/>
                                        </a:ln>
                                        <a:solidFill>
                                          <a:prstClr val="black"/>
                                        </a:solidFill>
                                        <a:effectLst/>
                                        <a:uLnTx/>
                                        <a:uFillTx/>
                                        <a:latin typeface="Cambria Math" panose="02040503050406030204" pitchFamily="18" charset="0"/>
                                        <a:cs typeface="+mn-cs"/>
                                      </a:rPr>
                                      <m:t>𝑔</m:t>
                                    </m:r>
                                  </m:e>
                                  <m:sub>
                                    <m:r>
                                      <a:rPr kumimoji="0" lang="en-US" altLang="ko-KR" sz="3000" b="0" i="1" u="none" strike="noStrike" kern="1200" cap="none" spc="0" normalizeH="0" baseline="0" noProof="0" smtClean="0">
                                        <a:ln>
                                          <a:noFill/>
                                        </a:ln>
                                        <a:solidFill>
                                          <a:prstClr val="black"/>
                                        </a:solidFill>
                                        <a:effectLst/>
                                        <a:uLnTx/>
                                        <a:uFillTx/>
                                        <a:latin typeface="Cambria Math" panose="02040503050406030204" pitchFamily="18" charset="0"/>
                                        <a:cs typeface="+mn-cs"/>
                                      </a:rPr>
                                      <m:t>14</m:t>
                                    </m:r>
                                  </m:sub>
                                </m:sSub>
                              </m:oMath>
                            </m:oMathPara>
                          </a14:m>
                          <a:endParaRPr lang="ko-KR" altLang="en-US" sz="3000" dirty="0"/>
                        </a:p>
                      </a:txBody>
                      <a:tcPr marL="86950" marR="86950" marT="43475" marB="43475" anchor="ctr">
                        <a:lnL w="12700" cmpd="sng">
                          <a:noFill/>
                        </a:lnL>
                        <a:lnR w="12700" cmpd="sng">
                          <a:noFill/>
                        </a:lnR>
                        <a:lnT w="38100" cmpd="sng">
                          <a:noFill/>
                        </a:lnT>
                        <a:lnB w="12700" cmpd="sng">
                          <a:noFill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  <a:solidFill>
                          <a:srgbClr val="F8F9FC"/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pPr algn="ctr" latinLnBrk="1"/>
                          <a14:m>
                            <m:oMathPara xmlns:m="http://schemas.openxmlformats.org/officeDocument/2006/math">
                              <m:oMath>
                                <m:sSub>
                                  <m:sSubPr>
                                    <m:ctrlPr>
                                      <a:rPr kumimoji="0" lang="en-US" altLang="ko-KR" sz="3000" b="0" i="1" u="none" strike="noStrike" kern="1200" cap="none" spc="0" normalizeH="0" baseline="0" noProof="0" smtClean="0">
                                        <a:ln>
                                          <a:noFill/>
                                        </a:ln>
                                        <a:solidFill>
                                          <a:prstClr val="black"/>
                                        </a:solidFill>
                                        <a:effectLst/>
                                        <a:uLnTx/>
                                        <a:uFillTx/>
                                        <a:latin typeface="Cambria Math" panose="02040503050406030204" pitchFamily="18" charset="0"/>
                                        <a:cs typeface="+mn-cs"/>
                                      </a:rPr>
                                    </m:ctrlPr>
                                  </m:sSubPr>
                                  <m:e>
                                    <m:r>
                                      <a:rPr kumimoji="0" lang="en-US" altLang="ko-KR" sz="3000" b="0" i="1" u="none" strike="noStrike" kern="1200" cap="none" spc="0" normalizeH="0" baseline="0" noProof="0" smtClean="0">
                                        <a:ln>
                                          <a:noFill/>
                                        </a:ln>
                                        <a:solidFill>
                                          <a:prstClr val="black"/>
                                        </a:solidFill>
                                        <a:effectLst/>
                                        <a:uLnTx/>
                                        <a:uFillTx/>
                                        <a:latin typeface="Cambria Math" panose="02040503050406030204" pitchFamily="18" charset="0"/>
                                        <a:cs typeface="+mn-cs"/>
                                      </a:rPr>
                                      <m:t>𝑔</m:t>
                                    </m:r>
                                  </m:e>
                                  <m:sub>
                                    <m:r>
                                      <a:rPr kumimoji="0" lang="en-US" altLang="ko-KR" sz="3000" b="0" i="1" u="none" strike="noStrike" kern="1200" cap="none" spc="0" normalizeH="0" baseline="0" noProof="0" smtClean="0">
                                        <a:ln>
                                          <a:noFill/>
                                        </a:ln>
                                        <a:solidFill>
                                          <a:prstClr val="black"/>
                                        </a:solidFill>
                                        <a:effectLst/>
                                        <a:uLnTx/>
                                        <a:uFillTx/>
                                        <a:latin typeface="Cambria Math" panose="02040503050406030204" pitchFamily="18" charset="0"/>
                                        <a:cs typeface="+mn-cs"/>
                                      </a:rPr>
                                      <m:t>15</m:t>
                                    </m:r>
                                  </m:sub>
                                </m:sSub>
                              </m:oMath>
                            </m:oMathPara>
                          </a14:m>
                          <a:endParaRPr lang="ko-KR" altLang="en-US" sz="3000" dirty="0"/>
                        </a:p>
                      </a:txBody>
                      <a:tcPr marL="86950" marR="86950" marT="43475" marB="43475" anchor="ctr">
                        <a:lnL w="12700" cmpd="sng">
                          <a:noFill/>
                        </a:lnL>
                        <a:lnR w="12700" cmpd="sng">
                          <a:noFill/>
                        </a:lnR>
                        <a:lnT w="38100" cmpd="sng">
                          <a:noFill/>
                        </a:lnT>
                        <a:lnB w="12700" cmpd="sng">
                          <a:noFill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  <a:solidFill>
                          <a:srgbClr val="F8F9FC"/>
                        </a:solidFill>
                      </a:tcPr>
                    </a:tc>
                    <a:extLst>
                      <a:ext uri="{0D108BD9-81ED-4DB2-BD59-A6C34878D82A}">
                        <a16:rowId xmlns:a16="http://schemas.microsoft.com/office/drawing/2014/main" val="1006389151"/>
                      </a:ext>
                    </a:extLst>
                  </a:tr>
                  <a:tr h="963297">
                    <a:tc>
                      <a:txBody>
                        <a:bodyPr/>
                        <a:lstStyle/>
                        <a:p>
                          <a:pPr marL="0" marR="0" lvl="0" indent="0" algn="ctr" defTabSz="457200" rtl="0" eaLnBrk="1" fontAlgn="auto" latinLnBrk="1" hangingPunct="1">
                            <a:lnSpc>
                              <a:spcPct val="100000"/>
                            </a:lnSpc>
                            <a:spcBef>
                              <a:spcPts val="0"/>
                            </a:spcBef>
                            <a:spcAft>
                              <a:spcPts val="0"/>
                            </a:spcAft>
                            <a:buClrTx/>
                            <a:buSzTx/>
                            <a:buFontTx/>
                            <a:buNone/>
                            <a:tabLst/>
                            <a:defRPr/>
                          </a:pPr>
                          <a14:m>
                            <m:oMathPara xmlns:m="http://schemas.openxmlformats.org/officeDocument/2006/math">
                              <m:oMath>
                                <m:sSub>
                                  <m:sSubPr>
                                    <m:ctrlPr>
                                      <a:rPr kumimoji="0" lang="en-US" altLang="ko-KR" sz="3000" b="0" i="1" u="none" strike="noStrike" kern="1200" cap="none" spc="0" normalizeH="0" baseline="0" noProof="0" smtClean="0">
                                        <a:ln>
                                          <a:noFill/>
                                        </a:ln>
                                        <a:solidFill>
                                          <a:prstClr val="black"/>
                                        </a:solidFill>
                                        <a:effectLst/>
                                        <a:uLnTx/>
                                        <a:uFillTx/>
                                        <a:latin typeface="Cambria Math" panose="02040503050406030204" pitchFamily="18" charset="0"/>
                                        <a:cs typeface="+mn-cs"/>
                                      </a:rPr>
                                    </m:ctrlPr>
                                  </m:sSubPr>
                                  <m:e>
                                    <m:r>
                                      <a:rPr kumimoji="0" lang="en-US" altLang="ko-KR" sz="3000" b="0" i="1" u="none" strike="noStrike" kern="1200" cap="none" spc="0" normalizeH="0" baseline="0" noProof="0" smtClean="0">
                                        <a:ln>
                                          <a:noFill/>
                                        </a:ln>
                                        <a:solidFill>
                                          <a:prstClr val="black"/>
                                        </a:solidFill>
                                        <a:effectLst/>
                                        <a:uLnTx/>
                                        <a:uFillTx/>
                                        <a:latin typeface="Cambria Math" panose="02040503050406030204" pitchFamily="18" charset="0"/>
                                        <a:cs typeface="+mn-cs"/>
                                      </a:rPr>
                                      <m:t>𝑔</m:t>
                                    </m:r>
                                  </m:e>
                                  <m:sub>
                                    <m:r>
                                      <a:rPr kumimoji="0" lang="en-US" altLang="ko-KR" sz="3000" b="0" i="1" u="none" strike="noStrike" kern="1200" cap="none" spc="0" normalizeH="0" baseline="0" noProof="0" smtClean="0">
                                        <a:ln>
                                          <a:noFill/>
                                        </a:ln>
                                        <a:solidFill>
                                          <a:prstClr val="black"/>
                                        </a:solidFill>
                                        <a:effectLst/>
                                        <a:uLnTx/>
                                        <a:uFillTx/>
                                        <a:latin typeface="Cambria Math" panose="02040503050406030204" pitchFamily="18" charset="0"/>
                                        <a:cs typeface="+mn-cs"/>
                                      </a:rPr>
                                      <m:t>20</m:t>
                                    </m:r>
                                  </m:sub>
                                </m:sSub>
                              </m:oMath>
                            </m:oMathPara>
                          </a14:m>
                          <a:endParaRPr lang="ko-KR" altLang="en-US" sz="3000" dirty="0"/>
                        </a:p>
                      </a:txBody>
                      <a:tcPr marL="86950" marR="86950" marT="43475" marB="43475" anchor="ctr">
                        <a:lnL w="12700" cmpd="sng">
                          <a:noFill/>
                        </a:lnL>
                        <a:lnR w="12700" cmpd="sng">
                          <a:noFill/>
                        </a:lnR>
                        <a:lnT w="12700" cmpd="sng">
                          <a:noFill/>
                        </a:lnT>
                        <a:lnB w="12700" cmpd="sng">
                          <a:noFill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  <a:solidFill>
                          <a:srgbClr val="F8F9FC"/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pPr marL="0" marR="0" lvl="0" indent="0" algn="ctr" defTabSz="457200" rtl="0" eaLnBrk="1" fontAlgn="auto" latinLnBrk="1" hangingPunct="1">
                            <a:lnSpc>
                              <a:spcPct val="100000"/>
                            </a:lnSpc>
                            <a:spcBef>
                              <a:spcPts val="0"/>
                            </a:spcBef>
                            <a:spcAft>
                              <a:spcPts val="0"/>
                            </a:spcAft>
                            <a:buClrTx/>
                            <a:buSzTx/>
                            <a:buFontTx/>
                            <a:buNone/>
                            <a:tabLst/>
                            <a:defRPr/>
                          </a:pPr>
                          <a14:m>
                            <m:oMathPara xmlns:m="http://schemas.openxmlformats.org/officeDocument/2006/math">
                              <m:oMath>
                                <m:sSub>
                                  <m:sSubPr>
                                    <m:ctrlPr>
                                      <a:rPr kumimoji="0" lang="en-US" altLang="ko-KR" sz="3000" b="0" i="1" u="none" strike="noStrike" kern="1200" cap="none" spc="0" normalizeH="0" baseline="0" noProof="0" smtClean="0">
                                        <a:ln>
                                          <a:noFill/>
                                        </a:ln>
                                        <a:solidFill>
                                          <a:prstClr val="black"/>
                                        </a:solidFill>
                                        <a:effectLst/>
                                        <a:uLnTx/>
                                        <a:uFillTx/>
                                        <a:latin typeface="Cambria Math" panose="02040503050406030204" pitchFamily="18" charset="0"/>
                                        <a:cs typeface="+mn-cs"/>
                                      </a:rPr>
                                    </m:ctrlPr>
                                  </m:sSubPr>
                                  <m:e>
                                    <m:r>
                                      <a:rPr kumimoji="0" lang="en-US" altLang="ko-KR" sz="3000" b="0" i="1" u="none" strike="noStrike" kern="1200" cap="none" spc="0" normalizeH="0" baseline="0" noProof="0" smtClean="0">
                                        <a:ln>
                                          <a:noFill/>
                                        </a:ln>
                                        <a:solidFill>
                                          <a:prstClr val="black"/>
                                        </a:solidFill>
                                        <a:effectLst/>
                                        <a:uLnTx/>
                                        <a:uFillTx/>
                                        <a:latin typeface="Cambria Math" panose="02040503050406030204" pitchFamily="18" charset="0"/>
                                        <a:cs typeface="+mn-cs"/>
                                      </a:rPr>
                                      <m:t>𝑔</m:t>
                                    </m:r>
                                  </m:e>
                                  <m:sub>
                                    <m:r>
                                      <a:rPr kumimoji="0" lang="en-US" altLang="ko-KR" sz="3000" b="0" i="1" u="none" strike="noStrike" kern="1200" cap="none" spc="0" normalizeH="0" baseline="0" noProof="0" smtClean="0">
                                        <a:ln>
                                          <a:noFill/>
                                        </a:ln>
                                        <a:solidFill>
                                          <a:prstClr val="black"/>
                                        </a:solidFill>
                                        <a:effectLst/>
                                        <a:uLnTx/>
                                        <a:uFillTx/>
                                        <a:latin typeface="Cambria Math" panose="02040503050406030204" pitchFamily="18" charset="0"/>
                                        <a:cs typeface="+mn-cs"/>
                                      </a:rPr>
                                      <m:t>21</m:t>
                                    </m:r>
                                  </m:sub>
                                </m:sSub>
                              </m:oMath>
                            </m:oMathPara>
                          </a14:m>
                          <a:endParaRPr lang="ko-KR" altLang="en-US" sz="3000" dirty="0"/>
                        </a:p>
                      </a:txBody>
                      <a:tcPr marL="86950" marR="86950" marT="43475" marB="43475" anchor="ctr">
                        <a:lnL w="12700" cmpd="sng">
                          <a:noFill/>
                        </a:lnL>
                        <a:lnR w="12700" cmpd="sng">
                          <a:noFill/>
                        </a:lnR>
                        <a:lnT w="12700" cmpd="sng">
                          <a:noFill/>
                        </a:lnT>
                        <a:lnB w="12700" cmpd="sng">
                          <a:noFill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  <a:solidFill>
                          <a:srgbClr val="F8F9FC"/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pPr marL="0" marR="0" lvl="0" indent="0" algn="ctr" defTabSz="457200" rtl="0" eaLnBrk="1" fontAlgn="auto" latinLnBrk="1" hangingPunct="1">
                            <a:lnSpc>
                              <a:spcPct val="100000"/>
                            </a:lnSpc>
                            <a:spcBef>
                              <a:spcPts val="0"/>
                            </a:spcBef>
                            <a:spcAft>
                              <a:spcPts val="0"/>
                            </a:spcAft>
                            <a:buClrTx/>
                            <a:buSzTx/>
                            <a:buFontTx/>
                            <a:buNone/>
                            <a:tabLst/>
                            <a:defRPr/>
                          </a:pPr>
                          <a14:m>
                            <m:oMathPara xmlns:m="http://schemas.openxmlformats.org/officeDocument/2006/math">
                              <m:oMath>
                                <m:sSub>
                                  <m:sSubPr>
                                    <m:ctrlPr>
                                      <a:rPr kumimoji="0" lang="en-US" altLang="ko-KR" sz="3000" b="0" i="1" u="none" strike="noStrike" kern="1200" cap="none" spc="0" normalizeH="0" baseline="0" noProof="0" smtClean="0">
                                        <a:ln>
                                          <a:noFill/>
                                        </a:ln>
                                        <a:solidFill>
                                          <a:prstClr val="black"/>
                                        </a:solidFill>
                                        <a:effectLst/>
                                        <a:uLnTx/>
                                        <a:uFillTx/>
                                        <a:latin typeface="Cambria Math" panose="02040503050406030204" pitchFamily="18" charset="0"/>
                                        <a:cs typeface="+mn-cs"/>
                                      </a:rPr>
                                    </m:ctrlPr>
                                  </m:sSubPr>
                                  <m:e>
                                    <m:r>
                                      <a:rPr kumimoji="0" lang="en-US" altLang="ko-KR" sz="3000" b="0" i="1" u="none" strike="noStrike" kern="1200" cap="none" spc="0" normalizeH="0" baseline="0" noProof="0" smtClean="0">
                                        <a:ln>
                                          <a:noFill/>
                                        </a:ln>
                                        <a:solidFill>
                                          <a:prstClr val="black"/>
                                        </a:solidFill>
                                        <a:effectLst/>
                                        <a:uLnTx/>
                                        <a:uFillTx/>
                                        <a:latin typeface="Cambria Math" panose="02040503050406030204" pitchFamily="18" charset="0"/>
                                        <a:cs typeface="+mn-cs"/>
                                      </a:rPr>
                                      <m:t>𝑔</m:t>
                                    </m:r>
                                  </m:e>
                                  <m:sub>
                                    <m:r>
                                      <a:rPr kumimoji="0" lang="en-US" altLang="ko-KR" sz="3000" b="0" i="1" u="none" strike="noStrike" kern="1200" cap="none" spc="0" normalizeH="0" baseline="0" noProof="0" smtClean="0">
                                        <a:ln>
                                          <a:noFill/>
                                        </a:ln>
                                        <a:solidFill>
                                          <a:prstClr val="black"/>
                                        </a:solidFill>
                                        <a:effectLst/>
                                        <a:uLnTx/>
                                        <a:uFillTx/>
                                        <a:latin typeface="Cambria Math" panose="02040503050406030204" pitchFamily="18" charset="0"/>
                                        <a:cs typeface="+mn-cs"/>
                                      </a:rPr>
                                      <m:t>22</m:t>
                                    </m:r>
                                  </m:sub>
                                </m:sSub>
                              </m:oMath>
                            </m:oMathPara>
                          </a14:m>
                          <a:endParaRPr lang="ko-KR" altLang="en-US" sz="3000" dirty="0"/>
                        </a:p>
                      </a:txBody>
                      <a:tcPr marL="86950" marR="86950" marT="43475" marB="43475" anchor="ctr">
                        <a:lnL w="12700" cmpd="sng">
                          <a:noFill/>
                        </a:lnL>
                        <a:lnR w="12700" cmpd="sng">
                          <a:noFill/>
                        </a:lnR>
                        <a:lnT w="12700" cmpd="sng">
                          <a:noFill/>
                        </a:lnT>
                        <a:lnB w="12700" cmpd="sng">
                          <a:noFill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  <a:solidFill>
                          <a:srgbClr val="F8F9FC"/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pPr marL="0" marR="0" lvl="0" indent="0" algn="ctr" defTabSz="457200" rtl="0" eaLnBrk="1" fontAlgn="auto" latinLnBrk="1" hangingPunct="1">
                            <a:lnSpc>
                              <a:spcPct val="100000"/>
                            </a:lnSpc>
                            <a:spcBef>
                              <a:spcPts val="0"/>
                            </a:spcBef>
                            <a:spcAft>
                              <a:spcPts val="0"/>
                            </a:spcAft>
                            <a:buClrTx/>
                            <a:buSzTx/>
                            <a:buFontTx/>
                            <a:buNone/>
                            <a:tabLst/>
                            <a:defRPr/>
                          </a:pPr>
                          <a14:m>
                            <m:oMathPara xmlns:m="http://schemas.openxmlformats.org/officeDocument/2006/math">
                              <m:oMath>
                                <m:sSub>
                                  <m:sSubPr>
                                    <m:ctrlPr>
                                      <a:rPr kumimoji="0" lang="en-US" altLang="ko-KR" sz="3000" b="0" i="1" u="none" strike="noStrike" kern="1200" cap="none" spc="0" normalizeH="0" baseline="0" noProof="0" smtClean="0">
                                        <a:ln>
                                          <a:noFill/>
                                        </a:ln>
                                        <a:solidFill>
                                          <a:prstClr val="black"/>
                                        </a:solidFill>
                                        <a:effectLst/>
                                        <a:uLnTx/>
                                        <a:uFillTx/>
                                        <a:latin typeface="Cambria Math" panose="02040503050406030204" pitchFamily="18" charset="0"/>
                                        <a:cs typeface="+mn-cs"/>
                                      </a:rPr>
                                    </m:ctrlPr>
                                  </m:sSubPr>
                                  <m:e>
                                    <m:r>
                                      <a:rPr kumimoji="0" lang="en-US" altLang="ko-KR" sz="3000" b="0" i="1" u="none" strike="noStrike" kern="1200" cap="none" spc="0" normalizeH="0" baseline="0" noProof="0" smtClean="0">
                                        <a:ln>
                                          <a:noFill/>
                                        </a:ln>
                                        <a:solidFill>
                                          <a:prstClr val="black"/>
                                        </a:solidFill>
                                        <a:effectLst/>
                                        <a:uLnTx/>
                                        <a:uFillTx/>
                                        <a:latin typeface="Cambria Math" panose="02040503050406030204" pitchFamily="18" charset="0"/>
                                        <a:cs typeface="+mn-cs"/>
                                      </a:rPr>
                                      <m:t>𝑔</m:t>
                                    </m:r>
                                  </m:e>
                                  <m:sub>
                                    <m:r>
                                      <a:rPr kumimoji="0" lang="en-US" altLang="ko-KR" sz="3000" b="0" i="1" u="none" strike="noStrike" kern="1200" cap="none" spc="0" normalizeH="0" baseline="0" noProof="0" smtClean="0">
                                        <a:ln>
                                          <a:noFill/>
                                        </a:ln>
                                        <a:solidFill>
                                          <a:prstClr val="black"/>
                                        </a:solidFill>
                                        <a:effectLst/>
                                        <a:uLnTx/>
                                        <a:uFillTx/>
                                        <a:latin typeface="Cambria Math" panose="02040503050406030204" pitchFamily="18" charset="0"/>
                                        <a:cs typeface="+mn-cs"/>
                                      </a:rPr>
                                      <m:t>23</m:t>
                                    </m:r>
                                  </m:sub>
                                </m:sSub>
                              </m:oMath>
                            </m:oMathPara>
                          </a14:m>
                          <a:endParaRPr lang="ko-KR" altLang="en-US" sz="3000" dirty="0"/>
                        </a:p>
                      </a:txBody>
                      <a:tcPr marL="86950" marR="86950" marT="43475" marB="43475" anchor="ctr">
                        <a:lnL w="12700" cmpd="sng">
                          <a:noFill/>
                        </a:lnL>
                        <a:lnR w="12700" cmpd="sng">
                          <a:noFill/>
                        </a:lnR>
                        <a:lnT w="12700" cmpd="sng">
                          <a:noFill/>
                        </a:lnT>
                        <a:lnB w="12700" cmpd="sng">
                          <a:noFill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  <a:solidFill>
                          <a:srgbClr val="F8F9FC"/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pPr algn="ctr" latinLnBrk="1"/>
                          <a14:m>
                            <m:oMathPara xmlns:m="http://schemas.openxmlformats.org/officeDocument/2006/math">
                              <m:oMath>
                                <m:sSub>
                                  <m:sSubPr>
                                    <m:ctrlPr>
                                      <a:rPr kumimoji="0" lang="en-US" altLang="ko-KR" sz="3000" b="0" i="1" u="none" strike="noStrike" kern="1200" cap="none" spc="0" normalizeH="0" baseline="0" noProof="0" smtClean="0">
                                        <a:ln>
                                          <a:noFill/>
                                        </a:ln>
                                        <a:solidFill>
                                          <a:prstClr val="black"/>
                                        </a:solidFill>
                                        <a:effectLst/>
                                        <a:uLnTx/>
                                        <a:uFillTx/>
                                        <a:latin typeface="Cambria Math" panose="02040503050406030204" pitchFamily="18" charset="0"/>
                                        <a:cs typeface="+mn-cs"/>
                                      </a:rPr>
                                    </m:ctrlPr>
                                  </m:sSubPr>
                                  <m:e>
                                    <m:r>
                                      <a:rPr kumimoji="0" lang="en-US" altLang="ko-KR" sz="3000" b="0" i="1" u="none" strike="noStrike" kern="1200" cap="none" spc="0" normalizeH="0" baseline="0" noProof="0" smtClean="0">
                                        <a:ln>
                                          <a:noFill/>
                                        </a:ln>
                                        <a:solidFill>
                                          <a:prstClr val="black"/>
                                        </a:solidFill>
                                        <a:effectLst/>
                                        <a:uLnTx/>
                                        <a:uFillTx/>
                                        <a:latin typeface="Cambria Math" panose="02040503050406030204" pitchFamily="18" charset="0"/>
                                        <a:cs typeface="+mn-cs"/>
                                      </a:rPr>
                                      <m:t>𝑔</m:t>
                                    </m:r>
                                  </m:e>
                                  <m:sub>
                                    <m:r>
                                      <a:rPr kumimoji="0" lang="en-US" altLang="ko-KR" sz="3000" b="0" i="1" u="none" strike="noStrike" kern="1200" cap="none" spc="0" normalizeH="0" baseline="0" noProof="0" smtClean="0">
                                        <a:ln>
                                          <a:noFill/>
                                        </a:ln>
                                        <a:solidFill>
                                          <a:prstClr val="black"/>
                                        </a:solidFill>
                                        <a:effectLst/>
                                        <a:uLnTx/>
                                        <a:uFillTx/>
                                        <a:latin typeface="Cambria Math" panose="02040503050406030204" pitchFamily="18" charset="0"/>
                                        <a:cs typeface="+mn-cs"/>
                                      </a:rPr>
                                      <m:t>24</m:t>
                                    </m:r>
                                  </m:sub>
                                </m:sSub>
                              </m:oMath>
                            </m:oMathPara>
                          </a14:m>
                          <a:endParaRPr lang="ko-KR" altLang="en-US" sz="3000" dirty="0"/>
                        </a:p>
                      </a:txBody>
                      <a:tcPr marL="86950" marR="86950" marT="43475" marB="43475" anchor="ctr">
                        <a:lnL w="12700" cmpd="sng">
                          <a:noFill/>
                        </a:lnL>
                        <a:lnR w="12700" cmpd="sng">
                          <a:noFill/>
                        </a:lnR>
                        <a:lnT w="12700" cmpd="sng">
                          <a:noFill/>
                        </a:lnT>
                        <a:lnB w="12700" cmpd="sng">
                          <a:noFill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  <a:solidFill>
                          <a:srgbClr val="F8F9FC"/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pPr algn="ctr" latinLnBrk="1"/>
                          <a14:m>
                            <m:oMathPara xmlns:m="http://schemas.openxmlformats.org/officeDocument/2006/math">
                              <m:oMath>
                                <m:sSub>
                                  <m:sSubPr>
                                    <m:ctrlPr>
                                      <a:rPr kumimoji="0" lang="en-US" altLang="ko-KR" sz="3000" b="0" i="1" u="none" strike="noStrike" kern="1200" cap="none" spc="0" normalizeH="0" baseline="0" noProof="0" smtClean="0">
                                        <a:ln>
                                          <a:noFill/>
                                        </a:ln>
                                        <a:solidFill>
                                          <a:prstClr val="black"/>
                                        </a:solidFill>
                                        <a:effectLst/>
                                        <a:uLnTx/>
                                        <a:uFillTx/>
                                        <a:latin typeface="Cambria Math" panose="02040503050406030204" pitchFamily="18" charset="0"/>
                                        <a:cs typeface="+mn-cs"/>
                                      </a:rPr>
                                    </m:ctrlPr>
                                  </m:sSubPr>
                                  <m:e>
                                    <m:r>
                                      <a:rPr kumimoji="0" lang="en-US" altLang="ko-KR" sz="3000" b="0" i="1" u="none" strike="noStrike" kern="1200" cap="none" spc="0" normalizeH="0" baseline="0" noProof="0" smtClean="0">
                                        <a:ln>
                                          <a:noFill/>
                                        </a:ln>
                                        <a:solidFill>
                                          <a:prstClr val="black"/>
                                        </a:solidFill>
                                        <a:effectLst/>
                                        <a:uLnTx/>
                                        <a:uFillTx/>
                                        <a:latin typeface="Cambria Math" panose="02040503050406030204" pitchFamily="18" charset="0"/>
                                        <a:cs typeface="+mn-cs"/>
                                      </a:rPr>
                                      <m:t>𝑔</m:t>
                                    </m:r>
                                  </m:e>
                                  <m:sub>
                                    <m:r>
                                      <a:rPr kumimoji="0" lang="en-US" altLang="ko-KR" sz="3000" b="0" i="1" u="none" strike="noStrike" kern="1200" cap="none" spc="0" normalizeH="0" baseline="0" noProof="0" smtClean="0">
                                        <a:ln>
                                          <a:noFill/>
                                        </a:ln>
                                        <a:solidFill>
                                          <a:prstClr val="black"/>
                                        </a:solidFill>
                                        <a:effectLst/>
                                        <a:uLnTx/>
                                        <a:uFillTx/>
                                        <a:latin typeface="Cambria Math" panose="02040503050406030204" pitchFamily="18" charset="0"/>
                                        <a:cs typeface="+mn-cs"/>
                                      </a:rPr>
                                      <m:t>25</m:t>
                                    </m:r>
                                  </m:sub>
                                </m:sSub>
                              </m:oMath>
                            </m:oMathPara>
                          </a14:m>
                          <a:endParaRPr lang="ko-KR" altLang="en-US" sz="3000" dirty="0"/>
                        </a:p>
                      </a:txBody>
                      <a:tcPr marL="86950" marR="86950" marT="43475" marB="43475" anchor="ctr">
                        <a:lnL w="12700" cmpd="sng">
                          <a:noFill/>
                        </a:lnL>
                        <a:lnR w="12700" cmpd="sng">
                          <a:noFill/>
                        </a:lnR>
                        <a:lnT w="12700" cmpd="sng">
                          <a:noFill/>
                        </a:lnT>
                        <a:lnB w="12700" cmpd="sng">
                          <a:noFill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  <a:solidFill>
                          <a:srgbClr val="F8F9FC"/>
                        </a:solidFill>
                      </a:tcPr>
                    </a:tc>
                    <a:extLst>
                      <a:ext uri="{0D108BD9-81ED-4DB2-BD59-A6C34878D82A}">
                        <a16:rowId xmlns:a16="http://schemas.microsoft.com/office/drawing/2014/main" val="491478089"/>
                      </a:ext>
                    </a:extLst>
                  </a:tr>
                  <a:tr h="963297">
                    <a:tc>
                      <a:txBody>
                        <a:bodyPr/>
                        <a:lstStyle/>
                        <a:p>
                          <a:pPr algn="ctr" latinLnBrk="1"/>
                          <a14:m>
                            <m:oMathPara xmlns:m="http://schemas.openxmlformats.org/officeDocument/2006/math">
                              <m:oMath>
                                <m:sSub>
                                  <m:sSubPr>
                                    <m:ctrlPr>
                                      <a:rPr kumimoji="0" lang="en-US" altLang="ko-KR" sz="3000" b="0" i="1" u="none" strike="noStrike" kern="1200" cap="none" spc="0" normalizeH="0" baseline="0" noProof="0" smtClean="0">
                                        <a:ln>
                                          <a:noFill/>
                                        </a:ln>
                                        <a:solidFill>
                                          <a:prstClr val="black"/>
                                        </a:solidFill>
                                        <a:effectLst/>
                                        <a:uLnTx/>
                                        <a:uFillTx/>
                                        <a:latin typeface="Cambria Math" panose="02040503050406030204" pitchFamily="18" charset="0"/>
                                        <a:cs typeface="+mn-cs"/>
                                      </a:rPr>
                                    </m:ctrlPr>
                                  </m:sSubPr>
                                  <m:e>
                                    <m:r>
                                      <a:rPr kumimoji="0" lang="en-US" altLang="ko-KR" sz="3000" b="0" i="1" u="none" strike="noStrike" kern="1200" cap="none" spc="0" normalizeH="0" baseline="0" noProof="0" smtClean="0">
                                        <a:ln>
                                          <a:noFill/>
                                        </a:ln>
                                        <a:solidFill>
                                          <a:prstClr val="black"/>
                                        </a:solidFill>
                                        <a:effectLst/>
                                        <a:uLnTx/>
                                        <a:uFillTx/>
                                        <a:latin typeface="Cambria Math" panose="02040503050406030204" pitchFamily="18" charset="0"/>
                                        <a:cs typeface="+mn-cs"/>
                                      </a:rPr>
                                      <m:t>𝑔</m:t>
                                    </m:r>
                                  </m:e>
                                  <m:sub>
                                    <m:r>
                                      <a:rPr kumimoji="0" lang="en-US" altLang="ko-KR" sz="3000" b="0" i="1" u="none" strike="noStrike" kern="1200" cap="none" spc="0" normalizeH="0" baseline="0" noProof="0" smtClean="0">
                                        <a:ln>
                                          <a:noFill/>
                                        </a:ln>
                                        <a:solidFill>
                                          <a:prstClr val="black"/>
                                        </a:solidFill>
                                        <a:effectLst/>
                                        <a:uLnTx/>
                                        <a:uFillTx/>
                                        <a:latin typeface="Cambria Math" panose="02040503050406030204" pitchFamily="18" charset="0"/>
                                        <a:cs typeface="+mn-cs"/>
                                      </a:rPr>
                                      <m:t>30</m:t>
                                    </m:r>
                                  </m:sub>
                                </m:sSub>
                              </m:oMath>
                            </m:oMathPara>
                          </a14:m>
                          <a:endParaRPr lang="ko-KR" altLang="en-US" sz="3000" dirty="0"/>
                        </a:p>
                      </a:txBody>
                      <a:tcPr marL="86950" marR="86950" marT="43475" marB="43475" anchor="ctr">
                        <a:lnL w="12700" cmpd="sng">
                          <a:noFill/>
                        </a:lnL>
                        <a:lnR w="12700" cmpd="sng">
                          <a:noFill/>
                        </a:lnR>
                        <a:lnT w="12700" cmpd="sng">
                          <a:noFill/>
                        </a:lnT>
                        <a:lnB w="12700" cmpd="sng">
                          <a:noFill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  <a:solidFill>
                          <a:srgbClr val="F8F9FC"/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pPr algn="ctr" latinLnBrk="1"/>
                          <a14:m>
                            <m:oMathPara xmlns:m="http://schemas.openxmlformats.org/officeDocument/2006/math">
                              <m:oMath>
                                <m:sSub>
                                  <m:sSubPr>
                                    <m:ctrlPr>
                                      <a:rPr kumimoji="0" lang="en-US" altLang="ko-KR" sz="3000" b="0" i="1" u="none" strike="noStrike" kern="1200" cap="none" spc="0" normalizeH="0" baseline="0" noProof="0" smtClean="0">
                                        <a:ln>
                                          <a:noFill/>
                                        </a:ln>
                                        <a:solidFill>
                                          <a:prstClr val="black"/>
                                        </a:solidFill>
                                        <a:effectLst/>
                                        <a:uLnTx/>
                                        <a:uFillTx/>
                                        <a:latin typeface="Cambria Math" panose="02040503050406030204" pitchFamily="18" charset="0"/>
                                        <a:cs typeface="+mn-cs"/>
                                      </a:rPr>
                                    </m:ctrlPr>
                                  </m:sSubPr>
                                  <m:e>
                                    <m:r>
                                      <a:rPr kumimoji="0" lang="en-US" altLang="ko-KR" sz="3000" b="0" i="1" u="none" strike="noStrike" kern="1200" cap="none" spc="0" normalizeH="0" baseline="0" noProof="0" smtClean="0">
                                        <a:ln>
                                          <a:noFill/>
                                        </a:ln>
                                        <a:solidFill>
                                          <a:prstClr val="black"/>
                                        </a:solidFill>
                                        <a:effectLst/>
                                        <a:uLnTx/>
                                        <a:uFillTx/>
                                        <a:latin typeface="Cambria Math" panose="02040503050406030204" pitchFamily="18" charset="0"/>
                                        <a:cs typeface="+mn-cs"/>
                                      </a:rPr>
                                      <m:t>𝑔</m:t>
                                    </m:r>
                                  </m:e>
                                  <m:sub>
                                    <m:r>
                                      <a:rPr kumimoji="0" lang="en-US" altLang="ko-KR" sz="3000" b="0" i="1" u="none" strike="noStrike" kern="1200" cap="none" spc="0" normalizeH="0" baseline="0" noProof="0" smtClean="0">
                                        <a:ln>
                                          <a:noFill/>
                                        </a:ln>
                                        <a:solidFill>
                                          <a:prstClr val="black"/>
                                        </a:solidFill>
                                        <a:effectLst/>
                                        <a:uLnTx/>
                                        <a:uFillTx/>
                                        <a:latin typeface="Cambria Math" panose="02040503050406030204" pitchFamily="18" charset="0"/>
                                        <a:cs typeface="+mn-cs"/>
                                      </a:rPr>
                                      <m:t>31</m:t>
                                    </m:r>
                                  </m:sub>
                                </m:sSub>
                              </m:oMath>
                            </m:oMathPara>
                          </a14:m>
                          <a:endParaRPr lang="ko-KR" altLang="en-US" sz="3000" dirty="0"/>
                        </a:p>
                      </a:txBody>
                      <a:tcPr marL="86950" marR="86950" marT="43475" marB="43475" anchor="ctr">
                        <a:lnL w="12700" cmpd="sng">
                          <a:noFill/>
                        </a:lnL>
                        <a:lnR w="12700" cmpd="sng">
                          <a:noFill/>
                        </a:lnR>
                        <a:lnT w="12700" cmpd="sng">
                          <a:noFill/>
                        </a:lnT>
                        <a:lnB w="12700" cmpd="sng">
                          <a:noFill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  <a:solidFill>
                          <a:srgbClr val="F8F9FC"/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pPr algn="ctr" latinLnBrk="1"/>
                          <a14:m>
                            <m:oMathPara xmlns:m="http://schemas.openxmlformats.org/officeDocument/2006/math">
                              <m:oMath>
                                <m:sSub>
                                  <m:sSubPr>
                                    <m:ctrlPr>
                                      <a:rPr kumimoji="0" lang="en-US" altLang="ko-KR" sz="3000" b="0" i="1" u="none" strike="noStrike" kern="1200" cap="none" spc="0" normalizeH="0" baseline="0" noProof="0" smtClean="0">
                                        <a:ln>
                                          <a:noFill/>
                                        </a:ln>
                                        <a:solidFill>
                                          <a:prstClr val="black"/>
                                        </a:solidFill>
                                        <a:effectLst/>
                                        <a:uLnTx/>
                                        <a:uFillTx/>
                                        <a:latin typeface="Cambria Math" panose="02040503050406030204" pitchFamily="18" charset="0"/>
                                        <a:cs typeface="+mn-cs"/>
                                      </a:rPr>
                                    </m:ctrlPr>
                                  </m:sSubPr>
                                  <m:e>
                                    <m:r>
                                      <a:rPr kumimoji="0" lang="en-US" altLang="ko-KR" sz="3000" b="0" i="1" u="none" strike="noStrike" kern="1200" cap="none" spc="0" normalizeH="0" baseline="0" noProof="0" smtClean="0">
                                        <a:ln>
                                          <a:noFill/>
                                        </a:ln>
                                        <a:solidFill>
                                          <a:prstClr val="black"/>
                                        </a:solidFill>
                                        <a:effectLst/>
                                        <a:uLnTx/>
                                        <a:uFillTx/>
                                        <a:latin typeface="Cambria Math" panose="02040503050406030204" pitchFamily="18" charset="0"/>
                                        <a:cs typeface="+mn-cs"/>
                                      </a:rPr>
                                      <m:t>𝑔</m:t>
                                    </m:r>
                                  </m:e>
                                  <m:sub>
                                    <m:r>
                                      <a:rPr kumimoji="0" lang="en-US" altLang="ko-KR" sz="3000" b="0" i="1" u="none" strike="noStrike" kern="1200" cap="none" spc="0" normalizeH="0" baseline="0" noProof="0" smtClean="0">
                                        <a:ln>
                                          <a:noFill/>
                                        </a:ln>
                                        <a:solidFill>
                                          <a:prstClr val="black"/>
                                        </a:solidFill>
                                        <a:effectLst/>
                                        <a:uLnTx/>
                                        <a:uFillTx/>
                                        <a:latin typeface="Cambria Math" panose="02040503050406030204" pitchFamily="18" charset="0"/>
                                        <a:cs typeface="+mn-cs"/>
                                      </a:rPr>
                                      <m:t>32</m:t>
                                    </m:r>
                                  </m:sub>
                                </m:sSub>
                              </m:oMath>
                            </m:oMathPara>
                          </a14:m>
                          <a:endParaRPr lang="ko-KR" altLang="en-US" sz="3000" dirty="0"/>
                        </a:p>
                      </a:txBody>
                      <a:tcPr marL="86950" marR="86950" marT="43475" marB="43475" anchor="ctr">
                        <a:lnL w="12700" cmpd="sng">
                          <a:noFill/>
                        </a:lnL>
                        <a:lnR w="12700" cmpd="sng">
                          <a:noFill/>
                        </a:lnR>
                        <a:lnT w="12700" cmpd="sng">
                          <a:noFill/>
                        </a:lnT>
                        <a:lnB w="12700" cmpd="sng">
                          <a:noFill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  <a:solidFill>
                          <a:srgbClr val="F8F9FC"/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pPr algn="ctr" latinLnBrk="1"/>
                          <a14:m>
                            <m:oMathPara xmlns:m="http://schemas.openxmlformats.org/officeDocument/2006/math">
                              <m:oMath>
                                <m:sSub>
                                  <m:sSubPr>
                                    <m:ctrlPr>
                                      <a:rPr kumimoji="0" lang="en-US" altLang="ko-KR" sz="3000" b="0" i="1" u="none" strike="noStrike" kern="1200" cap="none" spc="0" normalizeH="0" baseline="0" noProof="0" smtClean="0">
                                        <a:ln>
                                          <a:noFill/>
                                        </a:ln>
                                        <a:solidFill>
                                          <a:prstClr val="black"/>
                                        </a:solidFill>
                                        <a:effectLst/>
                                        <a:uLnTx/>
                                        <a:uFillTx/>
                                        <a:latin typeface="Cambria Math" panose="02040503050406030204" pitchFamily="18" charset="0"/>
                                        <a:cs typeface="+mn-cs"/>
                                      </a:rPr>
                                    </m:ctrlPr>
                                  </m:sSubPr>
                                  <m:e>
                                    <m:r>
                                      <a:rPr kumimoji="0" lang="en-US" altLang="ko-KR" sz="3000" b="0" i="1" u="none" strike="noStrike" kern="1200" cap="none" spc="0" normalizeH="0" baseline="0" noProof="0" smtClean="0">
                                        <a:ln>
                                          <a:noFill/>
                                        </a:ln>
                                        <a:solidFill>
                                          <a:prstClr val="black"/>
                                        </a:solidFill>
                                        <a:effectLst/>
                                        <a:uLnTx/>
                                        <a:uFillTx/>
                                        <a:latin typeface="Cambria Math" panose="02040503050406030204" pitchFamily="18" charset="0"/>
                                        <a:cs typeface="+mn-cs"/>
                                      </a:rPr>
                                      <m:t>𝑔</m:t>
                                    </m:r>
                                  </m:e>
                                  <m:sub>
                                    <m:r>
                                      <a:rPr kumimoji="0" lang="en-US" altLang="ko-KR" sz="3000" b="0" i="1" u="none" strike="noStrike" kern="1200" cap="none" spc="0" normalizeH="0" baseline="0" noProof="0" smtClean="0">
                                        <a:ln>
                                          <a:noFill/>
                                        </a:ln>
                                        <a:solidFill>
                                          <a:prstClr val="black"/>
                                        </a:solidFill>
                                        <a:effectLst/>
                                        <a:uLnTx/>
                                        <a:uFillTx/>
                                        <a:latin typeface="Cambria Math" panose="02040503050406030204" pitchFamily="18" charset="0"/>
                                        <a:cs typeface="+mn-cs"/>
                                      </a:rPr>
                                      <m:t>33</m:t>
                                    </m:r>
                                  </m:sub>
                                </m:sSub>
                              </m:oMath>
                            </m:oMathPara>
                          </a14:m>
                          <a:endParaRPr lang="ko-KR" altLang="en-US" sz="3000" dirty="0"/>
                        </a:p>
                      </a:txBody>
                      <a:tcPr marL="86950" marR="86950" marT="43475" marB="43475" anchor="ctr">
                        <a:lnL w="12700" cmpd="sng">
                          <a:noFill/>
                        </a:lnL>
                        <a:lnR w="12700" cmpd="sng">
                          <a:noFill/>
                        </a:lnR>
                        <a:lnT w="12700" cmpd="sng">
                          <a:noFill/>
                        </a:lnT>
                        <a:lnB w="12700" cmpd="sng">
                          <a:noFill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  <a:solidFill>
                          <a:srgbClr val="F8F9FC"/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pPr algn="ctr" latinLnBrk="1"/>
                          <a14:m>
                            <m:oMathPara xmlns:m="http://schemas.openxmlformats.org/officeDocument/2006/math">
                              <m:oMath>
                                <m:sSub>
                                  <m:sSubPr>
                                    <m:ctrlPr>
                                      <a:rPr kumimoji="0" lang="en-US" altLang="ko-KR" sz="3000" b="0" i="1" u="none" strike="noStrike" kern="1200" cap="none" spc="0" normalizeH="0" baseline="0" noProof="0" smtClean="0">
                                        <a:ln>
                                          <a:noFill/>
                                        </a:ln>
                                        <a:solidFill>
                                          <a:prstClr val="black"/>
                                        </a:solidFill>
                                        <a:effectLst/>
                                        <a:uLnTx/>
                                        <a:uFillTx/>
                                        <a:latin typeface="Cambria Math" panose="02040503050406030204" pitchFamily="18" charset="0"/>
                                        <a:cs typeface="+mn-cs"/>
                                      </a:rPr>
                                    </m:ctrlPr>
                                  </m:sSubPr>
                                  <m:e>
                                    <m:r>
                                      <a:rPr kumimoji="0" lang="en-US" altLang="ko-KR" sz="3000" b="0" i="1" u="none" strike="noStrike" kern="1200" cap="none" spc="0" normalizeH="0" baseline="0" noProof="0" smtClean="0">
                                        <a:ln>
                                          <a:noFill/>
                                        </a:ln>
                                        <a:solidFill>
                                          <a:prstClr val="black"/>
                                        </a:solidFill>
                                        <a:effectLst/>
                                        <a:uLnTx/>
                                        <a:uFillTx/>
                                        <a:latin typeface="Cambria Math" panose="02040503050406030204" pitchFamily="18" charset="0"/>
                                        <a:cs typeface="+mn-cs"/>
                                      </a:rPr>
                                      <m:t>𝑔</m:t>
                                    </m:r>
                                  </m:e>
                                  <m:sub>
                                    <m:r>
                                      <a:rPr kumimoji="0" lang="en-US" altLang="ko-KR" sz="3000" b="0" i="1" u="none" strike="noStrike" kern="1200" cap="none" spc="0" normalizeH="0" baseline="0" noProof="0" smtClean="0">
                                        <a:ln>
                                          <a:noFill/>
                                        </a:ln>
                                        <a:solidFill>
                                          <a:prstClr val="black"/>
                                        </a:solidFill>
                                        <a:effectLst/>
                                        <a:uLnTx/>
                                        <a:uFillTx/>
                                        <a:latin typeface="Cambria Math" panose="02040503050406030204" pitchFamily="18" charset="0"/>
                                        <a:cs typeface="+mn-cs"/>
                                      </a:rPr>
                                      <m:t>34</m:t>
                                    </m:r>
                                  </m:sub>
                                </m:sSub>
                              </m:oMath>
                            </m:oMathPara>
                          </a14:m>
                          <a:endParaRPr lang="ko-KR" altLang="en-US" sz="3000" dirty="0"/>
                        </a:p>
                      </a:txBody>
                      <a:tcPr marL="86950" marR="86950" marT="43475" marB="43475" anchor="ctr">
                        <a:lnL w="12700" cmpd="sng">
                          <a:noFill/>
                        </a:lnL>
                        <a:lnR w="12700" cmpd="sng">
                          <a:noFill/>
                        </a:lnR>
                        <a:lnT w="12700" cmpd="sng">
                          <a:noFill/>
                        </a:lnT>
                        <a:lnB w="12700" cmpd="sng">
                          <a:noFill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  <a:solidFill>
                          <a:srgbClr val="F8F9FC"/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pPr algn="ctr" latinLnBrk="1"/>
                          <a14:m>
                            <m:oMathPara xmlns:m="http://schemas.openxmlformats.org/officeDocument/2006/math">
                              <m:oMath>
                                <m:sSub>
                                  <m:sSubPr>
                                    <m:ctrlPr>
                                      <a:rPr kumimoji="0" lang="en-US" altLang="ko-KR" sz="3000" b="0" i="1" u="none" strike="noStrike" kern="1200" cap="none" spc="0" normalizeH="0" baseline="0" noProof="0" smtClean="0">
                                        <a:ln>
                                          <a:noFill/>
                                        </a:ln>
                                        <a:solidFill>
                                          <a:prstClr val="black"/>
                                        </a:solidFill>
                                        <a:effectLst/>
                                        <a:uLnTx/>
                                        <a:uFillTx/>
                                        <a:latin typeface="Cambria Math" panose="02040503050406030204" pitchFamily="18" charset="0"/>
                                        <a:cs typeface="+mn-cs"/>
                                      </a:rPr>
                                    </m:ctrlPr>
                                  </m:sSubPr>
                                  <m:e>
                                    <m:r>
                                      <a:rPr kumimoji="0" lang="en-US" altLang="ko-KR" sz="3000" b="0" i="1" u="none" strike="noStrike" kern="1200" cap="none" spc="0" normalizeH="0" baseline="0" noProof="0" smtClean="0">
                                        <a:ln>
                                          <a:noFill/>
                                        </a:ln>
                                        <a:solidFill>
                                          <a:prstClr val="black"/>
                                        </a:solidFill>
                                        <a:effectLst/>
                                        <a:uLnTx/>
                                        <a:uFillTx/>
                                        <a:latin typeface="Cambria Math" panose="02040503050406030204" pitchFamily="18" charset="0"/>
                                        <a:cs typeface="+mn-cs"/>
                                      </a:rPr>
                                      <m:t>𝑔</m:t>
                                    </m:r>
                                  </m:e>
                                  <m:sub>
                                    <m:r>
                                      <a:rPr kumimoji="0" lang="en-US" altLang="ko-KR" sz="3000" b="0" i="1" u="none" strike="noStrike" kern="1200" cap="none" spc="0" normalizeH="0" baseline="0" noProof="0" smtClean="0">
                                        <a:ln>
                                          <a:noFill/>
                                        </a:ln>
                                        <a:solidFill>
                                          <a:prstClr val="black"/>
                                        </a:solidFill>
                                        <a:effectLst/>
                                        <a:uLnTx/>
                                        <a:uFillTx/>
                                        <a:latin typeface="Cambria Math" panose="02040503050406030204" pitchFamily="18" charset="0"/>
                                        <a:cs typeface="+mn-cs"/>
                                      </a:rPr>
                                      <m:t>35</m:t>
                                    </m:r>
                                  </m:sub>
                                </m:sSub>
                              </m:oMath>
                            </m:oMathPara>
                          </a14:m>
                          <a:endParaRPr lang="ko-KR" altLang="en-US" sz="3000" dirty="0"/>
                        </a:p>
                      </a:txBody>
                      <a:tcPr marL="86950" marR="86950" marT="43475" marB="43475" anchor="ctr">
                        <a:lnL w="12700" cmpd="sng">
                          <a:noFill/>
                        </a:lnL>
                        <a:lnR w="12700" cmpd="sng">
                          <a:noFill/>
                        </a:lnR>
                        <a:lnT w="12700" cmpd="sng">
                          <a:noFill/>
                        </a:lnT>
                        <a:lnB w="12700" cmpd="sng">
                          <a:noFill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  <a:solidFill>
                          <a:srgbClr val="F8F9FC"/>
                        </a:solidFill>
                      </a:tcPr>
                    </a:tc>
                    <a:extLst>
                      <a:ext uri="{0D108BD9-81ED-4DB2-BD59-A6C34878D82A}">
                        <a16:rowId xmlns:a16="http://schemas.microsoft.com/office/drawing/2014/main" val="4032775834"/>
                      </a:ext>
                    </a:extLst>
                  </a:tr>
                  <a:tr h="963297">
                    <a:tc>
                      <a:txBody>
                        <a:bodyPr/>
                        <a:lstStyle/>
                        <a:p>
                          <a:pPr algn="ctr" latinLnBrk="1"/>
                          <a14:m>
                            <m:oMathPara xmlns:m="http://schemas.openxmlformats.org/officeDocument/2006/math">
                              <m:oMath>
                                <m:sSub>
                                  <m:sSubPr>
                                    <m:ctrlPr>
                                      <a:rPr kumimoji="0" lang="en-US" altLang="ko-KR" sz="3000" b="0" i="1" u="none" strike="noStrike" kern="1200" cap="none" spc="0" normalizeH="0" baseline="0" noProof="0" smtClean="0">
                                        <a:ln>
                                          <a:noFill/>
                                        </a:ln>
                                        <a:solidFill>
                                          <a:prstClr val="black"/>
                                        </a:solidFill>
                                        <a:effectLst/>
                                        <a:uLnTx/>
                                        <a:uFillTx/>
                                        <a:latin typeface="Cambria Math" panose="02040503050406030204" pitchFamily="18" charset="0"/>
                                        <a:cs typeface="+mn-cs"/>
                                      </a:rPr>
                                    </m:ctrlPr>
                                  </m:sSubPr>
                                  <m:e>
                                    <m:r>
                                      <a:rPr kumimoji="0" lang="en-US" altLang="ko-KR" sz="3000" b="0" i="1" u="none" strike="noStrike" kern="1200" cap="none" spc="0" normalizeH="0" baseline="0" noProof="0" smtClean="0">
                                        <a:ln>
                                          <a:noFill/>
                                        </a:ln>
                                        <a:solidFill>
                                          <a:prstClr val="black"/>
                                        </a:solidFill>
                                        <a:effectLst/>
                                        <a:uLnTx/>
                                        <a:uFillTx/>
                                        <a:latin typeface="Cambria Math" panose="02040503050406030204" pitchFamily="18" charset="0"/>
                                        <a:cs typeface="+mn-cs"/>
                                      </a:rPr>
                                      <m:t>𝑔</m:t>
                                    </m:r>
                                  </m:e>
                                  <m:sub>
                                    <m:r>
                                      <a:rPr kumimoji="0" lang="en-US" altLang="ko-KR" sz="3000" b="0" i="1" u="none" strike="noStrike" kern="1200" cap="none" spc="0" normalizeH="0" baseline="0" noProof="0" smtClean="0">
                                        <a:ln>
                                          <a:noFill/>
                                        </a:ln>
                                        <a:solidFill>
                                          <a:prstClr val="black"/>
                                        </a:solidFill>
                                        <a:effectLst/>
                                        <a:uLnTx/>
                                        <a:uFillTx/>
                                        <a:latin typeface="Cambria Math" panose="02040503050406030204" pitchFamily="18" charset="0"/>
                                        <a:cs typeface="+mn-cs"/>
                                      </a:rPr>
                                      <m:t>40</m:t>
                                    </m:r>
                                  </m:sub>
                                </m:sSub>
                              </m:oMath>
                            </m:oMathPara>
                          </a14:m>
                          <a:endParaRPr lang="ko-KR" altLang="en-US" sz="3000" dirty="0"/>
                        </a:p>
                      </a:txBody>
                      <a:tcPr marL="86950" marR="86950" marT="43475" marB="43475" anchor="ctr">
                        <a:lnL w="12700" cmpd="sng">
                          <a:noFill/>
                        </a:lnL>
                        <a:lnR w="12700" cmpd="sng">
                          <a:noFill/>
                        </a:lnR>
                        <a:lnT w="12700" cmpd="sng">
                          <a:noFill/>
                        </a:lnT>
                        <a:lnB w="12700" cmpd="sng">
                          <a:noFill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  <a:solidFill>
                          <a:srgbClr val="F8F9FC"/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pPr algn="ctr" latinLnBrk="1"/>
                          <a14:m>
                            <m:oMathPara xmlns:m="http://schemas.openxmlformats.org/officeDocument/2006/math">
                              <m:oMath>
                                <m:sSub>
                                  <m:sSubPr>
                                    <m:ctrlPr>
                                      <a:rPr kumimoji="0" lang="en-US" altLang="ko-KR" sz="3000" b="0" i="1" u="none" strike="noStrike" kern="1200" cap="none" spc="0" normalizeH="0" baseline="0" noProof="0" smtClean="0">
                                        <a:ln>
                                          <a:noFill/>
                                        </a:ln>
                                        <a:solidFill>
                                          <a:prstClr val="black"/>
                                        </a:solidFill>
                                        <a:effectLst/>
                                        <a:uLnTx/>
                                        <a:uFillTx/>
                                        <a:latin typeface="Cambria Math" panose="02040503050406030204" pitchFamily="18" charset="0"/>
                                        <a:cs typeface="+mn-cs"/>
                                      </a:rPr>
                                    </m:ctrlPr>
                                  </m:sSubPr>
                                  <m:e>
                                    <m:r>
                                      <a:rPr kumimoji="0" lang="en-US" altLang="ko-KR" sz="3000" b="0" i="1" u="none" strike="noStrike" kern="1200" cap="none" spc="0" normalizeH="0" baseline="0" noProof="0" smtClean="0">
                                        <a:ln>
                                          <a:noFill/>
                                        </a:ln>
                                        <a:solidFill>
                                          <a:prstClr val="black"/>
                                        </a:solidFill>
                                        <a:effectLst/>
                                        <a:uLnTx/>
                                        <a:uFillTx/>
                                        <a:latin typeface="Cambria Math" panose="02040503050406030204" pitchFamily="18" charset="0"/>
                                        <a:cs typeface="+mn-cs"/>
                                      </a:rPr>
                                      <m:t>𝑔</m:t>
                                    </m:r>
                                  </m:e>
                                  <m:sub>
                                    <m:r>
                                      <a:rPr kumimoji="0" lang="en-US" altLang="ko-KR" sz="3000" b="0" i="1" u="none" strike="noStrike" kern="1200" cap="none" spc="0" normalizeH="0" baseline="0" noProof="0" smtClean="0">
                                        <a:ln>
                                          <a:noFill/>
                                        </a:ln>
                                        <a:solidFill>
                                          <a:prstClr val="black"/>
                                        </a:solidFill>
                                        <a:effectLst/>
                                        <a:uLnTx/>
                                        <a:uFillTx/>
                                        <a:latin typeface="Cambria Math" panose="02040503050406030204" pitchFamily="18" charset="0"/>
                                        <a:cs typeface="+mn-cs"/>
                                      </a:rPr>
                                      <m:t>41</m:t>
                                    </m:r>
                                  </m:sub>
                                </m:sSub>
                              </m:oMath>
                            </m:oMathPara>
                          </a14:m>
                          <a:endParaRPr lang="ko-KR" altLang="en-US" sz="3000" dirty="0"/>
                        </a:p>
                      </a:txBody>
                      <a:tcPr marL="86950" marR="86950" marT="43475" marB="43475" anchor="ctr">
                        <a:lnL w="12700" cmpd="sng">
                          <a:noFill/>
                        </a:lnL>
                        <a:lnR w="12700" cmpd="sng">
                          <a:noFill/>
                        </a:lnR>
                        <a:lnT w="12700" cmpd="sng">
                          <a:noFill/>
                        </a:lnT>
                        <a:lnB w="12700" cmpd="sng">
                          <a:noFill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  <a:solidFill>
                          <a:srgbClr val="F8F9FC"/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pPr algn="ctr" latinLnBrk="1"/>
                          <a14:m>
                            <m:oMathPara xmlns:m="http://schemas.openxmlformats.org/officeDocument/2006/math">
                              <m:oMath>
                                <m:sSub>
                                  <m:sSubPr>
                                    <m:ctrlPr>
                                      <a:rPr kumimoji="0" lang="en-US" altLang="ko-KR" sz="3000" b="0" i="1" u="none" strike="noStrike" kern="1200" cap="none" spc="0" normalizeH="0" baseline="0" noProof="0" smtClean="0">
                                        <a:ln>
                                          <a:noFill/>
                                        </a:ln>
                                        <a:solidFill>
                                          <a:prstClr val="black"/>
                                        </a:solidFill>
                                        <a:effectLst/>
                                        <a:uLnTx/>
                                        <a:uFillTx/>
                                        <a:latin typeface="Cambria Math" panose="02040503050406030204" pitchFamily="18" charset="0"/>
                                        <a:cs typeface="+mn-cs"/>
                                      </a:rPr>
                                    </m:ctrlPr>
                                  </m:sSubPr>
                                  <m:e>
                                    <m:r>
                                      <a:rPr kumimoji="0" lang="en-US" altLang="ko-KR" sz="3000" b="0" i="1" u="none" strike="noStrike" kern="1200" cap="none" spc="0" normalizeH="0" baseline="0" noProof="0" smtClean="0">
                                        <a:ln>
                                          <a:noFill/>
                                        </a:ln>
                                        <a:solidFill>
                                          <a:prstClr val="black"/>
                                        </a:solidFill>
                                        <a:effectLst/>
                                        <a:uLnTx/>
                                        <a:uFillTx/>
                                        <a:latin typeface="Cambria Math" panose="02040503050406030204" pitchFamily="18" charset="0"/>
                                        <a:cs typeface="+mn-cs"/>
                                      </a:rPr>
                                      <m:t>𝑔</m:t>
                                    </m:r>
                                  </m:e>
                                  <m:sub>
                                    <m:r>
                                      <a:rPr kumimoji="0" lang="en-US" altLang="ko-KR" sz="3000" b="0" i="1" u="none" strike="noStrike" kern="1200" cap="none" spc="0" normalizeH="0" baseline="0" noProof="0" smtClean="0">
                                        <a:ln>
                                          <a:noFill/>
                                        </a:ln>
                                        <a:solidFill>
                                          <a:prstClr val="black"/>
                                        </a:solidFill>
                                        <a:effectLst/>
                                        <a:uLnTx/>
                                        <a:uFillTx/>
                                        <a:latin typeface="Cambria Math" panose="02040503050406030204" pitchFamily="18" charset="0"/>
                                        <a:cs typeface="+mn-cs"/>
                                      </a:rPr>
                                      <m:t>42</m:t>
                                    </m:r>
                                  </m:sub>
                                </m:sSub>
                              </m:oMath>
                            </m:oMathPara>
                          </a14:m>
                          <a:endParaRPr lang="ko-KR" altLang="en-US" sz="3000" dirty="0"/>
                        </a:p>
                      </a:txBody>
                      <a:tcPr marL="86950" marR="86950" marT="43475" marB="43475" anchor="ctr">
                        <a:lnL w="12700" cmpd="sng">
                          <a:noFill/>
                        </a:lnL>
                        <a:lnR w="12700" cmpd="sng">
                          <a:noFill/>
                        </a:lnR>
                        <a:lnT w="12700" cmpd="sng">
                          <a:noFill/>
                        </a:lnT>
                        <a:lnB w="12700" cmpd="sng">
                          <a:noFill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  <a:solidFill>
                          <a:srgbClr val="F8F9FC"/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pPr algn="ctr" latinLnBrk="1"/>
                          <a14:m>
                            <m:oMathPara xmlns:m="http://schemas.openxmlformats.org/officeDocument/2006/math">
                              <m:oMath>
                                <m:sSub>
                                  <m:sSubPr>
                                    <m:ctrlPr>
                                      <a:rPr kumimoji="0" lang="en-US" altLang="ko-KR" sz="3000" b="0" i="1" u="none" strike="noStrike" kern="1200" cap="none" spc="0" normalizeH="0" baseline="0" noProof="0" smtClean="0">
                                        <a:ln>
                                          <a:noFill/>
                                        </a:ln>
                                        <a:solidFill>
                                          <a:prstClr val="black"/>
                                        </a:solidFill>
                                        <a:effectLst/>
                                        <a:uLnTx/>
                                        <a:uFillTx/>
                                        <a:latin typeface="Cambria Math" panose="02040503050406030204" pitchFamily="18" charset="0"/>
                                        <a:cs typeface="+mn-cs"/>
                                      </a:rPr>
                                    </m:ctrlPr>
                                  </m:sSubPr>
                                  <m:e>
                                    <m:r>
                                      <a:rPr kumimoji="0" lang="en-US" altLang="ko-KR" sz="3000" b="0" i="1" u="none" strike="noStrike" kern="1200" cap="none" spc="0" normalizeH="0" baseline="0" noProof="0" smtClean="0">
                                        <a:ln>
                                          <a:noFill/>
                                        </a:ln>
                                        <a:solidFill>
                                          <a:prstClr val="black"/>
                                        </a:solidFill>
                                        <a:effectLst/>
                                        <a:uLnTx/>
                                        <a:uFillTx/>
                                        <a:latin typeface="Cambria Math" panose="02040503050406030204" pitchFamily="18" charset="0"/>
                                        <a:cs typeface="+mn-cs"/>
                                      </a:rPr>
                                      <m:t>𝑔</m:t>
                                    </m:r>
                                  </m:e>
                                  <m:sub>
                                    <m:r>
                                      <a:rPr kumimoji="0" lang="en-US" altLang="ko-KR" sz="3000" b="0" i="1" u="none" strike="noStrike" kern="1200" cap="none" spc="0" normalizeH="0" baseline="0" noProof="0" smtClean="0">
                                        <a:ln>
                                          <a:noFill/>
                                        </a:ln>
                                        <a:solidFill>
                                          <a:prstClr val="black"/>
                                        </a:solidFill>
                                        <a:effectLst/>
                                        <a:uLnTx/>
                                        <a:uFillTx/>
                                        <a:latin typeface="Cambria Math" panose="02040503050406030204" pitchFamily="18" charset="0"/>
                                        <a:cs typeface="+mn-cs"/>
                                      </a:rPr>
                                      <m:t>43</m:t>
                                    </m:r>
                                  </m:sub>
                                </m:sSub>
                              </m:oMath>
                            </m:oMathPara>
                          </a14:m>
                          <a:endParaRPr lang="ko-KR" altLang="en-US" sz="3000" dirty="0"/>
                        </a:p>
                      </a:txBody>
                      <a:tcPr marL="86950" marR="86950" marT="43475" marB="43475" anchor="ctr">
                        <a:lnL w="12700" cmpd="sng">
                          <a:noFill/>
                        </a:lnL>
                        <a:lnR w="12700" cmpd="sng">
                          <a:noFill/>
                        </a:lnR>
                        <a:lnT w="12700" cmpd="sng">
                          <a:noFill/>
                        </a:lnT>
                        <a:lnB w="12700" cmpd="sng">
                          <a:noFill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  <a:solidFill>
                          <a:srgbClr val="F8F9FC"/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pPr algn="ctr" latinLnBrk="1"/>
                          <a14:m>
                            <m:oMathPara xmlns:m="http://schemas.openxmlformats.org/officeDocument/2006/math">
                              <m:oMath>
                                <m:sSub>
                                  <m:sSubPr>
                                    <m:ctrlPr>
                                      <a:rPr kumimoji="0" lang="en-US" altLang="ko-KR" sz="3000" b="0" i="1" u="none" strike="noStrike" kern="1200" cap="none" spc="0" normalizeH="0" baseline="0" noProof="0" smtClean="0">
                                        <a:ln>
                                          <a:noFill/>
                                        </a:ln>
                                        <a:solidFill>
                                          <a:prstClr val="black"/>
                                        </a:solidFill>
                                        <a:effectLst/>
                                        <a:uLnTx/>
                                        <a:uFillTx/>
                                        <a:latin typeface="Cambria Math" panose="02040503050406030204" pitchFamily="18" charset="0"/>
                                        <a:cs typeface="+mn-cs"/>
                                      </a:rPr>
                                    </m:ctrlPr>
                                  </m:sSubPr>
                                  <m:e>
                                    <m:r>
                                      <a:rPr kumimoji="0" lang="en-US" altLang="ko-KR" sz="3000" b="0" i="1" u="none" strike="noStrike" kern="1200" cap="none" spc="0" normalizeH="0" baseline="0" noProof="0" smtClean="0">
                                        <a:ln>
                                          <a:noFill/>
                                        </a:ln>
                                        <a:solidFill>
                                          <a:prstClr val="black"/>
                                        </a:solidFill>
                                        <a:effectLst/>
                                        <a:uLnTx/>
                                        <a:uFillTx/>
                                        <a:latin typeface="Cambria Math" panose="02040503050406030204" pitchFamily="18" charset="0"/>
                                        <a:cs typeface="+mn-cs"/>
                                      </a:rPr>
                                      <m:t>𝑔</m:t>
                                    </m:r>
                                  </m:e>
                                  <m:sub>
                                    <m:r>
                                      <a:rPr kumimoji="0" lang="en-US" altLang="ko-KR" sz="3000" b="0" i="1" u="none" strike="noStrike" kern="1200" cap="none" spc="0" normalizeH="0" baseline="0" noProof="0" smtClean="0">
                                        <a:ln>
                                          <a:noFill/>
                                        </a:ln>
                                        <a:solidFill>
                                          <a:prstClr val="black"/>
                                        </a:solidFill>
                                        <a:effectLst/>
                                        <a:uLnTx/>
                                        <a:uFillTx/>
                                        <a:latin typeface="Cambria Math" panose="02040503050406030204" pitchFamily="18" charset="0"/>
                                        <a:cs typeface="+mn-cs"/>
                                      </a:rPr>
                                      <m:t>44</m:t>
                                    </m:r>
                                  </m:sub>
                                </m:sSub>
                              </m:oMath>
                            </m:oMathPara>
                          </a14:m>
                          <a:endParaRPr lang="ko-KR" altLang="en-US" sz="3000" dirty="0"/>
                        </a:p>
                      </a:txBody>
                      <a:tcPr marL="86950" marR="86950" marT="43475" marB="43475" anchor="ctr">
                        <a:lnL w="12700" cmpd="sng">
                          <a:noFill/>
                        </a:lnL>
                        <a:lnR w="12700" cmpd="sng">
                          <a:noFill/>
                        </a:lnR>
                        <a:lnT w="12700" cmpd="sng">
                          <a:noFill/>
                        </a:lnT>
                        <a:lnB w="12700" cmpd="sng">
                          <a:noFill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  <a:solidFill>
                          <a:srgbClr val="F8F9FC"/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pPr algn="ctr" latinLnBrk="1"/>
                          <a14:m>
                            <m:oMathPara xmlns:m="http://schemas.openxmlformats.org/officeDocument/2006/math">
                              <m:oMath>
                                <m:sSub>
                                  <m:sSubPr>
                                    <m:ctrlPr>
                                      <a:rPr kumimoji="0" lang="en-US" altLang="ko-KR" sz="3000" b="0" i="1" u="none" strike="noStrike" kern="1200" cap="none" spc="0" normalizeH="0" baseline="0" noProof="0" smtClean="0">
                                        <a:ln>
                                          <a:noFill/>
                                        </a:ln>
                                        <a:solidFill>
                                          <a:prstClr val="black"/>
                                        </a:solidFill>
                                        <a:effectLst/>
                                        <a:uLnTx/>
                                        <a:uFillTx/>
                                        <a:latin typeface="Cambria Math" panose="02040503050406030204" pitchFamily="18" charset="0"/>
                                        <a:cs typeface="+mn-cs"/>
                                      </a:rPr>
                                    </m:ctrlPr>
                                  </m:sSubPr>
                                  <m:e>
                                    <m:r>
                                      <a:rPr kumimoji="0" lang="en-US" altLang="ko-KR" sz="3000" b="0" i="1" u="none" strike="noStrike" kern="1200" cap="none" spc="0" normalizeH="0" baseline="0" noProof="0" smtClean="0">
                                        <a:ln>
                                          <a:noFill/>
                                        </a:ln>
                                        <a:solidFill>
                                          <a:prstClr val="black"/>
                                        </a:solidFill>
                                        <a:effectLst/>
                                        <a:uLnTx/>
                                        <a:uFillTx/>
                                        <a:latin typeface="Cambria Math" panose="02040503050406030204" pitchFamily="18" charset="0"/>
                                        <a:cs typeface="+mn-cs"/>
                                      </a:rPr>
                                      <m:t>𝑔</m:t>
                                    </m:r>
                                  </m:e>
                                  <m:sub>
                                    <m:r>
                                      <a:rPr kumimoji="0" lang="en-US" altLang="ko-KR" sz="3000" b="0" i="1" u="none" strike="noStrike" kern="1200" cap="none" spc="0" normalizeH="0" baseline="0" noProof="0" smtClean="0">
                                        <a:ln>
                                          <a:noFill/>
                                        </a:ln>
                                        <a:solidFill>
                                          <a:prstClr val="black"/>
                                        </a:solidFill>
                                        <a:effectLst/>
                                        <a:uLnTx/>
                                        <a:uFillTx/>
                                        <a:latin typeface="Cambria Math" panose="02040503050406030204" pitchFamily="18" charset="0"/>
                                        <a:cs typeface="+mn-cs"/>
                                      </a:rPr>
                                      <m:t>45</m:t>
                                    </m:r>
                                  </m:sub>
                                </m:sSub>
                              </m:oMath>
                            </m:oMathPara>
                          </a14:m>
                          <a:endParaRPr lang="ko-KR" altLang="en-US" sz="3000" dirty="0"/>
                        </a:p>
                      </a:txBody>
                      <a:tcPr marL="86950" marR="86950" marT="43475" marB="43475" anchor="ctr">
                        <a:lnL w="12700" cmpd="sng">
                          <a:noFill/>
                        </a:lnL>
                        <a:lnR w="12700" cmpd="sng">
                          <a:noFill/>
                        </a:lnR>
                        <a:lnT w="12700" cmpd="sng">
                          <a:noFill/>
                        </a:lnT>
                        <a:lnB w="12700" cmpd="sng">
                          <a:noFill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  <a:solidFill>
                          <a:srgbClr val="F8F9FC"/>
                        </a:solidFill>
                      </a:tcPr>
                    </a:tc>
                    <a:extLst>
                      <a:ext uri="{0D108BD9-81ED-4DB2-BD59-A6C34878D82A}">
                        <a16:rowId xmlns:a16="http://schemas.microsoft.com/office/drawing/2014/main" val="670153430"/>
                      </a:ext>
                    </a:extLst>
                  </a:tr>
                  <a:tr h="963297">
                    <a:tc>
                      <a:txBody>
                        <a:bodyPr/>
                        <a:lstStyle/>
                        <a:p>
                          <a:pPr algn="ctr" latinLnBrk="1"/>
                          <a14:m>
                            <m:oMathPara xmlns:m="http://schemas.openxmlformats.org/officeDocument/2006/math">
                              <m:oMath>
                                <m:sSub>
                                  <m:sSubPr>
                                    <m:ctrlPr>
                                      <a:rPr kumimoji="0" lang="en-US" altLang="ko-KR" sz="3000" b="0" i="1" u="none" strike="noStrike" kern="1200" cap="none" spc="0" normalizeH="0" baseline="0" noProof="0" smtClean="0">
                                        <a:ln>
                                          <a:noFill/>
                                        </a:ln>
                                        <a:solidFill>
                                          <a:prstClr val="black"/>
                                        </a:solidFill>
                                        <a:effectLst/>
                                        <a:uLnTx/>
                                        <a:uFillTx/>
                                        <a:latin typeface="Cambria Math" panose="02040503050406030204" pitchFamily="18" charset="0"/>
                                        <a:cs typeface="+mn-cs"/>
                                      </a:rPr>
                                    </m:ctrlPr>
                                  </m:sSubPr>
                                  <m:e>
                                    <m:r>
                                      <a:rPr kumimoji="0" lang="en-US" altLang="ko-KR" sz="3000" b="0" i="1" u="none" strike="noStrike" kern="1200" cap="none" spc="0" normalizeH="0" baseline="0" noProof="0" smtClean="0">
                                        <a:ln>
                                          <a:noFill/>
                                        </a:ln>
                                        <a:solidFill>
                                          <a:prstClr val="black"/>
                                        </a:solidFill>
                                        <a:effectLst/>
                                        <a:uLnTx/>
                                        <a:uFillTx/>
                                        <a:latin typeface="Cambria Math" panose="02040503050406030204" pitchFamily="18" charset="0"/>
                                        <a:cs typeface="+mn-cs"/>
                                      </a:rPr>
                                      <m:t>𝑔</m:t>
                                    </m:r>
                                  </m:e>
                                  <m:sub>
                                    <m:r>
                                      <a:rPr kumimoji="0" lang="en-US" altLang="ko-KR" sz="3000" b="0" i="1" u="none" strike="noStrike" kern="1200" cap="none" spc="0" normalizeH="0" baseline="0" noProof="0" smtClean="0">
                                        <a:ln>
                                          <a:noFill/>
                                        </a:ln>
                                        <a:solidFill>
                                          <a:prstClr val="black"/>
                                        </a:solidFill>
                                        <a:effectLst/>
                                        <a:uLnTx/>
                                        <a:uFillTx/>
                                        <a:latin typeface="Cambria Math" panose="02040503050406030204" pitchFamily="18" charset="0"/>
                                        <a:cs typeface="+mn-cs"/>
                                      </a:rPr>
                                      <m:t>50</m:t>
                                    </m:r>
                                  </m:sub>
                                </m:sSub>
                              </m:oMath>
                            </m:oMathPara>
                          </a14:m>
                          <a:endParaRPr lang="ko-KR" altLang="en-US" sz="3000" dirty="0"/>
                        </a:p>
                      </a:txBody>
                      <a:tcPr marL="86950" marR="86950" marT="43475" marB="43475" anchor="ctr">
                        <a:lnL w="12700" cmpd="sng">
                          <a:noFill/>
                        </a:lnL>
                        <a:lnR w="12700" cmpd="sng">
                          <a:noFill/>
                        </a:lnR>
                        <a:lnT w="12700" cmpd="sng">
                          <a:noFill/>
                        </a:lnT>
                        <a:lnB w="12700" cmpd="sng">
                          <a:noFill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  <a:solidFill>
                          <a:srgbClr val="F8F9FC"/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pPr algn="ctr" latinLnBrk="1"/>
                          <a14:m>
                            <m:oMathPara xmlns:m="http://schemas.openxmlformats.org/officeDocument/2006/math">
                              <m:oMath>
                                <m:sSub>
                                  <m:sSubPr>
                                    <m:ctrlPr>
                                      <a:rPr kumimoji="0" lang="en-US" altLang="ko-KR" sz="3000" b="0" i="1" u="none" strike="noStrike" kern="1200" cap="none" spc="0" normalizeH="0" baseline="0" noProof="0" smtClean="0">
                                        <a:ln>
                                          <a:noFill/>
                                        </a:ln>
                                        <a:solidFill>
                                          <a:prstClr val="black"/>
                                        </a:solidFill>
                                        <a:effectLst/>
                                        <a:uLnTx/>
                                        <a:uFillTx/>
                                        <a:latin typeface="Cambria Math" panose="02040503050406030204" pitchFamily="18" charset="0"/>
                                        <a:cs typeface="+mn-cs"/>
                                      </a:rPr>
                                    </m:ctrlPr>
                                  </m:sSubPr>
                                  <m:e>
                                    <m:r>
                                      <a:rPr kumimoji="0" lang="en-US" altLang="ko-KR" sz="3000" b="0" i="1" u="none" strike="noStrike" kern="1200" cap="none" spc="0" normalizeH="0" baseline="0" noProof="0" smtClean="0">
                                        <a:ln>
                                          <a:noFill/>
                                        </a:ln>
                                        <a:solidFill>
                                          <a:prstClr val="black"/>
                                        </a:solidFill>
                                        <a:effectLst/>
                                        <a:uLnTx/>
                                        <a:uFillTx/>
                                        <a:latin typeface="Cambria Math" panose="02040503050406030204" pitchFamily="18" charset="0"/>
                                        <a:cs typeface="+mn-cs"/>
                                      </a:rPr>
                                      <m:t>𝑔</m:t>
                                    </m:r>
                                  </m:e>
                                  <m:sub>
                                    <m:r>
                                      <a:rPr kumimoji="0" lang="en-US" altLang="ko-KR" sz="3000" b="0" i="1" u="none" strike="noStrike" kern="1200" cap="none" spc="0" normalizeH="0" baseline="0" noProof="0" smtClean="0">
                                        <a:ln>
                                          <a:noFill/>
                                        </a:ln>
                                        <a:solidFill>
                                          <a:prstClr val="black"/>
                                        </a:solidFill>
                                        <a:effectLst/>
                                        <a:uLnTx/>
                                        <a:uFillTx/>
                                        <a:latin typeface="Cambria Math" panose="02040503050406030204" pitchFamily="18" charset="0"/>
                                        <a:cs typeface="+mn-cs"/>
                                      </a:rPr>
                                      <m:t>51</m:t>
                                    </m:r>
                                  </m:sub>
                                </m:sSub>
                              </m:oMath>
                            </m:oMathPara>
                          </a14:m>
                          <a:endParaRPr lang="ko-KR" altLang="en-US" sz="3000" dirty="0"/>
                        </a:p>
                      </a:txBody>
                      <a:tcPr marL="86950" marR="86950" marT="43475" marB="43475" anchor="ctr">
                        <a:lnL w="12700" cmpd="sng">
                          <a:noFill/>
                        </a:lnL>
                        <a:lnR w="12700" cmpd="sng">
                          <a:noFill/>
                        </a:lnR>
                        <a:lnT w="12700" cmpd="sng">
                          <a:noFill/>
                        </a:lnT>
                        <a:lnB w="12700" cmpd="sng">
                          <a:noFill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  <a:solidFill>
                          <a:srgbClr val="F8F9FC"/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pPr algn="ctr" latinLnBrk="1"/>
                          <a14:m>
                            <m:oMathPara xmlns:m="http://schemas.openxmlformats.org/officeDocument/2006/math">
                              <m:oMath>
                                <m:sSub>
                                  <m:sSubPr>
                                    <m:ctrlPr>
                                      <a:rPr kumimoji="0" lang="en-US" altLang="ko-KR" sz="3000" b="0" i="1" u="none" strike="noStrike" kern="1200" cap="none" spc="0" normalizeH="0" baseline="0" noProof="0" smtClean="0">
                                        <a:ln>
                                          <a:noFill/>
                                        </a:ln>
                                        <a:solidFill>
                                          <a:prstClr val="black"/>
                                        </a:solidFill>
                                        <a:effectLst/>
                                        <a:uLnTx/>
                                        <a:uFillTx/>
                                        <a:latin typeface="Cambria Math" panose="02040503050406030204" pitchFamily="18" charset="0"/>
                                        <a:cs typeface="+mn-cs"/>
                                      </a:rPr>
                                    </m:ctrlPr>
                                  </m:sSubPr>
                                  <m:e>
                                    <m:r>
                                      <a:rPr kumimoji="0" lang="en-US" altLang="ko-KR" sz="3000" b="0" i="1" u="none" strike="noStrike" kern="1200" cap="none" spc="0" normalizeH="0" baseline="0" noProof="0" smtClean="0">
                                        <a:ln>
                                          <a:noFill/>
                                        </a:ln>
                                        <a:solidFill>
                                          <a:prstClr val="black"/>
                                        </a:solidFill>
                                        <a:effectLst/>
                                        <a:uLnTx/>
                                        <a:uFillTx/>
                                        <a:latin typeface="Cambria Math" panose="02040503050406030204" pitchFamily="18" charset="0"/>
                                        <a:cs typeface="+mn-cs"/>
                                      </a:rPr>
                                      <m:t>𝑔</m:t>
                                    </m:r>
                                  </m:e>
                                  <m:sub>
                                    <m:r>
                                      <a:rPr kumimoji="0" lang="en-US" altLang="ko-KR" sz="3000" b="0" i="1" u="none" strike="noStrike" kern="1200" cap="none" spc="0" normalizeH="0" baseline="0" noProof="0" smtClean="0">
                                        <a:ln>
                                          <a:noFill/>
                                        </a:ln>
                                        <a:solidFill>
                                          <a:prstClr val="black"/>
                                        </a:solidFill>
                                        <a:effectLst/>
                                        <a:uLnTx/>
                                        <a:uFillTx/>
                                        <a:latin typeface="Cambria Math" panose="02040503050406030204" pitchFamily="18" charset="0"/>
                                        <a:cs typeface="+mn-cs"/>
                                      </a:rPr>
                                      <m:t>52</m:t>
                                    </m:r>
                                  </m:sub>
                                </m:sSub>
                              </m:oMath>
                            </m:oMathPara>
                          </a14:m>
                          <a:endParaRPr lang="ko-KR" altLang="en-US" sz="3000" dirty="0"/>
                        </a:p>
                      </a:txBody>
                      <a:tcPr marL="86950" marR="86950" marT="43475" marB="43475" anchor="ctr">
                        <a:lnL w="12700" cmpd="sng">
                          <a:noFill/>
                        </a:lnL>
                        <a:lnR w="12700" cmpd="sng">
                          <a:noFill/>
                        </a:lnR>
                        <a:lnT w="12700" cmpd="sng">
                          <a:noFill/>
                        </a:lnT>
                        <a:lnB w="12700" cmpd="sng">
                          <a:noFill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  <a:solidFill>
                          <a:srgbClr val="F8F9FC"/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pPr algn="ctr" latinLnBrk="1"/>
                          <a14:m>
                            <m:oMathPara xmlns:m="http://schemas.openxmlformats.org/officeDocument/2006/math">
                              <m:oMath>
                                <m:sSub>
                                  <m:sSubPr>
                                    <m:ctrlPr>
                                      <a:rPr kumimoji="0" lang="en-US" altLang="ko-KR" sz="3000" b="0" i="1" u="none" strike="noStrike" kern="1200" cap="none" spc="0" normalizeH="0" baseline="0" noProof="0" smtClean="0">
                                        <a:ln>
                                          <a:noFill/>
                                        </a:ln>
                                        <a:solidFill>
                                          <a:prstClr val="black"/>
                                        </a:solidFill>
                                        <a:effectLst/>
                                        <a:uLnTx/>
                                        <a:uFillTx/>
                                        <a:latin typeface="Cambria Math" panose="02040503050406030204" pitchFamily="18" charset="0"/>
                                        <a:cs typeface="+mn-cs"/>
                                      </a:rPr>
                                    </m:ctrlPr>
                                  </m:sSubPr>
                                  <m:e>
                                    <m:r>
                                      <a:rPr kumimoji="0" lang="en-US" altLang="ko-KR" sz="3000" b="0" i="1" u="none" strike="noStrike" kern="1200" cap="none" spc="0" normalizeH="0" baseline="0" noProof="0" smtClean="0">
                                        <a:ln>
                                          <a:noFill/>
                                        </a:ln>
                                        <a:solidFill>
                                          <a:prstClr val="black"/>
                                        </a:solidFill>
                                        <a:effectLst/>
                                        <a:uLnTx/>
                                        <a:uFillTx/>
                                        <a:latin typeface="Cambria Math" panose="02040503050406030204" pitchFamily="18" charset="0"/>
                                        <a:cs typeface="+mn-cs"/>
                                      </a:rPr>
                                      <m:t>𝑔</m:t>
                                    </m:r>
                                  </m:e>
                                  <m:sub>
                                    <m:r>
                                      <a:rPr kumimoji="0" lang="en-US" altLang="ko-KR" sz="3000" b="0" i="1" u="none" strike="noStrike" kern="1200" cap="none" spc="0" normalizeH="0" baseline="0" noProof="0" smtClean="0">
                                        <a:ln>
                                          <a:noFill/>
                                        </a:ln>
                                        <a:solidFill>
                                          <a:prstClr val="black"/>
                                        </a:solidFill>
                                        <a:effectLst/>
                                        <a:uLnTx/>
                                        <a:uFillTx/>
                                        <a:latin typeface="Cambria Math" panose="02040503050406030204" pitchFamily="18" charset="0"/>
                                        <a:cs typeface="+mn-cs"/>
                                      </a:rPr>
                                      <m:t>53</m:t>
                                    </m:r>
                                  </m:sub>
                                </m:sSub>
                              </m:oMath>
                            </m:oMathPara>
                          </a14:m>
                          <a:endParaRPr lang="ko-KR" altLang="en-US" sz="3000" dirty="0"/>
                        </a:p>
                      </a:txBody>
                      <a:tcPr marL="86950" marR="86950" marT="43475" marB="43475" anchor="ctr">
                        <a:lnL w="12700" cmpd="sng">
                          <a:noFill/>
                        </a:lnL>
                        <a:lnR w="12700" cmpd="sng">
                          <a:noFill/>
                        </a:lnR>
                        <a:lnT w="12700" cmpd="sng">
                          <a:noFill/>
                        </a:lnT>
                        <a:lnB w="12700" cmpd="sng">
                          <a:noFill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  <a:solidFill>
                          <a:srgbClr val="F8F9FC"/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pPr algn="ctr" latinLnBrk="1"/>
                          <a14:m>
                            <m:oMathPara xmlns:m="http://schemas.openxmlformats.org/officeDocument/2006/math">
                              <m:oMath>
                                <m:sSub>
                                  <m:sSubPr>
                                    <m:ctrlPr>
                                      <a:rPr kumimoji="0" lang="en-US" altLang="ko-KR" sz="3000" b="0" i="1" u="none" strike="noStrike" kern="1200" cap="none" spc="0" normalizeH="0" baseline="0" noProof="0" smtClean="0">
                                        <a:ln>
                                          <a:noFill/>
                                        </a:ln>
                                        <a:solidFill>
                                          <a:prstClr val="black"/>
                                        </a:solidFill>
                                        <a:effectLst/>
                                        <a:uLnTx/>
                                        <a:uFillTx/>
                                        <a:latin typeface="Cambria Math" panose="02040503050406030204" pitchFamily="18" charset="0"/>
                                        <a:cs typeface="+mn-cs"/>
                                      </a:rPr>
                                    </m:ctrlPr>
                                  </m:sSubPr>
                                  <m:e>
                                    <m:r>
                                      <a:rPr kumimoji="0" lang="en-US" altLang="ko-KR" sz="3000" b="0" i="1" u="none" strike="noStrike" kern="1200" cap="none" spc="0" normalizeH="0" baseline="0" noProof="0" smtClean="0">
                                        <a:ln>
                                          <a:noFill/>
                                        </a:ln>
                                        <a:solidFill>
                                          <a:prstClr val="black"/>
                                        </a:solidFill>
                                        <a:effectLst/>
                                        <a:uLnTx/>
                                        <a:uFillTx/>
                                        <a:latin typeface="Cambria Math" panose="02040503050406030204" pitchFamily="18" charset="0"/>
                                        <a:cs typeface="+mn-cs"/>
                                      </a:rPr>
                                      <m:t>𝑔</m:t>
                                    </m:r>
                                  </m:e>
                                  <m:sub>
                                    <m:r>
                                      <a:rPr kumimoji="0" lang="en-US" altLang="ko-KR" sz="3000" b="0" i="1" u="none" strike="noStrike" kern="1200" cap="none" spc="0" normalizeH="0" baseline="0" noProof="0" smtClean="0">
                                        <a:ln>
                                          <a:noFill/>
                                        </a:ln>
                                        <a:solidFill>
                                          <a:prstClr val="black"/>
                                        </a:solidFill>
                                        <a:effectLst/>
                                        <a:uLnTx/>
                                        <a:uFillTx/>
                                        <a:latin typeface="Cambria Math" panose="02040503050406030204" pitchFamily="18" charset="0"/>
                                        <a:cs typeface="+mn-cs"/>
                                      </a:rPr>
                                      <m:t>54</m:t>
                                    </m:r>
                                  </m:sub>
                                </m:sSub>
                              </m:oMath>
                            </m:oMathPara>
                          </a14:m>
                          <a:endParaRPr lang="ko-KR" altLang="en-US" sz="3000" dirty="0"/>
                        </a:p>
                      </a:txBody>
                      <a:tcPr marL="86950" marR="86950" marT="43475" marB="43475" anchor="ctr">
                        <a:lnL w="12700" cmpd="sng">
                          <a:noFill/>
                        </a:lnL>
                        <a:lnR w="12700" cmpd="sng">
                          <a:noFill/>
                        </a:lnR>
                        <a:lnT w="12700" cmpd="sng">
                          <a:noFill/>
                        </a:lnT>
                        <a:lnB w="12700" cmpd="sng">
                          <a:noFill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  <a:solidFill>
                          <a:srgbClr val="F8F9FC"/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pPr algn="ctr" latinLnBrk="1"/>
                          <a14:m>
                            <m:oMathPara xmlns:m="http://schemas.openxmlformats.org/officeDocument/2006/math">
                              <m:oMath>
                                <m:sSub>
                                  <m:sSubPr>
                                    <m:ctrlPr>
                                      <a:rPr kumimoji="0" lang="en-US" altLang="ko-KR" sz="3000" b="0" i="1" u="none" strike="noStrike" kern="1200" cap="none" spc="0" normalizeH="0" baseline="0" noProof="0" smtClean="0">
                                        <a:ln>
                                          <a:noFill/>
                                        </a:ln>
                                        <a:solidFill>
                                          <a:prstClr val="black"/>
                                        </a:solidFill>
                                        <a:effectLst/>
                                        <a:uLnTx/>
                                        <a:uFillTx/>
                                        <a:latin typeface="Cambria Math" panose="02040503050406030204" pitchFamily="18" charset="0"/>
                                        <a:cs typeface="+mn-cs"/>
                                      </a:rPr>
                                    </m:ctrlPr>
                                  </m:sSubPr>
                                  <m:e>
                                    <m:r>
                                      <a:rPr kumimoji="0" lang="en-US" altLang="ko-KR" sz="3000" b="0" i="1" u="none" strike="noStrike" kern="1200" cap="none" spc="0" normalizeH="0" baseline="0" noProof="0" smtClean="0">
                                        <a:ln>
                                          <a:noFill/>
                                        </a:ln>
                                        <a:solidFill>
                                          <a:prstClr val="black"/>
                                        </a:solidFill>
                                        <a:effectLst/>
                                        <a:uLnTx/>
                                        <a:uFillTx/>
                                        <a:latin typeface="Cambria Math" panose="02040503050406030204" pitchFamily="18" charset="0"/>
                                        <a:cs typeface="+mn-cs"/>
                                      </a:rPr>
                                      <m:t>𝑔</m:t>
                                    </m:r>
                                  </m:e>
                                  <m:sub>
                                    <m:r>
                                      <a:rPr kumimoji="0" lang="en-US" altLang="ko-KR" sz="3000" b="0" i="1" u="none" strike="noStrike" kern="1200" cap="none" spc="0" normalizeH="0" baseline="0" noProof="0" smtClean="0">
                                        <a:ln>
                                          <a:noFill/>
                                        </a:ln>
                                        <a:solidFill>
                                          <a:prstClr val="black"/>
                                        </a:solidFill>
                                        <a:effectLst/>
                                        <a:uLnTx/>
                                        <a:uFillTx/>
                                        <a:latin typeface="Cambria Math" panose="02040503050406030204" pitchFamily="18" charset="0"/>
                                        <a:cs typeface="+mn-cs"/>
                                      </a:rPr>
                                      <m:t>55</m:t>
                                    </m:r>
                                  </m:sub>
                                </m:sSub>
                              </m:oMath>
                            </m:oMathPara>
                          </a14:m>
                          <a:endParaRPr lang="ko-KR" altLang="en-US" sz="3000" dirty="0"/>
                        </a:p>
                      </a:txBody>
                      <a:tcPr marL="86950" marR="86950" marT="43475" marB="43475" anchor="ctr">
                        <a:lnL w="12700" cmpd="sng">
                          <a:noFill/>
                        </a:lnL>
                        <a:lnR w="12700" cmpd="sng">
                          <a:noFill/>
                        </a:lnR>
                        <a:lnT w="12700" cmpd="sng">
                          <a:noFill/>
                        </a:lnT>
                        <a:lnB w="12700" cmpd="sng">
                          <a:noFill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  <a:solidFill>
                          <a:srgbClr val="F8F9FC"/>
                        </a:solidFill>
                      </a:tcPr>
                    </a:tc>
                    <a:extLst>
                      <a:ext uri="{0D108BD9-81ED-4DB2-BD59-A6C34878D82A}">
                        <a16:rowId xmlns:a16="http://schemas.microsoft.com/office/drawing/2014/main" val="420736974"/>
                      </a:ext>
                    </a:extLst>
                  </a:tr>
                </a:tbl>
              </a:graphicData>
            </a:graphic>
          </p:graphicFrame>
        </mc:Choice>
        <mc:Fallback xmlns="">
          <p:graphicFrame>
            <p:nvGraphicFramePr>
              <p:cNvPr id="53" name="표 52">
                <a:extLst>
                  <a:ext uri="{FF2B5EF4-FFF2-40B4-BE49-F238E27FC236}">
                    <a16:creationId xmlns:a16="http://schemas.microsoft.com/office/drawing/2014/main" id="{C51CD332-6A5B-117C-ECED-B8E971D36324}"/>
                  </a:ext>
                </a:extLst>
              </p:cNvPr>
              <p:cNvGraphicFramePr>
                <a:graphicFrameLocks noGrp="1"/>
              </p:cNvGraphicFramePr>
              <p:nvPr>
                <p:extLst>
                  <p:ext uri="{D42A27DB-BD31-4B8C-83A1-F6EECF244321}">
                    <p14:modId xmlns:p14="http://schemas.microsoft.com/office/powerpoint/2010/main" val="3159400460"/>
                  </p:ext>
                </p:extLst>
              </p:nvPr>
            </p:nvGraphicFramePr>
            <p:xfrm>
              <a:off x="4149634" y="783772"/>
              <a:ext cx="5858166" cy="5779782"/>
            </p:xfrm>
            <a:graphic>
              <a:graphicData uri="http://schemas.openxmlformats.org/drawingml/2006/table">
                <a:tbl>
                  <a:tblPr firstRow="1" bandRow="1">
                    <a:tableStyleId>{5C22544A-7EE6-4342-B048-85BDC9FD1C3A}</a:tableStyleId>
                  </a:tblPr>
                  <a:tblGrid>
                    <a:gridCol w="976361">
                      <a:extLst>
                        <a:ext uri="{9D8B030D-6E8A-4147-A177-3AD203B41FA5}">
                          <a16:colId xmlns:a16="http://schemas.microsoft.com/office/drawing/2014/main" val="1869280964"/>
                        </a:ext>
                      </a:extLst>
                    </a:gridCol>
                    <a:gridCol w="976361">
                      <a:extLst>
                        <a:ext uri="{9D8B030D-6E8A-4147-A177-3AD203B41FA5}">
                          <a16:colId xmlns:a16="http://schemas.microsoft.com/office/drawing/2014/main" val="2322392675"/>
                        </a:ext>
                      </a:extLst>
                    </a:gridCol>
                    <a:gridCol w="976361">
                      <a:extLst>
                        <a:ext uri="{9D8B030D-6E8A-4147-A177-3AD203B41FA5}">
                          <a16:colId xmlns:a16="http://schemas.microsoft.com/office/drawing/2014/main" val="2012919836"/>
                        </a:ext>
                      </a:extLst>
                    </a:gridCol>
                    <a:gridCol w="976361">
                      <a:extLst>
                        <a:ext uri="{9D8B030D-6E8A-4147-A177-3AD203B41FA5}">
                          <a16:colId xmlns:a16="http://schemas.microsoft.com/office/drawing/2014/main" val="3166245656"/>
                        </a:ext>
                      </a:extLst>
                    </a:gridCol>
                    <a:gridCol w="976361">
                      <a:extLst>
                        <a:ext uri="{9D8B030D-6E8A-4147-A177-3AD203B41FA5}">
                          <a16:colId xmlns:a16="http://schemas.microsoft.com/office/drawing/2014/main" val="2754483447"/>
                        </a:ext>
                      </a:extLst>
                    </a:gridCol>
                    <a:gridCol w="976361">
                      <a:extLst>
                        <a:ext uri="{9D8B030D-6E8A-4147-A177-3AD203B41FA5}">
                          <a16:colId xmlns:a16="http://schemas.microsoft.com/office/drawing/2014/main" val="1259960200"/>
                        </a:ext>
                      </a:extLst>
                    </a:gridCol>
                  </a:tblGrid>
                  <a:tr h="963297">
                    <a:tc>
                      <a:txBody>
                        <a:bodyPr/>
                        <a:lstStyle/>
                        <a:p>
                          <a:endParaRPr lang="ko-KR"/>
                        </a:p>
                      </a:txBody>
                      <a:tcPr anchor="ctr">
                        <a:lnL w="12700" cmpd="sng">
                          <a:noFill/>
                        </a:lnL>
                        <a:lnR w="12700" cmpd="sng">
                          <a:noFill/>
                        </a:lnR>
                        <a:lnT w="12700" cmpd="sng">
                          <a:noFill/>
                        </a:lnT>
                        <a:lnB w="38100" cmpd="sng">
                          <a:noFill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  <a:blipFill>
                          <a:blip r:embed="rId2"/>
                          <a:stretch>
                            <a:fillRect r="-501250" b="-500633"/>
                          </a:stretch>
                        </a:blipFill>
                      </a:tcPr>
                    </a:tc>
                    <a:tc>
                      <a:txBody>
                        <a:bodyPr/>
                        <a:lstStyle/>
                        <a:p>
                          <a:endParaRPr lang="ko-KR"/>
                        </a:p>
                      </a:txBody>
                      <a:tcPr anchor="ctr">
                        <a:lnL w="12700" cmpd="sng">
                          <a:noFill/>
                        </a:lnL>
                        <a:lnR w="12700" cmpd="sng">
                          <a:noFill/>
                        </a:lnR>
                        <a:lnT w="12700" cmpd="sng">
                          <a:noFill/>
                        </a:lnT>
                        <a:lnB w="38100" cmpd="sng">
                          <a:noFill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  <a:blipFill>
                          <a:blip r:embed="rId2"/>
                          <a:stretch>
                            <a:fillRect l="-99379" r="-398137" b="-500633"/>
                          </a:stretch>
                        </a:blipFill>
                      </a:tcPr>
                    </a:tc>
                    <a:tc>
                      <a:txBody>
                        <a:bodyPr/>
                        <a:lstStyle/>
                        <a:p>
                          <a:endParaRPr lang="ko-KR"/>
                        </a:p>
                      </a:txBody>
                      <a:tcPr anchor="ctr">
                        <a:lnL w="12700" cmpd="sng">
                          <a:noFill/>
                        </a:lnL>
                        <a:lnR w="12700" cmpd="sng">
                          <a:noFill/>
                        </a:lnR>
                        <a:lnT w="12700" cmpd="sng">
                          <a:noFill/>
                        </a:lnT>
                        <a:lnB w="38100" cmpd="sng">
                          <a:noFill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  <a:blipFill>
                          <a:blip r:embed="rId2"/>
                          <a:stretch>
                            <a:fillRect l="-200625" r="-300625" b="-500633"/>
                          </a:stretch>
                        </a:blipFill>
                      </a:tcPr>
                    </a:tc>
                    <a:tc>
                      <a:txBody>
                        <a:bodyPr/>
                        <a:lstStyle/>
                        <a:p>
                          <a:endParaRPr lang="ko-KR"/>
                        </a:p>
                      </a:txBody>
                      <a:tcPr anchor="ctr">
                        <a:lnL w="12700" cmpd="sng">
                          <a:noFill/>
                        </a:lnL>
                        <a:lnR w="12700" cmpd="sng">
                          <a:noFill/>
                        </a:lnR>
                        <a:lnT w="12700" cmpd="sng">
                          <a:noFill/>
                        </a:lnT>
                        <a:lnB w="38100" cmpd="sng">
                          <a:noFill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  <a:blipFill>
                          <a:blip r:embed="rId2"/>
                          <a:stretch>
                            <a:fillRect l="-300625" r="-200625" b="-500633"/>
                          </a:stretch>
                        </a:blipFill>
                      </a:tcPr>
                    </a:tc>
                    <a:tc>
                      <a:txBody>
                        <a:bodyPr/>
                        <a:lstStyle/>
                        <a:p>
                          <a:endParaRPr lang="ko-KR"/>
                        </a:p>
                      </a:txBody>
                      <a:tcPr anchor="ctr">
                        <a:lnL w="12700" cmpd="sng">
                          <a:noFill/>
                        </a:lnL>
                        <a:lnR w="12700" cmpd="sng">
                          <a:noFill/>
                        </a:lnR>
                        <a:lnT w="12700" cmpd="sng">
                          <a:noFill/>
                        </a:lnT>
                        <a:lnB w="38100" cmpd="sng">
                          <a:noFill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  <a:blipFill>
                          <a:blip r:embed="rId2"/>
                          <a:stretch>
                            <a:fillRect l="-398137" r="-99379" b="-500633"/>
                          </a:stretch>
                        </a:blipFill>
                      </a:tcPr>
                    </a:tc>
                    <a:tc>
                      <a:txBody>
                        <a:bodyPr/>
                        <a:lstStyle/>
                        <a:p>
                          <a:endParaRPr lang="ko-KR"/>
                        </a:p>
                      </a:txBody>
                      <a:tcPr anchor="ctr">
                        <a:lnL w="12700" cmpd="sng">
                          <a:noFill/>
                        </a:lnL>
                        <a:lnR w="12700" cmpd="sng">
                          <a:noFill/>
                        </a:lnR>
                        <a:lnT w="12700" cmpd="sng">
                          <a:noFill/>
                        </a:lnT>
                        <a:lnB w="38100" cmpd="sng">
                          <a:noFill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  <a:blipFill>
                          <a:blip r:embed="rId2"/>
                          <a:stretch>
                            <a:fillRect l="-501250" b="-500633"/>
                          </a:stretch>
                        </a:blipFill>
                      </a:tcPr>
                    </a:tc>
                    <a:extLst>
                      <a:ext uri="{0D108BD9-81ED-4DB2-BD59-A6C34878D82A}">
                        <a16:rowId xmlns:a16="http://schemas.microsoft.com/office/drawing/2014/main" val="2115575296"/>
                      </a:ext>
                    </a:extLst>
                  </a:tr>
                  <a:tr h="963297">
                    <a:tc>
                      <a:txBody>
                        <a:bodyPr/>
                        <a:lstStyle/>
                        <a:p>
                          <a:endParaRPr lang="ko-KR"/>
                        </a:p>
                      </a:txBody>
                      <a:tcPr marL="86950" marR="86950" marT="43475" marB="43475" anchor="ctr">
                        <a:lnL w="12700" cmpd="sng">
                          <a:noFill/>
                        </a:lnL>
                        <a:lnR w="12700" cmpd="sng">
                          <a:noFill/>
                        </a:lnR>
                        <a:lnT w="38100" cmpd="sng">
                          <a:noFill/>
                        </a:lnT>
                        <a:lnB w="12700" cmpd="sng">
                          <a:noFill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  <a:blipFill>
                          <a:blip r:embed="rId2"/>
                          <a:stretch>
                            <a:fillRect t="-100000" r="-501250" b="-400633"/>
                          </a:stretch>
                        </a:blipFill>
                      </a:tcPr>
                    </a:tc>
                    <a:tc>
                      <a:txBody>
                        <a:bodyPr/>
                        <a:lstStyle/>
                        <a:p>
                          <a:endParaRPr lang="ko-KR"/>
                        </a:p>
                      </a:txBody>
                      <a:tcPr marL="86950" marR="86950" marT="43475" marB="43475" anchor="ctr">
                        <a:lnL w="12700" cmpd="sng">
                          <a:noFill/>
                        </a:lnL>
                        <a:lnR w="12700" cmpd="sng">
                          <a:noFill/>
                        </a:lnR>
                        <a:lnT w="38100" cmpd="sng">
                          <a:noFill/>
                        </a:lnT>
                        <a:lnB w="12700" cmpd="sng">
                          <a:noFill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  <a:blipFill>
                          <a:blip r:embed="rId2"/>
                          <a:stretch>
                            <a:fillRect l="-99379" t="-100000" r="-398137" b="-400633"/>
                          </a:stretch>
                        </a:blipFill>
                      </a:tcPr>
                    </a:tc>
                    <a:tc>
                      <a:txBody>
                        <a:bodyPr/>
                        <a:lstStyle/>
                        <a:p>
                          <a:endParaRPr lang="ko-KR"/>
                        </a:p>
                      </a:txBody>
                      <a:tcPr marL="86950" marR="86950" marT="43475" marB="43475" anchor="ctr">
                        <a:lnL w="12700" cmpd="sng">
                          <a:noFill/>
                        </a:lnL>
                        <a:lnR w="12700" cmpd="sng">
                          <a:noFill/>
                        </a:lnR>
                        <a:lnT w="38100" cmpd="sng">
                          <a:noFill/>
                        </a:lnT>
                        <a:lnB w="12700" cmpd="sng">
                          <a:noFill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  <a:blipFill>
                          <a:blip r:embed="rId2"/>
                          <a:stretch>
                            <a:fillRect l="-200625" t="-100000" r="-300625" b="-400633"/>
                          </a:stretch>
                        </a:blipFill>
                      </a:tcPr>
                    </a:tc>
                    <a:tc>
                      <a:txBody>
                        <a:bodyPr/>
                        <a:lstStyle/>
                        <a:p>
                          <a:endParaRPr lang="ko-KR"/>
                        </a:p>
                      </a:txBody>
                      <a:tcPr marL="86950" marR="86950" marT="43475" marB="43475" anchor="ctr">
                        <a:lnL w="12700" cmpd="sng">
                          <a:noFill/>
                        </a:lnL>
                        <a:lnR w="12700" cmpd="sng">
                          <a:noFill/>
                        </a:lnR>
                        <a:lnT w="38100" cmpd="sng">
                          <a:noFill/>
                        </a:lnT>
                        <a:lnB w="12700" cmpd="sng">
                          <a:noFill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  <a:blipFill>
                          <a:blip r:embed="rId2"/>
                          <a:stretch>
                            <a:fillRect l="-300625" t="-100000" r="-200625" b="-400633"/>
                          </a:stretch>
                        </a:blipFill>
                      </a:tcPr>
                    </a:tc>
                    <a:tc>
                      <a:txBody>
                        <a:bodyPr/>
                        <a:lstStyle/>
                        <a:p>
                          <a:endParaRPr lang="ko-KR"/>
                        </a:p>
                      </a:txBody>
                      <a:tcPr marL="86950" marR="86950" marT="43475" marB="43475" anchor="ctr">
                        <a:lnL w="12700" cmpd="sng">
                          <a:noFill/>
                        </a:lnL>
                        <a:lnR w="12700" cmpd="sng">
                          <a:noFill/>
                        </a:lnR>
                        <a:lnT w="38100" cmpd="sng">
                          <a:noFill/>
                        </a:lnT>
                        <a:lnB w="12700" cmpd="sng">
                          <a:noFill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  <a:blipFill>
                          <a:blip r:embed="rId2"/>
                          <a:stretch>
                            <a:fillRect l="-398137" t="-100000" r="-99379" b="-400633"/>
                          </a:stretch>
                        </a:blipFill>
                      </a:tcPr>
                    </a:tc>
                    <a:tc>
                      <a:txBody>
                        <a:bodyPr/>
                        <a:lstStyle/>
                        <a:p>
                          <a:endParaRPr lang="ko-KR"/>
                        </a:p>
                      </a:txBody>
                      <a:tcPr marL="86950" marR="86950" marT="43475" marB="43475" anchor="ctr">
                        <a:lnL w="12700" cmpd="sng">
                          <a:noFill/>
                        </a:lnL>
                        <a:lnR w="12700" cmpd="sng">
                          <a:noFill/>
                        </a:lnR>
                        <a:lnT w="38100" cmpd="sng">
                          <a:noFill/>
                        </a:lnT>
                        <a:lnB w="12700" cmpd="sng">
                          <a:noFill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  <a:blipFill>
                          <a:blip r:embed="rId2"/>
                          <a:stretch>
                            <a:fillRect l="-501250" t="-100000" b="-400633"/>
                          </a:stretch>
                        </a:blipFill>
                      </a:tcPr>
                    </a:tc>
                    <a:extLst>
                      <a:ext uri="{0D108BD9-81ED-4DB2-BD59-A6C34878D82A}">
                        <a16:rowId xmlns:a16="http://schemas.microsoft.com/office/drawing/2014/main" val="1006389151"/>
                      </a:ext>
                    </a:extLst>
                  </a:tr>
                  <a:tr h="963297">
                    <a:tc>
                      <a:txBody>
                        <a:bodyPr/>
                        <a:lstStyle/>
                        <a:p>
                          <a:endParaRPr lang="ko-KR"/>
                        </a:p>
                      </a:txBody>
                      <a:tcPr marL="86950" marR="86950" marT="43475" marB="43475" anchor="ctr">
                        <a:lnL w="12700" cmpd="sng">
                          <a:noFill/>
                        </a:lnL>
                        <a:lnR w="12700" cmpd="sng">
                          <a:noFill/>
                        </a:lnR>
                        <a:lnT w="12700" cmpd="sng">
                          <a:noFill/>
                        </a:lnT>
                        <a:lnB w="12700" cmpd="sng">
                          <a:noFill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  <a:blipFill>
                          <a:blip r:embed="rId2"/>
                          <a:stretch>
                            <a:fillRect t="-198742" r="-501250" b="-298113"/>
                          </a:stretch>
                        </a:blipFill>
                      </a:tcPr>
                    </a:tc>
                    <a:tc>
                      <a:txBody>
                        <a:bodyPr/>
                        <a:lstStyle/>
                        <a:p>
                          <a:endParaRPr lang="ko-KR"/>
                        </a:p>
                      </a:txBody>
                      <a:tcPr marL="86950" marR="86950" marT="43475" marB="43475" anchor="ctr">
                        <a:lnL w="12700" cmpd="sng">
                          <a:noFill/>
                        </a:lnL>
                        <a:lnR w="12700" cmpd="sng">
                          <a:noFill/>
                        </a:lnR>
                        <a:lnT w="12700" cmpd="sng">
                          <a:noFill/>
                        </a:lnT>
                        <a:lnB w="12700" cmpd="sng">
                          <a:noFill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  <a:blipFill>
                          <a:blip r:embed="rId2"/>
                          <a:stretch>
                            <a:fillRect l="-99379" t="-198742" r="-398137" b="-298113"/>
                          </a:stretch>
                        </a:blipFill>
                      </a:tcPr>
                    </a:tc>
                    <a:tc>
                      <a:txBody>
                        <a:bodyPr/>
                        <a:lstStyle/>
                        <a:p>
                          <a:endParaRPr lang="ko-KR"/>
                        </a:p>
                      </a:txBody>
                      <a:tcPr marL="86950" marR="86950" marT="43475" marB="43475" anchor="ctr">
                        <a:lnL w="12700" cmpd="sng">
                          <a:noFill/>
                        </a:lnL>
                        <a:lnR w="12700" cmpd="sng">
                          <a:noFill/>
                        </a:lnR>
                        <a:lnT w="12700" cmpd="sng">
                          <a:noFill/>
                        </a:lnT>
                        <a:lnB w="12700" cmpd="sng">
                          <a:noFill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  <a:blipFill>
                          <a:blip r:embed="rId2"/>
                          <a:stretch>
                            <a:fillRect l="-200625" t="-198742" r="-300625" b="-298113"/>
                          </a:stretch>
                        </a:blipFill>
                      </a:tcPr>
                    </a:tc>
                    <a:tc>
                      <a:txBody>
                        <a:bodyPr/>
                        <a:lstStyle/>
                        <a:p>
                          <a:endParaRPr lang="ko-KR"/>
                        </a:p>
                      </a:txBody>
                      <a:tcPr marL="86950" marR="86950" marT="43475" marB="43475" anchor="ctr">
                        <a:lnL w="12700" cmpd="sng">
                          <a:noFill/>
                        </a:lnL>
                        <a:lnR w="12700" cmpd="sng">
                          <a:noFill/>
                        </a:lnR>
                        <a:lnT w="12700" cmpd="sng">
                          <a:noFill/>
                        </a:lnT>
                        <a:lnB w="12700" cmpd="sng">
                          <a:noFill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  <a:blipFill>
                          <a:blip r:embed="rId2"/>
                          <a:stretch>
                            <a:fillRect l="-300625" t="-198742" r="-200625" b="-298113"/>
                          </a:stretch>
                        </a:blipFill>
                      </a:tcPr>
                    </a:tc>
                    <a:tc>
                      <a:txBody>
                        <a:bodyPr/>
                        <a:lstStyle/>
                        <a:p>
                          <a:endParaRPr lang="ko-KR"/>
                        </a:p>
                      </a:txBody>
                      <a:tcPr marL="86950" marR="86950" marT="43475" marB="43475" anchor="ctr">
                        <a:lnL w="12700" cmpd="sng">
                          <a:noFill/>
                        </a:lnL>
                        <a:lnR w="12700" cmpd="sng">
                          <a:noFill/>
                        </a:lnR>
                        <a:lnT w="12700" cmpd="sng">
                          <a:noFill/>
                        </a:lnT>
                        <a:lnB w="12700" cmpd="sng">
                          <a:noFill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  <a:blipFill>
                          <a:blip r:embed="rId2"/>
                          <a:stretch>
                            <a:fillRect l="-398137" t="-198742" r="-99379" b="-298113"/>
                          </a:stretch>
                        </a:blipFill>
                      </a:tcPr>
                    </a:tc>
                    <a:tc>
                      <a:txBody>
                        <a:bodyPr/>
                        <a:lstStyle/>
                        <a:p>
                          <a:endParaRPr lang="ko-KR"/>
                        </a:p>
                      </a:txBody>
                      <a:tcPr marL="86950" marR="86950" marT="43475" marB="43475" anchor="ctr">
                        <a:lnL w="12700" cmpd="sng">
                          <a:noFill/>
                        </a:lnL>
                        <a:lnR w="12700" cmpd="sng">
                          <a:noFill/>
                        </a:lnR>
                        <a:lnT w="12700" cmpd="sng">
                          <a:noFill/>
                        </a:lnT>
                        <a:lnB w="12700" cmpd="sng">
                          <a:noFill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  <a:blipFill>
                          <a:blip r:embed="rId2"/>
                          <a:stretch>
                            <a:fillRect l="-501250" t="-198742" b="-298113"/>
                          </a:stretch>
                        </a:blipFill>
                      </a:tcPr>
                    </a:tc>
                    <a:extLst>
                      <a:ext uri="{0D108BD9-81ED-4DB2-BD59-A6C34878D82A}">
                        <a16:rowId xmlns:a16="http://schemas.microsoft.com/office/drawing/2014/main" val="491478089"/>
                      </a:ext>
                    </a:extLst>
                  </a:tr>
                  <a:tr h="963297">
                    <a:tc>
                      <a:txBody>
                        <a:bodyPr/>
                        <a:lstStyle/>
                        <a:p>
                          <a:endParaRPr lang="ko-KR"/>
                        </a:p>
                      </a:txBody>
                      <a:tcPr marL="86950" marR="86950" marT="43475" marB="43475" anchor="ctr">
                        <a:lnL w="12700" cmpd="sng">
                          <a:noFill/>
                        </a:lnL>
                        <a:lnR w="12700" cmpd="sng">
                          <a:noFill/>
                        </a:lnR>
                        <a:lnT w="12700" cmpd="sng">
                          <a:noFill/>
                        </a:lnT>
                        <a:lnB w="12700" cmpd="sng">
                          <a:noFill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  <a:blipFill>
                          <a:blip r:embed="rId2"/>
                          <a:stretch>
                            <a:fillRect t="-300633" r="-501250" b="-200000"/>
                          </a:stretch>
                        </a:blipFill>
                      </a:tcPr>
                    </a:tc>
                    <a:tc>
                      <a:txBody>
                        <a:bodyPr/>
                        <a:lstStyle/>
                        <a:p>
                          <a:endParaRPr lang="ko-KR"/>
                        </a:p>
                      </a:txBody>
                      <a:tcPr marL="86950" marR="86950" marT="43475" marB="43475" anchor="ctr">
                        <a:lnL w="12700" cmpd="sng">
                          <a:noFill/>
                        </a:lnL>
                        <a:lnR w="12700" cmpd="sng">
                          <a:noFill/>
                        </a:lnR>
                        <a:lnT w="12700" cmpd="sng">
                          <a:noFill/>
                        </a:lnT>
                        <a:lnB w="12700" cmpd="sng">
                          <a:noFill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  <a:blipFill>
                          <a:blip r:embed="rId2"/>
                          <a:stretch>
                            <a:fillRect l="-99379" t="-300633" r="-398137" b="-200000"/>
                          </a:stretch>
                        </a:blipFill>
                      </a:tcPr>
                    </a:tc>
                    <a:tc>
                      <a:txBody>
                        <a:bodyPr/>
                        <a:lstStyle/>
                        <a:p>
                          <a:endParaRPr lang="ko-KR"/>
                        </a:p>
                      </a:txBody>
                      <a:tcPr marL="86950" marR="86950" marT="43475" marB="43475" anchor="ctr">
                        <a:lnL w="12700" cmpd="sng">
                          <a:noFill/>
                        </a:lnL>
                        <a:lnR w="12700" cmpd="sng">
                          <a:noFill/>
                        </a:lnR>
                        <a:lnT w="12700" cmpd="sng">
                          <a:noFill/>
                        </a:lnT>
                        <a:lnB w="12700" cmpd="sng">
                          <a:noFill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  <a:blipFill>
                          <a:blip r:embed="rId2"/>
                          <a:stretch>
                            <a:fillRect l="-200625" t="-300633" r="-300625" b="-200000"/>
                          </a:stretch>
                        </a:blipFill>
                      </a:tcPr>
                    </a:tc>
                    <a:tc>
                      <a:txBody>
                        <a:bodyPr/>
                        <a:lstStyle/>
                        <a:p>
                          <a:endParaRPr lang="ko-KR"/>
                        </a:p>
                      </a:txBody>
                      <a:tcPr marL="86950" marR="86950" marT="43475" marB="43475" anchor="ctr">
                        <a:lnL w="12700" cmpd="sng">
                          <a:noFill/>
                        </a:lnL>
                        <a:lnR w="12700" cmpd="sng">
                          <a:noFill/>
                        </a:lnR>
                        <a:lnT w="12700" cmpd="sng">
                          <a:noFill/>
                        </a:lnT>
                        <a:lnB w="12700" cmpd="sng">
                          <a:noFill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  <a:blipFill>
                          <a:blip r:embed="rId2"/>
                          <a:stretch>
                            <a:fillRect l="-300625" t="-300633" r="-200625" b="-200000"/>
                          </a:stretch>
                        </a:blipFill>
                      </a:tcPr>
                    </a:tc>
                    <a:tc>
                      <a:txBody>
                        <a:bodyPr/>
                        <a:lstStyle/>
                        <a:p>
                          <a:endParaRPr lang="ko-KR"/>
                        </a:p>
                      </a:txBody>
                      <a:tcPr marL="86950" marR="86950" marT="43475" marB="43475" anchor="ctr">
                        <a:lnL w="12700" cmpd="sng">
                          <a:noFill/>
                        </a:lnL>
                        <a:lnR w="12700" cmpd="sng">
                          <a:noFill/>
                        </a:lnR>
                        <a:lnT w="12700" cmpd="sng">
                          <a:noFill/>
                        </a:lnT>
                        <a:lnB w="12700" cmpd="sng">
                          <a:noFill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  <a:blipFill>
                          <a:blip r:embed="rId2"/>
                          <a:stretch>
                            <a:fillRect l="-398137" t="-300633" r="-99379" b="-200000"/>
                          </a:stretch>
                        </a:blipFill>
                      </a:tcPr>
                    </a:tc>
                    <a:tc>
                      <a:txBody>
                        <a:bodyPr/>
                        <a:lstStyle/>
                        <a:p>
                          <a:endParaRPr lang="ko-KR"/>
                        </a:p>
                      </a:txBody>
                      <a:tcPr marL="86950" marR="86950" marT="43475" marB="43475" anchor="ctr">
                        <a:lnL w="12700" cmpd="sng">
                          <a:noFill/>
                        </a:lnL>
                        <a:lnR w="12700" cmpd="sng">
                          <a:noFill/>
                        </a:lnR>
                        <a:lnT w="12700" cmpd="sng">
                          <a:noFill/>
                        </a:lnT>
                        <a:lnB w="12700" cmpd="sng">
                          <a:noFill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  <a:blipFill>
                          <a:blip r:embed="rId2"/>
                          <a:stretch>
                            <a:fillRect l="-501250" t="-300633" b="-200000"/>
                          </a:stretch>
                        </a:blipFill>
                      </a:tcPr>
                    </a:tc>
                    <a:extLst>
                      <a:ext uri="{0D108BD9-81ED-4DB2-BD59-A6C34878D82A}">
                        <a16:rowId xmlns:a16="http://schemas.microsoft.com/office/drawing/2014/main" val="4032775834"/>
                      </a:ext>
                    </a:extLst>
                  </a:tr>
                  <a:tr h="963297">
                    <a:tc>
                      <a:txBody>
                        <a:bodyPr/>
                        <a:lstStyle/>
                        <a:p>
                          <a:endParaRPr lang="ko-KR"/>
                        </a:p>
                      </a:txBody>
                      <a:tcPr marL="86950" marR="86950" marT="43475" marB="43475" anchor="ctr">
                        <a:lnL w="12700" cmpd="sng">
                          <a:noFill/>
                        </a:lnL>
                        <a:lnR w="12700" cmpd="sng">
                          <a:noFill/>
                        </a:lnR>
                        <a:lnT w="12700" cmpd="sng">
                          <a:noFill/>
                        </a:lnT>
                        <a:lnB w="12700" cmpd="sng">
                          <a:noFill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  <a:blipFill>
                          <a:blip r:embed="rId2"/>
                          <a:stretch>
                            <a:fillRect t="-400633" r="-501250" b="-100000"/>
                          </a:stretch>
                        </a:blipFill>
                      </a:tcPr>
                    </a:tc>
                    <a:tc>
                      <a:txBody>
                        <a:bodyPr/>
                        <a:lstStyle/>
                        <a:p>
                          <a:endParaRPr lang="ko-KR"/>
                        </a:p>
                      </a:txBody>
                      <a:tcPr marL="86950" marR="86950" marT="43475" marB="43475" anchor="ctr">
                        <a:lnL w="12700" cmpd="sng">
                          <a:noFill/>
                        </a:lnL>
                        <a:lnR w="12700" cmpd="sng">
                          <a:noFill/>
                        </a:lnR>
                        <a:lnT w="12700" cmpd="sng">
                          <a:noFill/>
                        </a:lnT>
                        <a:lnB w="12700" cmpd="sng">
                          <a:noFill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  <a:blipFill>
                          <a:blip r:embed="rId2"/>
                          <a:stretch>
                            <a:fillRect l="-99379" t="-400633" r="-398137" b="-100000"/>
                          </a:stretch>
                        </a:blipFill>
                      </a:tcPr>
                    </a:tc>
                    <a:tc>
                      <a:txBody>
                        <a:bodyPr/>
                        <a:lstStyle/>
                        <a:p>
                          <a:endParaRPr lang="ko-KR"/>
                        </a:p>
                      </a:txBody>
                      <a:tcPr marL="86950" marR="86950" marT="43475" marB="43475" anchor="ctr">
                        <a:lnL w="12700" cmpd="sng">
                          <a:noFill/>
                        </a:lnL>
                        <a:lnR w="12700" cmpd="sng">
                          <a:noFill/>
                        </a:lnR>
                        <a:lnT w="12700" cmpd="sng">
                          <a:noFill/>
                        </a:lnT>
                        <a:lnB w="12700" cmpd="sng">
                          <a:noFill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  <a:blipFill>
                          <a:blip r:embed="rId2"/>
                          <a:stretch>
                            <a:fillRect l="-200625" t="-400633" r="-300625" b="-100000"/>
                          </a:stretch>
                        </a:blipFill>
                      </a:tcPr>
                    </a:tc>
                    <a:tc>
                      <a:txBody>
                        <a:bodyPr/>
                        <a:lstStyle/>
                        <a:p>
                          <a:endParaRPr lang="ko-KR"/>
                        </a:p>
                      </a:txBody>
                      <a:tcPr marL="86950" marR="86950" marT="43475" marB="43475" anchor="ctr">
                        <a:lnL w="12700" cmpd="sng">
                          <a:noFill/>
                        </a:lnL>
                        <a:lnR w="12700" cmpd="sng">
                          <a:noFill/>
                        </a:lnR>
                        <a:lnT w="12700" cmpd="sng">
                          <a:noFill/>
                        </a:lnT>
                        <a:lnB w="12700" cmpd="sng">
                          <a:noFill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  <a:blipFill>
                          <a:blip r:embed="rId2"/>
                          <a:stretch>
                            <a:fillRect l="-300625" t="-400633" r="-200625" b="-100000"/>
                          </a:stretch>
                        </a:blipFill>
                      </a:tcPr>
                    </a:tc>
                    <a:tc>
                      <a:txBody>
                        <a:bodyPr/>
                        <a:lstStyle/>
                        <a:p>
                          <a:endParaRPr lang="ko-KR"/>
                        </a:p>
                      </a:txBody>
                      <a:tcPr marL="86950" marR="86950" marT="43475" marB="43475" anchor="ctr">
                        <a:lnL w="12700" cmpd="sng">
                          <a:noFill/>
                        </a:lnL>
                        <a:lnR w="12700" cmpd="sng">
                          <a:noFill/>
                        </a:lnR>
                        <a:lnT w="12700" cmpd="sng">
                          <a:noFill/>
                        </a:lnT>
                        <a:lnB w="12700" cmpd="sng">
                          <a:noFill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  <a:blipFill>
                          <a:blip r:embed="rId2"/>
                          <a:stretch>
                            <a:fillRect l="-398137" t="-400633" r="-99379" b="-100000"/>
                          </a:stretch>
                        </a:blipFill>
                      </a:tcPr>
                    </a:tc>
                    <a:tc>
                      <a:txBody>
                        <a:bodyPr/>
                        <a:lstStyle/>
                        <a:p>
                          <a:endParaRPr lang="ko-KR"/>
                        </a:p>
                      </a:txBody>
                      <a:tcPr marL="86950" marR="86950" marT="43475" marB="43475" anchor="ctr">
                        <a:lnL w="12700" cmpd="sng">
                          <a:noFill/>
                        </a:lnL>
                        <a:lnR w="12700" cmpd="sng">
                          <a:noFill/>
                        </a:lnR>
                        <a:lnT w="12700" cmpd="sng">
                          <a:noFill/>
                        </a:lnT>
                        <a:lnB w="12700" cmpd="sng">
                          <a:noFill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  <a:blipFill>
                          <a:blip r:embed="rId2"/>
                          <a:stretch>
                            <a:fillRect l="-501250" t="-400633" b="-100000"/>
                          </a:stretch>
                        </a:blipFill>
                      </a:tcPr>
                    </a:tc>
                    <a:extLst>
                      <a:ext uri="{0D108BD9-81ED-4DB2-BD59-A6C34878D82A}">
                        <a16:rowId xmlns:a16="http://schemas.microsoft.com/office/drawing/2014/main" val="670153430"/>
                      </a:ext>
                    </a:extLst>
                  </a:tr>
                  <a:tr h="963297">
                    <a:tc>
                      <a:txBody>
                        <a:bodyPr/>
                        <a:lstStyle/>
                        <a:p>
                          <a:endParaRPr lang="ko-KR"/>
                        </a:p>
                      </a:txBody>
                      <a:tcPr marL="86950" marR="86950" marT="43475" marB="43475" anchor="ctr">
                        <a:lnL w="12700" cmpd="sng">
                          <a:noFill/>
                        </a:lnL>
                        <a:lnR w="12700" cmpd="sng">
                          <a:noFill/>
                        </a:lnR>
                        <a:lnT w="12700" cmpd="sng">
                          <a:noFill/>
                        </a:lnT>
                        <a:lnB w="12700" cmpd="sng">
                          <a:noFill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  <a:blipFill>
                          <a:blip r:embed="rId2"/>
                          <a:stretch>
                            <a:fillRect t="-500633" r="-501250"/>
                          </a:stretch>
                        </a:blipFill>
                      </a:tcPr>
                    </a:tc>
                    <a:tc>
                      <a:txBody>
                        <a:bodyPr/>
                        <a:lstStyle/>
                        <a:p>
                          <a:endParaRPr lang="ko-KR"/>
                        </a:p>
                      </a:txBody>
                      <a:tcPr marL="86950" marR="86950" marT="43475" marB="43475" anchor="ctr">
                        <a:lnL w="12700" cmpd="sng">
                          <a:noFill/>
                        </a:lnL>
                        <a:lnR w="12700" cmpd="sng">
                          <a:noFill/>
                        </a:lnR>
                        <a:lnT w="12700" cmpd="sng">
                          <a:noFill/>
                        </a:lnT>
                        <a:lnB w="12700" cmpd="sng">
                          <a:noFill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  <a:blipFill>
                          <a:blip r:embed="rId2"/>
                          <a:stretch>
                            <a:fillRect l="-99379" t="-500633" r="-398137"/>
                          </a:stretch>
                        </a:blipFill>
                      </a:tcPr>
                    </a:tc>
                    <a:tc>
                      <a:txBody>
                        <a:bodyPr/>
                        <a:lstStyle/>
                        <a:p>
                          <a:endParaRPr lang="ko-KR"/>
                        </a:p>
                      </a:txBody>
                      <a:tcPr marL="86950" marR="86950" marT="43475" marB="43475" anchor="ctr">
                        <a:lnL w="12700" cmpd="sng">
                          <a:noFill/>
                        </a:lnL>
                        <a:lnR w="12700" cmpd="sng">
                          <a:noFill/>
                        </a:lnR>
                        <a:lnT w="12700" cmpd="sng">
                          <a:noFill/>
                        </a:lnT>
                        <a:lnB w="12700" cmpd="sng">
                          <a:noFill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  <a:blipFill>
                          <a:blip r:embed="rId2"/>
                          <a:stretch>
                            <a:fillRect l="-200625" t="-500633" r="-300625"/>
                          </a:stretch>
                        </a:blipFill>
                      </a:tcPr>
                    </a:tc>
                    <a:tc>
                      <a:txBody>
                        <a:bodyPr/>
                        <a:lstStyle/>
                        <a:p>
                          <a:endParaRPr lang="ko-KR"/>
                        </a:p>
                      </a:txBody>
                      <a:tcPr marL="86950" marR="86950" marT="43475" marB="43475" anchor="ctr">
                        <a:lnL w="12700" cmpd="sng">
                          <a:noFill/>
                        </a:lnL>
                        <a:lnR w="12700" cmpd="sng">
                          <a:noFill/>
                        </a:lnR>
                        <a:lnT w="12700" cmpd="sng">
                          <a:noFill/>
                        </a:lnT>
                        <a:lnB w="12700" cmpd="sng">
                          <a:noFill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  <a:blipFill>
                          <a:blip r:embed="rId2"/>
                          <a:stretch>
                            <a:fillRect l="-300625" t="-500633" r="-200625"/>
                          </a:stretch>
                        </a:blipFill>
                      </a:tcPr>
                    </a:tc>
                    <a:tc>
                      <a:txBody>
                        <a:bodyPr/>
                        <a:lstStyle/>
                        <a:p>
                          <a:endParaRPr lang="ko-KR"/>
                        </a:p>
                      </a:txBody>
                      <a:tcPr marL="86950" marR="86950" marT="43475" marB="43475" anchor="ctr">
                        <a:lnL w="12700" cmpd="sng">
                          <a:noFill/>
                        </a:lnL>
                        <a:lnR w="12700" cmpd="sng">
                          <a:noFill/>
                        </a:lnR>
                        <a:lnT w="12700" cmpd="sng">
                          <a:noFill/>
                        </a:lnT>
                        <a:lnB w="12700" cmpd="sng">
                          <a:noFill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  <a:blipFill>
                          <a:blip r:embed="rId2"/>
                          <a:stretch>
                            <a:fillRect l="-398137" t="-500633" r="-99379"/>
                          </a:stretch>
                        </a:blipFill>
                      </a:tcPr>
                    </a:tc>
                    <a:tc>
                      <a:txBody>
                        <a:bodyPr/>
                        <a:lstStyle/>
                        <a:p>
                          <a:endParaRPr lang="ko-KR"/>
                        </a:p>
                      </a:txBody>
                      <a:tcPr marL="86950" marR="86950" marT="43475" marB="43475" anchor="ctr">
                        <a:lnL w="12700" cmpd="sng">
                          <a:noFill/>
                        </a:lnL>
                        <a:lnR w="12700" cmpd="sng">
                          <a:noFill/>
                        </a:lnR>
                        <a:lnT w="12700" cmpd="sng">
                          <a:noFill/>
                        </a:lnT>
                        <a:lnB w="12700" cmpd="sng">
                          <a:noFill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  <a:blipFill>
                          <a:blip r:embed="rId2"/>
                          <a:stretch>
                            <a:fillRect l="-501250" t="-500633"/>
                          </a:stretch>
                        </a:blipFill>
                      </a:tcPr>
                    </a:tc>
                    <a:extLst>
                      <a:ext uri="{0D108BD9-81ED-4DB2-BD59-A6C34878D82A}">
                        <a16:rowId xmlns:a16="http://schemas.microsoft.com/office/drawing/2014/main" val="420736974"/>
                      </a:ext>
                    </a:extLst>
                  </a:tr>
                </a:tbl>
              </a:graphicData>
            </a:graphic>
          </p:graphicFrame>
        </mc:Fallback>
      </mc:AlternateContent>
      <p:sp>
        <p:nvSpPr>
          <p:cNvPr id="3" name="TextBox 2">
            <a:extLst>
              <a:ext uri="{FF2B5EF4-FFF2-40B4-BE49-F238E27FC236}">
                <a16:creationId xmlns:a16="http://schemas.microsoft.com/office/drawing/2014/main" id="{801DDFD1-8A95-8C8E-2BCC-B46A5D21FD88}"/>
              </a:ext>
            </a:extLst>
          </p:cNvPr>
          <p:cNvSpPr txBox="1"/>
          <p:nvPr/>
        </p:nvSpPr>
        <p:spPr>
          <a:xfrm>
            <a:off x="658368" y="384048"/>
            <a:ext cx="1297150" cy="5232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lvl="0" defTabSz="457200" latinLnBrk="0">
              <a:defRPr sz="2800" b="1">
                <a:solidFill>
                  <a:srgbClr val="18233A"/>
                </a:solidFill>
              </a:defRPr>
            </a:pPr>
            <a:r>
              <a:rPr lang="en-US" altLang="ko-KR" sz="2800" b="1" dirty="0">
                <a:solidFill>
                  <a:srgbClr val="18233A"/>
                </a:solidFill>
              </a:rPr>
              <a:t>KK</a:t>
            </a:r>
            <a:r>
              <a:rPr lang="ko-KR" altLang="en-US" sz="2800" b="1" dirty="0">
                <a:solidFill>
                  <a:srgbClr val="18233A"/>
                </a:solidFill>
              </a:rPr>
              <a:t>계량</a:t>
            </a: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10B302E8-4FE2-74DE-E92B-4712BD6EA03F}"/>
              </a:ext>
            </a:extLst>
          </p:cNvPr>
          <p:cNvSpPr txBox="1"/>
          <p:nvPr/>
        </p:nvSpPr>
        <p:spPr>
          <a:xfrm>
            <a:off x="676656" y="876258"/>
            <a:ext cx="3085447" cy="47705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0" marR="0" lvl="0" indent="0" algn="l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 sz="1250">
                <a:solidFill>
                  <a:srgbClr val="5C6574"/>
                </a:solidFill>
              </a:defRPr>
            </a:pPr>
            <a:r>
              <a:rPr kumimoji="0" sz="1250" b="0" i="0" u="none" strike="noStrike" kern="1200" cap="none" spc="0" normalizeH="0" baseline="0" noProof="0" dirty="0" err="1">
                <a:ln>
                  <a:noFill/>
                </a:ln>
                <a:solidFill>
                  <a:srgbClr val="5C6574"/>
                </a:solidFill>
                <a:effectLst/>
                <a:uLnTx/>
                <a:uFillTx/>
                <a:latin typeface="Calibri"/>
                <a:ea typeface="+mn-ea"/>
                <a:cs typeface="+mn-cs"/>
              </a:rPr>
              <a:t>전자기</a:t>
            </a:r>
            <a:r>
              <a:rPr kumimoji="0" sz="1250" b="0" i="0" u="none" strike="noStrike" kern="1200" cap="none" spc="0" normalizeH="0" baseline="0" noProof="0" dirty="0">
                <a:ln>
                  <a:noFill/>
                </a:ln>
                <a:solidFill>
                  <a:srgbClr val="5C6574"/>
                </a:solidFill>
                <a:effectLst/>
                <a:uLnTx/>
                <a:uFillTx/>
                <a:latin typeface="Calibri"/>
                <a:ea typeface="+mn-ea"/>
                <a:cs typeface="+mn-cs"/>
              </a:rPr>
              <a:t> </a:t>
            </a:r>
            <a:r>
              <a:rPr kumimoji="0" sz="1250" b="0" i="0" u="none" strike="noStrike" kern="1200" cap="none" spc="0" normalizeH="0" baseline="0" noProof="0" dirty="0" err="1">
                <a:ln>
                  <a:noFill/>
                </a:ln>
                <a:solidFill>
                  <a:srgbClr val="5C6574"/>
                </a:solidFill>
                <a:effectLst/>
                <a:uLnTx/>
                <a:uFillTx/>
                <a:latin typeface="Calibri"/>
                <a:ea typeface="+mn-ea"/>
                <a:cs typeface="+mn-cs"/>
              </a:rPr>
              <a:t>퍼텐셜을</a:t>
            </a:r>
            <a:r>
              <a:rPr kumimoji="0" sz="1250" b="0" i="0" u="none" strike="noStrike" kern="1200" cap="none" spc="0" normalizeH="0" baseline="0" noProof="0" dirty="0">
                <a:ln>
                  <a:noFill/>
                </a:ln>
                <a:solidFill>
                  <a:srgbClr val="5C6574"/>
                </a:solidFill>
                <a:effectLst/>
                <a:uLnTx/>
                <a:uFillTx/>
                <a:latin typeface="Calibri"/>
                <a:ea typeface="+mn-ea"/>
                <a:cs typeface="+mn-cs"/>
              </a:rPr>
              <a:t> </a:t>
            </a:r>
            <a:r>
              <a:rPr kumimoji="0" sz="1250" b="0" i="0" u="none" strike="noStrike" kern="1200" cap="none" spc="0" normalizeH="0" baseline="0" noProof="0" dirty="0" err="1">
                <a:ln>
                  <a:noFill/>
                </a:ln>
                <a:solidFill>
                  <a:srgbClr val="5C6574"/>
                </a:solidFill>
                <a:effectLst/>
                <a:uLnTx/>
                <a:uFillTx/>
                <a:latin typeface="Calibri"/>
                <a:ea typeface="+mn-ea"/>
                <a:cs typeface="+mn-cs"/>
              </a:rPr>
              <a:t>고차원</a:t>
            </a:r>
            <a:r>
              <a:rPr kumimoji="0" sz="1250" b="0" i="0" u="none" strike="noStrike" kern="1200" cap="none" spc="0" normalizeH="0" baseline="0" noProof="0" dirty="0">
                <a:ln>
                  <a:noFill/>
                </a:ln>
                <a:solidFill>
                  <a:srgbClr val="5C6574"/>
                </a:solidFill>
                <a:effectLst/>
                <a:uLnTx/>
                <a:uFillTx/>
                <a:latin typeface="Calibri"/>
                <a:ea typeface="+mn-ea"/>
                <a:cs typeface="+mn-cs"/>
              </a:rPr>
              <a:t> </a:t>
            </a:r>
            <a:r>
              <a:rPr kumimoji="0" sz="1250" b="0" i="0" u="none" strike="noStrike" kern="1200" cap="none" spc="0" normalizeH="0" baseline="0" noProof="0" dirty="0" err="1">
                <a:ln>
                  <a:noFill/>
                </a:ln>
                <a:solidFill>
                  <a:srgbClr val="5C6574"/>
                </a:solidFill>
                <a:effectLst/>
                <a:uLnTx/>
                <a:uFillTx/>
                <a:latin typeface="Calibri"/>
                <a:ea typeface="+mn-ea"/>
                <a:cs typeface="+mn-cs"/>
              </a:rPr>
              <a:t>계량의</a:t>
            </a:r>
            <a:r>
              <a:rPr kumimoji="0" sz="1250" b="0" i="0" u="none" strike="noStrike" kern="1200" cap="none" spc="0" normalizeH="0" baseline="0" noProof="0" dirty="0">
                <a:ln>
                  <a:noFill/>
                </a:ln>
                <a:solidFill>
                  <a:srgbClr val="5C6574"/>
                </a:solidFill>
                <a:effectLst/>
                <a:uLnTx/>
                <a:uFillTx/>
                <a:latin typeface="Calibri"/>
                <a:ea typeface="+mn-ea"/>
                <a:cs typeface="+mn-cs"/>
              </a:rPr>
              <a:t> </a:t>
            </a:r>
            <a:r>
              <a:rPr kumimoji="0" sz="1250" b="0" i="0" u="none" strike="noStrike" kern="1200" cap="none" spc="0" normalizeH="0" baseline="0" noProof="0" dirty="0" err="1">
                <a:ln>
                  <a:noFill/>
                </a:ln>
                <a:solidFill>
                  <a:srgbClr val="5C6574"/>
                </a:solidFill>
                <a:effectLst/>
                <a:uLnTx/>
                <a:uFillTx/>
                <a:latin typeface="Calibri"/>
                <a:ea typeface="+mn-ea"/>
                <a:cs typeface="+mn-cs"/>
              </a:rPr>
              <a:t>성분으로</a:t>
            </a:r>
            <a:r>
              <a:rPr kumimoji="0" sz="1250" b="0" i="0" u="none" strike="noStrike" kern="1200" cap="none" spc="0" normalizeH="0" baseline="0" noProof="0" dirty="0">
                <a:ln>
                  <a:noFill/>
                </a:ln>
                <a:solidFill>
                  <a:srgbClr val="5C6574"/>
                </a:solidFill>
                <a:effectLst/>
                <a:uLnTx/>
                <a:uFillTx/>
                <a:latin typeface="Calibri"/>
                <a:ea typeface="+mn-ea"/>
                <a:cs typeface="+mn-cs"/>
              </a:rPr>
              <a:t> </a:t>
            </a:r>
            <a:r>
              <a:rPr kumimoji="0" sz="1250" b="0" i="0" u="none" strike="noStrike" kern="1200" cap="none" spc="0" normalizeH="0" baseline="0" noProof="0" dirty="0" err="1">
                <a:ln>
                  <a:noFill/>
                </a:ln>
                <a:solidFill>
                  <a:srgbClr val="5C6574"/>
                </a:solidFill>
                <a:effectLst/>
                <a:uLnTx/>
                <a:uFillTx/>
                <a:latin typeface="Calibri"/>
                <a:ea typeface="+mn-ea"/>
                <a:cs typeface="+mn-cs"/>
              </a:rPr>
              <a:t>해석해</a:t>
            </a:r>
            <a:r>
              <a:rPr kumimoji="0" sz="1250" b="0" i="0" u="none" strike="noStrike" kern="1200" cap="none" spc="0" normalizeH="0" baseline="0" noProof="0" dirty="0">
                <a:ln>
                  <a:noFill/>
                </a:ln>
                <a:solidFill>
                  <a:srgbClr val="5C6574"/>
                </a:solidFill>
                <a:effectLst/>
                <a:uLnTx/>
                <a:uFillTx/>
                <a:latin typeface="Calibri"/>
                <a:ea typeface="+mn-ea"/>
                <a:cs typeface="+mn-cs"/>
              </a:rPr>
              <a:t> </a:t>
            </a:r>
            <a:r>
              <a:rPr kumimoji="0" sz="1250" b="0" i="0" u="none" strike="noStrike" kern="1200" cap="none" spc="0" normalizeH="0" baseline="0" noProof="0" dirty="0" err="1">
                <a:ln>
                  <a:noFill/>
                </a:ln>
                <a:solidFill>
                  <a:srgbClr val="5C6574"/>
                </a:solidFill>
                <a:effectLst/>
                <a:uLnTx/>
                <a:uFillTx/>
                <a:latin typeface="Calibri"/>
                <a:ea typeface="+mn-ea"/>
                <a:cs typeface="+mn-cs"/>
              </a:rPr>
              <a:t>서로</a:t>
            </a:r>
            <a:r>
              <a:rPr kumimoji="0" sz="1250" b="0" i="0" u="none" strike="noStrike" kern="1200" cap="none" spc="0" normalizeH="0" baseline="0" noProof="0" dirty="0">
                <a:ln>
                  <a:noFill/>
                </a:ln>
                <a:solidFill>
                  <a:srgbClr val="5C6574"/>
                </a:solidFill>
                <a:effectLst/>
                <a:uLnTx/>
                <a:uFillTx/>
                <a:latin typeface="Calibri"/>
                <a:ea typeface="+mn-ea"/>
                <a:cs typeface="+mn-cs"/>
              </a:rPr>
              <a:t> </a:t>
            </a:r>
            <a:r>
              <a:rPr kumimoji="0" sz="1250" b="0" i="0" u="none" strike="noStrike" kern="1200" cap="none" spc="0" normalizeH="0" baseline="0" noProof="0" dirty="0" err="1">
                <a:ln>
                  <a:noFill/>
                </a:ln>
                <a:solidFill>
                  <a:srgbClr val="5C6574"/>
                </a:solidFill>
                <a:effectLst/>
                <a:uLnTx/>
                <a:uFillTx/>
                <a:latin typeface="Calibri"/>
                <a:ea typeface="+mn-ea"/>
                <a:cs typeface="+mn-cs"/>
              </a:rPr>
              <a:t>다른</a:t>
            </a:r>
            <a:r>
              <a:rPr kumimoji="0" sz="1250" b="0" i="0" u="none" strike="noStrike" kern="1200" cap="none" spc="0" normalizeH="0" baseline="0" noProof="0" dirty="0">
                <a:ln>
                  <a:noFill/>
                </a:ln>
                <a:solidFill>
                  <a:srgbClr val="5C6574"/>
                </a:solidFill>
                <a:effectLst/>
                <a:uLnTx/>
                <a:uFillTx/>
                <a:latin typeface="Calibri"/>
                <a:ea typeface="+mn-ea"/>
                <a:cs typeface="+mn-cs"/>
              </a:rPr>
              <a:t> </a:t>
            </a:r>
            <a:r>
              <a:rPr kumimoji="0" sz="1250" b="0" i="0" u="none" strike="noStrike" kern="1200" cap="none" spc="0" normalizeH="0" baseline="0" noProof="0" dirty="0" err="1">
                <a:ln>
                  <a:noFill/>
                </a:ln>
                <a:solidFill>
                  <a:srgbClr val="5C6574"/>
                </a:solidFill>
                <a:effectLst/>
                <a:uLnTx/>
                <a:uFillTx/>
                <a:latin typeface="Calibri"/>
                <a:ea typeface="+mn-ea"/>
                <a:cs typeface="+mn-cs"/>
              </a:rPr>
              <a:t>정보량을</a:t>
            </a:r>
            <a:r>
              <a:rPr kumimoji="0" sz="1250" b="0" i="0" u="none" strike="noStrike" kern="1200" cap="none" spc="0" normalizeH="0" baseline="0" noProof="0" dirty="0">
                <a:ln>
                  <a:noFill/>
                </a:ln>
                <a:solidFill>
                  <a:srgbClr val="5C6574"/>
                </a:solidFill>
                <a:effectLst/>
                <a:uLnTx/>
                <a:uFillTx/>
                <a:latin typeface="Calibri"/>
                <a:ea typeface="+mn-ea"/>
                <a:cs typeface="+mn-cs"/>
              </a:rPr>
              <a:t> </a:t>
            </a:r>
            <a:r>
              <a:rPr kumimoji="0" sz="1250" b="0" i="0" u="none" strike="noStrike" kern="1200" cap="none" spc="0" normalizeH="0" baseline="0" noProof="0" dirty="0" err="1">
                <a:ln>
                  <a:noFill/>
                </a:ln>
                <a:solidFill>
                  <a:srgbClr val="5C6574"/>
                </a:solidFill>
                <a:effectLst/>
                <a:uLnTx/>
                <a:uFillTx/>
                <a:latin typeface="Calibri"/>
                <a:ea typeface="+mn-ea"/>
                <a:cs typeface="+mn-cs"/>
              </a:rPr>
              <a:t>만든다</a:t>
            </a:r>
            <a:r>
              <a:rPr kumimoji="0" sz="1250" b="0" i="0" u="none" strike="noStrike" kern="1200" cap="none" spc="0" normalizeH="0" baseline="0" noProof="0" dirty="0">
                <a:ln>
                  <a:noFill/>
                </a:ln>
                <a:solidFill>
                  <a:srgbClr val="5C6574"/>
                </a:solidFill>
                <a:effectLst/>
                <a:uLnTx/>
                <a:uFillTx/>
                <a:latin typeface="Calibri"/>
                <a:ea typeface="+mn-ea"/>
                <a:cs typeface="+mn-cs"/>
              </a:rPr>
              <a:t>.</a:t>
            </a:r>
          </a:p>
        </p:txBody>
      </p:sp>
      <p:sp>
        <p:nvSpPr>
          <p:cNvPr id="6" name="Rectangle 5">
            <a:extLst>
              <a:ext uri="{FF2B5EF4-FFF2-40B4-BE49-F238E27FC236}">
                <a16:creationId xmlns:a16="http://schemas.microsoft.com/office/drawing/2014/main" id="{738618AE-C051-E77E-FDF3-7C1B14B377C5}"/>
              </a:ext>
            </a:extLst>
          </p:cNvPr>
          <p:cNvSpPr/>
          <p:nvPr/>
        </p:nvSpPr>
        <p:spPr>
          <a:xfrm>
            <a:off x="676656" y="1353312"/>
            <a:ext cx="566928" cy="41148"/>
          </a:xfrm>
          <a:prstGeom prst="rect">
            <a:avLst/>
          </a:prstGeom>
          <a:solidFill>
            <a:srgbClr val="315EB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Calibri"/>
              <a:ea typeface="+mn-ea"/>
              <a:cs typeface="+mn-cs"/>
            </a:endParaRPr>
          </a:p>
        </p:txBody>
      </p:sp>
      <p:pic>
        <p:nvPicPr>
          <p:cNvPr id="22" name="그림 21" descr="초공간 - 교보문고">
            <a:extLst>
              <a:ext uri="{FF2B5EF4-FFF2-40B4-BE49-F238E27FC236}">
                <a16:creationId xmlns:a16="http://schemas.microsoft.com/office/drawing/2014/main" id="{23473E1F-0B5E-F7ED-471A-345A9643BA6C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76656" y="1666647"/>
            <a:ext cx="2718993" cy="4064895"/>
          </a:xfrm>
          <a:prstGeom prst="rect">
            <a:avLst/>
          </a:prstGeom>
        </p:spPr>
      </p:pic>
      <p:sp>
        <p:nvSpPr>
          <p:cNvPr id="9" name="직사각형 8">
            <a:extLst>
              <a:ext uri="{FF2B5EF4-FFF2-40B4-BE49-F238E27FC236}">
                <a16:creationId xmlns:a16="http://schemas.microsoft.com/office/drawing/2014/main" id="{72F97BE8-2B48-11AE-2E92-309C2A23FD03}"/>
              </a:ext>
            </a:extLst>
          </p:cNvPr>
          <p:cNvSpPr/>
          <p:nvPr/>
        </p:nvSpPr>
        <p:spPr>
          <a:xfrm>
            <a:off x="6198326" y="726761"/>
            <a:ext cx="685800" cy="475662"/>
          </a:xfrm>
          <a:prstGeom prst="rect">
            <a:avLst/>
          </a:prstGeom>
          <a:solidFill>
            <a:srgbClr val="F8F9FC"/>
          </a:solidFill>
          <a:ln>
            <a:solidFill>
              <a:srgbClr val="F8F9F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11" name="직사각형 10">
            <a:extLst>
              <a:ext uri="{FF2B5EF4-FFF2-40B4-BE49-F238E27FC236}">
                <a16:creationId xmlns:a16="http://schemas.microsoft.com/office/drawing/2014/main" id="{90C34E14-9E14-97AE-0E2B-6C46AF5225D7}"/>
              </a:ext>
            </a:extLst>
          </p:cNvPr>
          <p:cNvSpPr/>
          <p:nvPr/>
        </p:nvSpPr>
        <p:spPr>
          <a:xfrm>
            <a:off x="7184157" y="726761"/>
            <a:ext cx="685800" cy="475662"/>
          </a:xfrm>
          <a:prstGeom prst="rect">
            <a:avLst/>
          </a:prstGeom>
          <a:solidFill>
            <a:srgbClr val="F8F9FC"/>
          </a:solidFill>
          <a:ln>
            <a:solidFill>
              <a:srgbClr val="F8F9F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12" name="직사각형 11">
            <a:extLst>
              <a:ext uri="{FF2B5EF4-FFF2-40B4-BE49-F238E27FC236}">
                <a16:creationId xmlns:a16="http://schemas.microsoft.com/office/drawing/2014/main" id="{614C0959-A7BB-1AF2-0351-5E83C1D03933}"/>
              </a:ext>
            </a:extLst>
          </p:cNvPr>
          <p:cNvSpPr/>
          <p:nvPr/>
        </p:nvSpPr>
        <p:spPr>
          <a:xfrm>
            <a:off x="6198326" y="1632391"/>
            <a:ext cx="685800" cy="475662"/>
          </a:xfrm>
          <a:prstGeom prst="rect">
            <a:avLst/>
          </a:prstGeom>
          <a:solidFill>
            <a:srgbClr val="F8F9FC"/>
          </a:solidFill>
          <a:ln>
            <a:solidFill>
              <a:srgbClr val="F8F9F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13" name="직사각형 12">
            <a:extLst>
              <a:ext uri="{FF2B5EF4-FFF2-40B4-BE49-F238E27FC236}">
                <a16:creationId xmlns:a16="http://schemas.microsoft.com/office/drawing/2014/main" id="{2AE735D9-3D0A-72C4-3A30-BFEBD2E2E5F0}"/>
              </a:ext>
            </a:extLst>
          </p:cNvPr>
          <p:cNvSpPr/>
          <p:nvPr/>
        </p:nvSpPr>
        <p:spPr>
          <a:xfrm>
            <a:off x="6198326" y="2633804"/>
            <a:ext cx="685800" cy="475662"/>
          </a:xfrm>
          <a:prstGeom prst="rect">
            <a:avLst/>
          </a:prstGeom>
          <a:solidFill>
            <a:srgbClr val="F8F9FC"/>
          </a:solidFill>
          <a:ln>
            <a:solidFill>
              <a:srgbClr val="F8F9F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14" name="직사각형 13">
            <a:extLst>
              <a:ext uri="{FF2B5EF4-FFF2-40B4-BE49-F238E27FC236}">
                <a16:creationId xmlns:a16="http://schemas.microsoft.com/office/drawing/2014/main" id="{C633F854-D0F2-D5B7-5800-AA9DD54D7EED}"/>
              </a:ext>
            </a:extLst>
          </p:cNvPr>
          <p:cNvSpPr/>
          <p:nvPr/>
        </p:nvSpPr>
        <p:spPr>
          <a:xfrm>
            <a:off x="8169988" y="726761"/>
            <a:ext cx="685800" cy="475662"/>
          </a:xfrm>
          <a:prstGeom prst="rect">
            <a:avLst/>
          </a:prstGeom>
          <a:solidFill>
            <a:srgbClr val="F8F9FC"/>
          </a:solidFill>
          <a:ln>
            <a:solidFill>
              <a:srgbClr val="F8F9F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15" name="직사각형 14">
            <a:extLst>
              <a:ext uri="{FF2B5EF4-FFF2-40B4-BE49-F238E27FC236}">
                <a16:creationId xmlns:a16="http://schemas.microsoft.com/office/drawing/2014/main" id="{EEA002CB-98AF-4582-A27D-59CF679A5C33}"/>
              </a:ext>
            </a:extLst>
          </p:cNvPr>
          <p:cNvSpPr/>
          <p:nvPr/>
        </p:nvSpPr>
        <p:spPr>
          <a:xfrm>
            <a:off x="6198326" y="3608089"/>
            <a:ext cx="685800" cy="475662"/>
          </a:xfrm>
          <a:prstGeom prst="rect">
            <a:avLst/>
          </a:prstGeom>
          <a:solidFill>
            <a:srgbClr val="F8F9FC"/>
          </a:solidFill>
          <a:ln>
            <a:solidFill>
              <a:srgbClr val="F8F9F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18" name="직사각형 17">
            <a:extLst>
              <a:ext uri="{FF2B5EF4-FFF2-40B4-BE49-F238E27FC236}">
                <a16:creationId xmlns:a16="http://schemas.microsoft.com/office/drawing/2014/main" id="{143128B2-7C96-F214-4515-85DB96CA841D}"/>
              </a:ext>
            </a:extLst>
          </p:cNvPr>
          <p:cNvSpPr/>
          <p:nvPr/>
        </p:nvSpPr>
        <p:spPr>
          <a:xfrm>
            <a:off x="9165125" y="726761"/>
            <a:ext cx="685800" cy="475662"/>
          </a:xfrm>
          <a:prstGeom prst="rect">
            <a:avLst/>
          </a:prstGeom>
          <a:solidFill>
            <a:srgbClr val="F8F9FC"/>
          </a:solidFill>
          <a:ln>
            <a:solidFill>
              <a:srgbClr val="F8F9F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19" name="직사각형 18">
            <a:extLst>
              <a:ext uri="{FF2B5EF4-FFF2-40B4-BE49-F238E27FC236}">
                <a16:creationId xmlns:a16="http://schemas.microsoft.com/office/drawing/2014/main" id="{9D4974C1-9B0B-EDE7-3805-1B7FB13DD306}"/>
              </a:ext>
            </a:extLst>
          </p:cNvPr>
          <p:cNvSpPr/>
          <p:nvPr/>
        </p:nvSpPr>
        <p:spPr>
          <a:xfrm>
            <a:off x="6198326" y="4582373"/>
            <a:ext cx="685800" cy="475662"/>
          </a:xfrm>
          <a:prstGeom prst="rect">
            <a:avLst/>
          </a:prstGeom>
          <a:solidFill>
            <a:srgbClr val="F8F9FC"/>
          </a:solidFill>
          <a:ln>
            <a:solidFill>
              <a:srgbClr val="F8F9F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20" name="직사각형 19">
            <a:extLst>
              <a:ext uri="{FF2B5EF4-FFF2-40B4-BE49-F238E27FC236}">
                <a16:creationId xmlns:a16="http://schemas.microsoft.com/office/drawing/2014/main" id="{0D7A9CDE-DE61-766D-38C1-2CBFD31A3BBF}"/>
              </a:ext>
            </a:extLst>
          </p:cNvPr>
          <p:cNvSpPr/>
          <p:nvPr/>
        </p:nvSpPr>
        <p:spPr>
          <a:xfrm>
            <a:off x="10091788" y="726761"/>
            <a:ext cx="685800" cy="475662"/>
          </a:xfrm>
          <a:prstGeom prst="rect">
            <a:avLst/>
          </a:prstGeom>
          <a:solidFill>
            <a:srgbClr val="F8F9FC"/>
          </a:solidFill>
          <a:ln>
            <a:solidFill>
              <a:srgbClr val="F8F9F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21" name="직사각형 20">
            <a:extLst>
              <a:ext uri="{FF2B5EF4-FFF2-40B4-BE49-F238E27FC236}">
                <a16:creationId xmlns:a16="http://schemas.microsoft.com/office/drawing/2014/main" id="{1E1793A0-49B6-510B-DD15-C5360BBA081D}"/>
              </a:ext>
            </a:extLst>
          </p:cNvPr>
          <p:cNvSpPr/>
          <p:nvPr/>
        </p:nvSpPr>
        <p:spPr>
          <a:xfrm>
            <a:off x="6198326" y="5511220"/>
            <a:ext cx="685800" cy="475662"/>
          </a:xfrm>
          <a:prstGeom prst="rect">
            <a:avLst/>
          </a:prstGeom>
          <a:solidFill>
            <a:srgbClr val="F8F9FC"/>
          </a:solidFill>
          <a:ln>
            <a:solidFill>
              <a:srgbClr val="F8F9F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23" name="직사각형 22">
            <a:extLst>
              <a:ext uri="{FF2B5EF4-FFF2-40B4-BE49-F238E27FC236}">
                <a16:creationId xmlns:a16="http://schemas.microsoft.com/office/drawing/2014/main" id="{8DB83DF8-7B54-3779-B682-5AA4FA6BDA8B}"/>
              </a:ext>
            </a:extLst>
          </p:cNvPr>
          <p:cNvSpPr/>
          <p:nvPr/>
        </p:nvSpPr>
        <p:spPr>
          <a:xfrm>
            <a:off x="11018451" y="726761"/>
            <a:ext cx="685800" cy="475662"/>
          </a:xfrm>
          <a:prstGeom prst="rect">
            <a:avLst/>
          </a:prstGeom>
          <a:solidFill>
            <a:srgbClr val="F8F9FC"/>
          </a:solidFill>
          <a:ln>
            <a:solidFill>
              <a:srgbClr val="F8F9F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24" name="직사각형 23">
            <a:extLst>
              <a:ext uri="{FF2B5EF4-FFF2-40B4-BE49-F238E27FC236}">
                <a16:creationId xmlns:a16="http://schemas.microsoft.com/office/drawing/2014/main" id="{F7FB6DAB-7644-DF8D-4B21-7761FC26B012}"/>
              </a:ext>
            </a:extLst>
          </p:cNvPr>
          <p:cNvSpPr/>
          <p:nvPr/>
        </p:nvSpPr>
        <p:spPr>
          <a:xfrm>
            <a:off x="7184157" y="5511220"/>
            <a:ext cx="685800" cy="475662"/>
          </a:xfrm>
          <a:prstGeom prst="rect">
            <a:avLst/>
          </a:prstGeom>
          <a:solidFill>
            <a:srgbClr val="F8F9FC"/>
          </a:solidFill>
          <a:ln>
            <a:solidFill>
              <a:srgbClr val="F8F9F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25" name="직사각형 24">
            <a:extLst>
              <a:ext uri="{FF2B5EF4-FFF2-40B4-BE49-F238E27FC236}">
                <a16:creationId xmlns:a16="http://schemas.microsoft.com/office/drawing/2014/main" id="{EC1DF0C5-4881-EFF5-1919-F75CEDB3CC3B}"/>
              </a:ext>
            </a:extLst>
          </p:cNvPr>
          <p:cNvSpPr/>
          <p:nvPr/>
        </p:nvSpPr>
        <p:spPr>
          <a:xfrm>
            <a:off x="11018451" y="1664203"/>
            <a:ext cx="685800" cy="475662"/>
          </a:xfrm>
          <a:prstGeom prst="rect">
            <a:avLst/>
          </a:prstGeom>
          <a:solidFill>
            <a:srgbClr val="F8F9FC"/>
          </a:solidFill>
          <a:ln>
            <a:solidFill>
              <a:srgbClr val="F8F9F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27" name="직사각형 26">
            <a:extLst>
              <a:ext uri="{FF2B5EF4-FFF2-40B4-BE49-F238E27FC236}">
                <a16:creationId xmlns:a16="http://schemas.microsoft.com/office/drawing/2014/main" id="{212E8D25-1D1E-AD8C-AF48-CA038FBBD252}"/>
              </a:ext>
            </a:extLst>
          </p:cNvPr>
          <p:cNvSpPr/>
          <p:nvPr/>
        </p:nvSpPr>
        <p:spPr>
          <a:xfrm>
            <a:off x="8169988" y="5511220"/>
            <a:ext cx="685800" cy="475662"/>
          </a:xfrm>
          <a:prstGeom prst="rect">
            <a:avLst/>
          </a:prstGeom>
          <a:solidFill>
            <a:srgbClr val="F8F9FC"/>
          </a:solidFill>
          <a:ln>
            <a:solidFill>
              <a:srgbClr val="F8F9F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29" name="직사각형 28">
            <a:extLst>
              <a:ext uri="{FF2B5EF4-FFF2-40B4-BE49-F238E27FC236}">
                <a16:creationId xmlns:a16="http://schemas.microsoft.com/office/drawing/2014/main" id="{968D8D2C-32AC-7532-71BE-901FCA73F637}"/>
              </a:ext>
            </a:extLst>
          </p:cNvPr>
          <p:cNvSpPr/>
          <p:nvPr/>
        </p:nvSpPr>
        <p:spPr>
          <a:xfrm>
            <a:off x="11018451" y="2670089"/>
            <a:ext cx="685800" cy="475662"/>
          </a:xfrm>
          <a:prstGeom prst="rect">
            <a:avLst/>
          </a:prstGeom>
          <a:solidFill>
            <a:srgbClr val="F8F9FC"/>
          </a:solidFill>
          <a:ln>
            <a:solidFill>
              <a:srgbClr val="F8F9F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48" name="직사각형 47">
            <a:extLst>
              <a:ext uri="{FF2B5EF4-FFF2-40B4-BE49-F238E27FC236}">
                <a16:creationId xmlns:a16="http://schemas.microsoft.com/office/drawing/2014/main" id="{1ED849F9-F7EE-A28D-F1DB-D82421CD2E83}"/>
              </a:ext>
            </a:extLst>
          </p:cNvPr>
          <p:cNvSpPr/>
          <p:nvPr/>
        </p:nvSpPr>
        <p:spPr>
          <a:xfrm>
            <a:off x="9076246" y="5511220"/>
            <a:ext cx="685800" cy="475662"/>
          </a:xfrm>
          <a:prstGeom prst="rect">
            <a:avLst/>
          </a:prstGeom>
          <a:solidFill>
            <a:srgbClr val="F8F9FC"/>
          </a:solidFill>
          <a:ln>
            <a:solidFill>
              <a:srgbClr val="F8F9F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49" name="직사각형 48">
            <a:extLst>
              <a:ext uri="{FF2B5EF4-FFF2-40B4-BE49-F238E27FC236}">
                <a16:creationId xmlns:a16="http://schemas.microsoft.com/office/drawing/2014/main" id="{149AAB51-3169-CDD1-08F4-8DB7688F8069}"/>
              </a:ext>
            </a:extLst>
          </p:cNvPr>
          <p:cNvSpPr/>
          <p:nvPr/>
        </p:nvSpPr>
        <p:spPr>
          <a:xfrm>
            <a:off x="11018451" y="3567892"/>
            <a:ext cx="685800" cy="475662"/>
          </a:xfrm>
          <a:prstGeom prst="rect">
            <a:avLst/>
          </a:prstGeom>
          <a:solidFill>
            <a:srgbClr val="F8F9FC"/>
          </a:solidFill>
          <a:ln>
            <a:solidFill>
              <a:srgbClr val="F8F9F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50" name="직사각형 49">
            <a:extLst>
              <a:ext uri="{FF2B5EF4-FFF2-40B4-BE49-F238E27FC236}">
                <a16:creationId xmlns:a16="http://schemas.microsoft.com/office/drawing/2014/main" id="{5598292E-43DC-98AA-8B07-200FF8732E3B}"/>
              </a:ext>
            </a:extLst>
          </p:cNvPr>
          <p:cNvSpPr/>
          <p:nvPr/>
        </p:nvSpPr>
        <p:spPr>
          <a:xfrm>
            <a:off x="10036366" y="5511220"/>
            <a:ext cx="685800" cy="475662"/>
          </a:xfrm>
          <a:prstGeom prst="rect">
            <a:avLst/>
          </a:prstGeom>
          <a:solidFill>
            <a:srgbClr val="F8F9FC"/>
          </a:solidFill>
          <a:ln>
            <a:solidFill>
              <a:srgbClr val="F8F9F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51" name="직사각형 50">
            <a:extLst>
              <a:ext uri="{FF2B5EF4-FFF2-40B4-BE49-F238E27FC236}">
                <a16:creationId xmlns:a16="http://schemas.microsoft.com/office/drawing/2014/main" id="{5D16B175-B912-4735-5139-AD7E9C8AEBAD}"/>
              </a:ext>
            </a:extLst>
          </p:cNvPr>
          <p:cNvSpPr/>
          <p:nvPr/>
        </p:nvSpPr>
        <p:spPr>
          <a:xfrm>
            <a:off x="11018451" y="4539556"/>
            <a:ext cx="685800" cy="475662"/>
          </a:xfrm>
          <a:prstGeom prst="rect">
            <a:avLst/>
          </a:prstGeom>
          <a:solidFill>
            <a:srgbClr val="F8F9FC"/>
          </a:solidFill>
          <a:ln>
            <a:solidFill>
              <a:srgbClr val="F8F9F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52" name="직사각형 51">
            <a:extLst>
              <a:ext uri="{FF2B5EF4-FFF2-40B4-BE49-F238E27FC236}">
                <a16:creationId xmlns:a16="http://schemas.microsoft.com/office/drawing/2014/main" id="{292E34E6-F2EB-201C-8620-974E41AD3571}"/>
              </a:ext>
            </a:extLst>
          </p:cNvPr>
          <p:cNvSpPr/>
          <p:nvPr/>
        </p:nvSpPr>
        <p:spPr>
          <a:xfrm>
            <a:off x="11018451" y="5511220"/>
            <a:ext cx="685800" cy="475662"/>
          </a:xfrm>
          <a:prstGeom prst="rect">
            <a:avLst/>
          </a:prstGeom>
          <a:solidFill>
            <a:srgbClr val="F8F9FC"/>
          </a:solidFill>
          <a:ln>
            <a:solidFill>
              <a:srgbClr val="F8F9F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54" name="직사각형 53">
            <a:extLst>
              <a:ext uri="{FF2B5EF4-FFF2-40B4-BE49-F238E27FC236}">
                <a16:creationId xmlns:a16="http://schemas.microsoft.com/office/drawing/2014/main" id="{0912CC68-D342-13FC-4AC1-B3178A554A29}"/>
              </a:ext>
            </a:extLst>
          </p:cNvPr>
          <p:cNvSpPr/>
          <p:nvPr/>
        </p:nvSpPr>
        <p:spPr>
          <a:xfrm>
            <a:off x="4251960" y="1126485"/>
            <a:ext cx="685800" cy="475662"/>
          </a:xfrm>
          <a:prstGeom prst="rect">
            <a:avLst/>
          </a:prstGeom>
          <a:solidFill>
            <a:srgbClr val="F8F9FC"/>
          </a:solidFill>
          <a:ln>
            <a:solidFill>
              <a:srgbClr val="F8F9F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55" name="직사각형 54">
            <a:extLst>
              <a:ext uri="{FF2B5EF4-FFF2-40B4-BE49-F238E27FC236}">
                <a16:creationId xmlns:a16="http://schemas.microsoft.com/office/drawing/2014/main" id="{055AE5F1-22C6-C6E5-6A3A-6DCB1045E433}"/>
              </a:ext>
            </a:extLst>
          </p:cNvPr>
          <p:cNvSpPr/>
          <p:nvPr/>
        </p:nvSpPr>
        <p:spPr>
          <a:xfrm>
            <a:off x="5237791" y="1126485"/>
            <a:ext cx="685800" cy="475662"/>
          </a:xfrm>
          <a:prstGeom prst="rect">
            <a:avLst/>
          </a:prstGeom>
          <a:solidFill>
            <a:srgbClr val="F8F9FC"/>
          </a:solidFill>
          <a:ln>
            <a:solidFill>
              <a:srgbClr val="F8F9F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56" name="직사각형 55">
            <a:extLst>
              <a:ext uri="{FF2B5EF4-FFF2-40B4-BE49-F238E27FC236}">
                <a16:creationId xmlns:a16="http://schemas.microsoft.com/office/drawing/2014/main" id="{0AAA8C65-26C5-BFBE-2D97-91C1ADCDF18E}"/>
              </a:ext>
            </a:extLst>
          </p:cNvPr>
          <p:cNvSpPr/>
          <p:nvPr/>
        </p:nvSpPr>
        <p:spPr>
          <a:xfrm>
            <a:off x="4251960" y="2032115"/>
            <a:ext cx="685800" cy="475662"/>
          </a:xfrm>
          <a:prstGeom prst="rect">
            <a:avLst/>
          </a:prstGeom>
          <a:solidFill>
            <a:srgbClr val="F8F9FC"/>
          </a:solidFill>
          <a:ln>
            <a:solidFill>
              <a:srgbClr val="F8F9F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57" name="직사각형 56">
            <a:extLst>
              <a:ext uri="{FF2B5EF4-FFF2-40B4-BE49-F238E27FC236}">
                <a16:creationId xmlns:a16="http://schemas.microsoft.com/office/drawing/2014/main" id="{502FC78F-62AC-EC6B-2B1A-3EC360722AFA}"/>
              </a:ext>
            </a:extLst>
          </p:cNvPr>
          <p:cNvSpPr/>
          <p:nvPr/>
        </p:nvSpPr>
        <p:spPr>
          <a:xfrm>
            <a:off x="4251960" y="3033528"/>
            <a:ext cx="685800" cy="475662"/>
          </a:xfrm>
          <a:prstGeom prst="rect">
            <a:avLst/>
          </a:prstGeom>
          <a:solidFill>
            <a:srgbClr val="F8F9FC"/>
          </a:solidFill>
          <a:ln>
            <a:solidFill>
              <a:srgbClr val="F8F9F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58" name="직사각형 57">
            <a:extLst>
              <a:ext uri="{FF2B5EF4-FFF2-40B4-BE49-F238E27FC236}">
                <a16:creationId xmlns:a16="http://schemas.microsoft.com/office/drawing/2014/main" id="{B8682186-950F-D9EE-49C3-577C54E78FF1}"/>
              </a:ext>
            </a:extLst>
          </p:cNvPr>
          <p:cNvSpPr/>
          <p:nvPr/>
        </p:nvSpPr>
        <p:spPr>
          <a:xfrm>
            <a:off x="6223622" y="1126485"/>
            <a:ext cx="685800" cy="475662"/>
          </a:xfrm>
          <a:prstGeom prst="rect">
            <a:avLst/>
          </a:prstGeom>
          <a:solidFill>
            <a:srgbClr val="F8F9FC"/>
          </a:solidFill>
          <a:ln>
            <a:solidFill>
              <a:srgbClr val="F8F9F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59" name="직사각형 58">
            <a:extLst>
              <a:ext uri="{FF2B5EF4-FFF2-40B4-BE49-F238E27FC236}">
                <a16:creationId xmlns:a16="http://schemas.microsoft.com/office/drawing/2014/main" id="{B2A9534B-FDF9-1805-49DD-9C37EB9762BB}"/>
              </a:ext>
            </a:extLst>
          </p:cNvPr>
          <p:cNvSpPr/>
          <p:nvPr/>
        </p:nvSpPr>
        <p:spPr>
          <a:xfrm>
            <a:off x="4251960" y="4007813"/>
            <a:ext cx="685800" cy="475662"/>
          </a:xfrm>
          <a:prstGeom prst="rect">
            <a:avLst/>
          </a:prstGeom>
          <a:solidFill>
            <a:srgbClr val="F8F9FC"/>
          </a:solidFill>
          <a:ln>
            <a:solidFill>
              <a:srgbClr val="F8F9F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60" name="직사각형 59">
            <a:extLst>
              <a:ext uri="{FF2B5EF4-FFF2-40B4-BE49-F238E27FC236}">
                <a16:creationId xmlns:a16="http://schemas.microsoft.com/office/drawing/2014/main" id="{C0E607B3-A569-0254-E496-D3824CAC8CE8}"/>
              </a:ext>
            </a:extLst>
          </p:cNvPr>
          <p:cNvSpPr/>
          <p:nvPr/>
        </p:nvSpPr>
        <p:spPr>
          <a:xfrm>
            <a:off x="7218759" y="1126485"/>
            <a:ext cx="685800" cy="475662"/>
          </a:xfrm>
          <a:prstGeom prst="rect">
            <a:avLst/>
          </a:prstGeom>
          <a:solidFill>
            <a:srgbClr val="F8F9FC"/>
          </a:solidFill>
          <a:ln>
            <a:solidFill>
              <a:srgbClr val="F8F9F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61" name="직사각형 60">
            <a:extLst>
              <a:ext uri="{FF2B5EF4-FFF2-40B4-BE49-F238E27FC236}">
                <a16:creationId xmlns:a16="http://schemas.microsoft.com/office/drawing/2014/main" id="{9DDBC678-A236-1DDA-11F1-4A158F4ECA64}"/>
              </a:ext>
            </a:extLst>
          </p:cNvPr>
          <p:cNvSpPr/>
          <p:nvPr/>
        </p:nvSpPr>
        <p:spPr>
          <a:xfrm>
            <a:off x="4251960" y="4982097"/>
            <a:ext cx="685800" cy="475662"/>
          </a:xfrm>
          <a:prstGeom prst="rect">
            <a:avLst/>
          </a:prstGeom>
          <a:solidFill>
            <a:srgbClr val="F8F9FC"/>
          </a:solidFill>
          <a:ln>
            <a:solidFill>
              <a:srgbClr val="F8F9F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62" name="직사각형 61">
            <a:extLst>
              <a:ext uri="{FF2B5EF4-FFF2-40B4-BE49-F238E27FC236}">
                <a16:creationId xmlns:a16="http://schemas.microsoft.com/office/drawing/2014/main" id="{DC755150-B17D-53C1-3246-AEED39784643}"/>
              </a:ext>
            </a:extLst>
          </p:cNvPr>
          <p:cNvSpPr/>
          <p:nvPr/>
        </p:nvSpPr>
        <p:spPr>
          <a:xfrm>
            <a:off x="8145422" y="1126485"/>
            <a:ext cx="685800" cy="475662"/>
          </a:xfrm>
          <a:prstGeom prst="rect">
            <a:avLst/>
          </a:prstGeom>
          <a:solidFill>
            <a:srgbClr val="F8F9FC"/>
          </a:solidFill>
          <a:ln>
            <a:solidFill>
              <a:srgbClr val="F8F9F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63" name="직사각형 62">
            <a:extLst>
              <a:ext uri="{FF2B5EF4-FFF2-40B4-BE49-F238E27FC236}">
                <a16:creationId xmlns:a16="http://schemas.microsoft.com/office/drawing/2014/main" id="{09635ACD-27E2-DC99-A355-65720E4FA472}"/>
              </a:ext>
            </a:extLst>
          </p:cNvPr>
          <p:cNvSpPr/>
          <p:nvPr/>
        </p:nvSpPr>
        <p:spPr>
          <a:xfrm>
            <a:off x="4251960" y="5910944"/>
            <a:ext cx="685800" cy="475662"/>
          </a:xfrm>
          <a:prstGeom prst="rect">
            <a:avLst/>
          </a:prstGeom>
          <a:solidFill>
            <a:srgbClr val="F8F9FC"/>
          </a:solidFill>
          <a:ln>
            <a:solidFill>
              <a:srgbClr val="F8F9F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64" name="직사각형 63">
            <a:extLst>
              <a:ext uri="{FF2B5EF4-FFF2-40B4-BE49-F238E27FC236}">
                <a16:creationId xmlns:a16="http://schemas.microsoft.com/office/drawing/2014/main" id="{06305EB2-5762-1AC6-E264-77FDAB9C3BE6}"/>
              </a:ext>
            </a:extLst>
          </p:cNvPr>
          <p:cNvSpPr/>
          <p:nvPr/>
        </p:nvSpPr>
        <p:spPr>
          <a:xfrm>
            <a:off x="9072085" y="1126485"/>
            <a:ext cx="685800" cy="475662"/>
          </a:xfrm>
          <a:prstGeom prst="rect">
            <a:avLst/>
          </a:prstGeom>
          <a:solidFill>
            <a:srgbClr val="F8F9FC"/>
          </a:solidFill>
          <a:ln>
            <a:solidFill>
              <a:srgbClr val="F8F9F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65" name="직사각형 64">
            <a:extLst>
              <a:ext uri="{FF2B5EF4-FFF2-40B4-BE49-F238E27FC236}">
                <a16:creationId xmlns:a16="http://schemas.microsoft.com/office/drawing/2014/main" id="{A85D0141-62D6-B067-0B3C-B6156DAA02F2}"/>
              </a:ext>
            </a:extLst>
          </p:cNvPr>
          <p:cNvSpPr/>
          <p:nvPr/>
        </p:nvSpPr>
        <p:spPr>
          <a:xfrm>
            <a:off x="5237791" y="5910944"/>
            <a:ext cx="685800" cy="475662"/>
          </a:xfrm>
          <a:prstGeom prst="rect">
            <a:avLst/>
          </a:prstGeom>
          <a:solidFill>
            <a:srgbClr val="F8F9FC"/>
          </a:solidFill>
          <a:ln>
            <a:solidFill>
              <a:srgbClr val="F8F9F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66" name="직사각형 65">
            <a:extLst>
              <a:ext uri="{FF2B5EF4-FFF2-40B4-BE49-F238E27FC236}">
                <a16:creationId xmlns:a16="http://schemas.microsoft.com/office/drawing/2014/main" id="{97B5A67B-0139-E63F-AF54-124F2001AFCE}"/>
              </a:ext>
            </a:extLst>
          </p:cNvPr>
          <p:cNvSpPr/>
          <p:nvPr/>
        </p:nvSpPr>
        <p:spPr>
          <a:xfrm>
            <a:off x="9072085" y="2063927"/>
            <a:ext cx="685800" cy="475662"/>
          </a:xfrm>
          <a:prstGeom prst="rect">
            <a:avLst/>
          </a:prstGeom>
          <a:solidFill>
            <a:srgbClr val="F8F9FC"/>
          </a:solidFill>
          <a:ln>
            <a:solidFill>
              <a:srgbClr val="F8F9F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67" name="직사각형 66">
            <a:extLst>
              <a:ext uri="{FF2B5EF4-FFF2-40B4-BE49-F238E27FC236}">
                <a16:creationId xmlns:a16="http://schemas.microsoft.com/office/drawing/2014/main" id="{CF757A47-5570-4775-7CDC-08E1A0969BF0}"/>
              </a:ext>
            </a:extLst>
          </p:cNvPr>
          <p:cNvSpPr/>
          <p:nvPr/>
        </p:nvSpPr>
        <p:spPr>
          <a:xfrm>
            <a:off x="6223622" y="5910944"/>
            <a:ext cx="685800" cy="475662"/>
          </a:xfrm>
          <a:prstGeom prst="rect">
            <a:avLst/>
          </a:prstGeom>
          <a:solidFill>
            <a:srgbClr val="F8F9FC"/>
          </a:solidFill>
          <a:ln>
            <a:solidFill>
              <a:srgbClr val="F8F9F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68" name="직사각형 67">
            <a:extLst>
              <a:ext uri="{FF2B5EF4-FFF2-40B4-BE49-F238E27FC236}">
                <a16:creationId xmlns:a16="http://schemas.microsoft.com/office/drawing/2014/main" id="{D579FB30-7DA4-FF6E-F439-50EDA763B32F}"/>
              </a:ext>
            </a:extLst>
          </p:cNvPr>
          <p:cNvSpPr/>
          <p:nvPr/>
        </p:nvSpPr>
        <p:spPr>
          <a:xfrm>
            <a:off x="9072085" y="3069813"/>
            <a:ext cx="685800" cy="475662"/>
          </a:xfrm>
          <a:prstGeom prst="rect">
            <a:avLst/>
          </a:prstGeom>
          <a:solidFill>
            <a:srgbClr val="F8F9FC"/>
          </a:solidFill>
          <a:ln>
            <a:solidFill>
              <a:srgbClr val="F8F9F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69" name="직사각형 68">
            <a:extLst>
              <a:ext uri="{FF2B5EF4-FFF2-40B4-BE49-F238E27FC236}">
                <a16:creationId xmlns:a16="http://schemas.microsoft.com/office/drawing/2014/main" id="{F46C1E8B-C450-0B1A-AC05-3A89B8E10E94}"/>
              </a:ext>
            </a:extLst>
          </p:cNvPr>
          <p:cNvSpPr/>
          <p:nvPr/>
        </p:nvSpPr>
        <p:spPr>
          <a:xfrm>
            <a:off x="7129880" y="5910944"/>
            <a:ext cx="685800" cy="475662"/>
          </a:xfrm>
          <a:prstGeom prst="rect">
            <a:avLst/>
          </a:prstGeom>
          <a:solidFill>
            <a:srgbClr val="F8F9FC"/>
          </a:solidFill>
          <a:ln>
            <a:solidFill>
              <a:srgbClr val="F8F9F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70" name="직사각형 69">
            <a:extLst>
              <a:ext uri="{FF2B5EF4-FFF2-40B4-BE49-F238E27FC236}">
                <a16:creationId xmlns:a16="http://schemas.microsoft.com/office/drawing/2014/main" id="{18532430-9F71-BA3B-ADB9-CC5384B2540D}"/>
              </a:ext>
            </a:extLst>
          </p:cNvPr>
          <p:cNvSpPr/>
          <p:nvPr/>
        </p:nvSpPr>
        <p:spPr>
          <a:xfrm>
            <a:off x="9072085" y="3967616"/>
            <a:ext cx="685800" cy="475662"/>
          </a:xfrm>
          <a:prstGeom prst="rect">
            <a:avLst/>
          </a:prstGeom>
          <a:solidFill>
            <a:srgbClr val="F8F9FC"/>
          </a:solidFill>
          <a:ln>
            <a:solidFill>
              <a:srgbClr val="F8F9F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71" name="직사각형 70">
            <a:extLst>
              <a:ext uri="{FF2B5EF4-FFF2-40B4-BE49-F238E27FC236}">
                <a16:creationId xmlns:a16="http://schemas.microsoft.com/office/drawing/2014/main" id="{9DF2032F-504F-BCD5-7BD3-2403EBB6818D}"/>
              </a:ext>
            </a:extLst>
          </p:cNvPr>
          <p:cNvSpPr/>
          <p:nvPr/>
        </p:nvSpPr>
        <p:spPr>
          <a:xfrm>
            <a:off x="8090000" y="5910944"/>
            <a:ext cx="685800" cy="475662"/>
          </a:xfrm>
          <a:prstGeom prst="rect">
            <a:avLst/>
          </a:prstGeom>
          <a:solidFill>
            <a:srgbClr val="F8F9FC"/>
          </a:solidFill>
          <a:ln>
            <a:solidFill>
              <a:srgbClr val="F8F9F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72" name="직사각형 71">
            <a:extLst>
              <a:ext uri="{FF2B5EF4-FFF2-40B4-BE49-F238E27FC236}">
                <a16:creationId xmlns:a16="http://schemas.microsoft.com/office/drawing/2014/main" id="{4F49BC03-8DF6-2046-1C0A-4474013ED57B}"/>
              </a:ext>
            </a:extLst>
          </p:cNvPr>
          <p:cNvSpPr/>
          <p:nvPr/>
        </p:nvSpPr>
        <p:spPr>
          <a:xfrm>
            <a:off x="9072085" y="4939280"/>
            <a:ext cx="685800" cy="475662"/>
          </a:xfrm>
          <a:prstGeom prst="rect">
            <a:avLst/>
          </a:prstGeom>
          <a:solidFill>
            <a:srgbClr val="F8F9FC"/>
          </a:solidFill>
          <a:ln>
            <a:solidFill>
              <a:srgbClr val="F8F9F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73" name="직사각형 72">
            <a:extLst>
              <a:ext uri="{FF2B5EF4-FFF2-40B4-BE49-F238E27FC236}">
                <a16:creationId xmlns:a16="http://schemas.microsoft.com/office/drawing/2014/main" id="{F8B513E1-937E-5E6D-A8CE-575517D7C650}"/>
              </a:ext>
            </a:extLst>
          </p:cNvPr>
          <p:cNvSpPr/>
          <p:nvPr/>
        </p:nvSpPr>
        <p:spPr>
          <a:xfrm>
            <a:off x="9072085" y="5910944"/>
            <a:ext cx="685800" cy="475662"/>
          </a:xfrm>
          <a:prstGeom prst="rect">
            <a:avLst/>
          </a:prstGeom>
          <a:solidFill>
            <a:srgbClr val="F8F9FC"/>
          </a:solidFill>
          <a:ln>
            <a:solidFill>
              <a:srgbClr val="F8F9F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74" name="TextBox 73">
            <a:extLst>
              <a:ext uri="{FF2B5EF4-FFF2-40B4-BE49-F238E27FC236}">
                <a16:creationId xmlns:a16="http://schemas.microsoft.com/office/drawing/2014/main" id="{540CEF84-0614-CB93-F71F-43C9E309F9DA}"/>
              </a:ext>
            </a:extLst>
          </p:cNvPr>
          <p:cNvSpPr txBox="1"/>
          <p:nvPr/>
        </p:nvSpPr>
        <p:spPr>
          <a:xfrm>
            <a:off x="4882084" y="426638"/>
            <a:ext cx="4604146" cy="64633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ko-KR" altLang="en-US" dirty="0" err="1"/>
              <a:t>로런츠</a:t>
            </a:r>
            <a:r>
              <a:rPr lang="ko-KR" altLang="en-US" dirty="0"/>
              <a:t> </a:t>
            </a:r>
            <a:r>
              <a:rPr lang="ko-KR" altLang="en-US" dirty="0" err="1"/>
              <a:t>계량텐서</a:t>
            </a:r>
            <a:r>
              <a:rPr lang="en-US" altLang="ko-KR" dirty="0"/>
              <a:t>: </a:t>
            </a:r>
            <a:r>
              <a:rPr lang="ko-KR" altLang="en-US" dirty="0"/>
              <a:t>시간 방향 하나가 </a:t>
            </a:r>
            <a:endParaRPr lang="en-US" altLang="ko-KR" dirty="0"/>
          </a:p>
          <a:p>
            <a:r>
              <a:rPr lang="ko-KR" altLang="en-US" dirty="0"/>
              <a:t>공간 방향들과 다른 부호를 가지는 </a:t>
            </a:r>
            <a:r>
              <a:rPr lang="ko-KR" altLang="en-US" dirty="0" err="1"/>
              <a:t>계량텐서</a:t>
            </a:r>
            <a:endParaRPr lang="ko-KR" altLang="en-US" dirty="0"/>
          </a:p>
        </p:txBody>
      </p:sp>
      <p:sp>
        <p:nvSpPr>
          <p:cNvPr id="30" name="왼쪽 대괄호 29">
            <a:extLst>
              <a:ext uri="{FF2B5EF4-FFF2-40B4-BE49-F238E27FC236}">
                <a16:creationId xmlns:a16="http://schemas.microsoft.com/office/drawing/2014/main" id="{33796FBF-7B83-495B-31B3-60CD67A28F2A}"/>
              </a:ext>
            </a:extLst>
          </p:cNvPr>
          <p:cNvSpPr/>
          <p:nvPr/>
        </p:nvSpPr>
        <p:spPr>
          <a:xfrm rot="10800000">
            <a:off x="8773030" y="1787366"/>
            <a:ext cx="263478" cy="3823455"/>
          </a:xfrm>
          <a:prstGeom prst="leftBracket">
            <a:avLst>
              <a:gd name="adj" fmla="val 161243"/>
            </a:avLst>
          </a:prstGeom>
          <a:ln>
            <a:solidFill>
              <a:schemeClr val="tx1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10" name="왼쪽 대괄호 9">
            <a:extLst>
              <a:ext uri="{FF2B5EF4-FFF2-40B4-BE49-F238E27FC236}">
                <a16:creationId xmlns:a16="http://schemas.microsoft.com/office/drawing/2014/main" id="{E4EA7A4F-F017-FB86-A1E2-42B826001C6C}"/>
              </a:ext>
            </a:extLst>
          </p:cNvPr>
          <p:cNvSpPr/>
          <p:nvPr/>
        </p:nvSpPr>
        <p:spPr>
          <a:xfrm>
            <a:off x="4918067" y="1761935"/>
            <a:ext cx="263478" cy="3823455"/>
          </a:xfrm>
          <a:prstGeom prst="leftBracket">
            <a:avLst>
              <a:gd name="adj" fmla="val 161243"/>
            </a:avLst>
          </a:prstGeom>
          <a:ln>
            <a:solidFill>
              <a:schemeClr val="tx1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1858044975"/>
      </p:ext>
    </p:extLst>
  </p:cSld>
  <p:clrMapOvr>
    <a:masterClrMapping/>
  </p:clrMapOvr>
  <mc:AlternateContent xmlns:mc="http://schemas.openxmlformats.org/markup-compatibility/2006">
    <mc:Choice xmlns:p159="http://schemas.microsoft.com/office/powerpoint/2015/09/main" Requires="p159">
      <p:transition xmlns:p14="http://schemas.microsoft.com/office/powerpoint/2010/main" p14:dur="100">
        <p159:morph option="byObject"/>
      </p:transition>
    </mc:Choice>
    <mc:Fallback>
      <p:transition>
        <p:fade/>
      </p:transition>
    </mc:Fallback>
  </mc:AlternateContent>
</p:sld>
</file>

<file path=ppt/slides/slide4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8F9FC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0FCE1D2F-295F-75E9-CD96-FBA3D29B87B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mc:AlternateContent xmlns:mc="http://schemas.openxmlformats.org/markup-compatibility/2006" xmlns:a14="http://schemas.microsoft.com/office/drawing/2010/main">
        <mc:Choice Requires="a14">
          <p:graphicFrame>
            <p:nvGraphicFramePr>
              <p:cNvPr id="7" name="표 6">
                <a:extLst>
                  <a:ext uri="{FF2B5EF4-FFF2-40B4-BE49-F238E27FC236}">
                    <a16:creationId xmlns:a16="http://schemas.microsoft.com/office/drawing/2014/main" id="{03820937-E10D-DED0-8DED-C59795FF2B26}"/>
                  </a:ext>
                </a:extLst>
              </p:cNvPr>
              <p:cNvGraphicFramePr>
                <a:graphicFrameLocks noGrp="1"/>
              </p:cNvGraphicFramePr>
              <p:nvPr>
                <p:extLst>
                  <p:ext uri="{D42A27DB-BD31-4B8C-83A1-F6EECF244321}">
                    <p14:modId xmlns:p14="http://schemas.microsoft.com/office/powerpoint/2010/main" val="3759337558"/>
                  </p:ext>
                </p:extLst>
              </p:nvPr>
            </p:nvGraphicFramePr>
            <p:xfrm>
              <a:off x="4149634" y="783772"/>
              <a:ext cx="5858166" cy="5779782"/>
            </p:xfrm>
            <a:graphic>
              <a:graphicData uri="http://schemas.openxmlformats.org/drawingml/2006/table">
                <a:tbl>
                  <a:tblPr firstRow="1" bandRow="1">
                    <a:tableStyleId>{5C22544A-7EE6-4342-B048-85BDC9FD1C3A}</a:tableStyleId>
                  </a:tblPr>
                  <a:tblGrid>
                    <a:gridCol w="976361">
                      <a:extLst>
                        <a:ext uri="{9D8B030D-6E8A-4147-A177-3AD203B41FA5}">
                          <a16:colId xmlns:a16="http://schemas.microsoft.com/office/drawing/2014/main" val="1869280964"/>
                        </a:ext>
                      </a:extLst>
                    </a:gridCol>
                    <a:gridCol w="976361">
                      <a:extLst>
                        <a:ext uri="{9D8B030D-6E8A-4147-A177-3AD203B41FA5}">
                          <a16:colId xmlns:a16="http://schemas.microsoft.com/office/drawing/2014/main" val="2322392675"/>
                        </a:ext>
                      </a:extLst>
                    </a:gridCol>
                    <a:gridCol w="976361">
                      <a:extLst>
                        <a:ext uri="{9D8B030D-6E8A-4147-A177-3AD203B41FA5}">
                          <a16:colId xmlns:a16="http://schemas.microsoft.com/office/drawing/2014/main" val="2012919836"/>
                        </a:ext>
                      </a:extLst>
                    </a:gridCol>
                    <a:gridCol w="976361">
                      <a:extLst>
                        <a:ext uri="{9D8B030D-6E8A-4147-A177-3AD203B41FA5}">
                          <a16:colId xmlns:a16="http://schemas.microsoft.com/office/drawing/2014/main" val="3166245656"/>
                        </a:ext>
                      </a:extLst>
                    </a:gridCol>
                    <a:gridCol w="976361">
                      <a:extLst>
                        <a:ext uri="{9D8B030D-6E8A-4147-A177-3AD203B41FA5}">
                          <a16:colId xmlns:a16="http://schemas.microsoft.com/office/drawing/2014/main" val="2754483447"/>
                        </a:ext>
                      </a:extLst>
                    </a:gridCol>
                    <a:gridCol w="976361">
                      <a:extLst>
                        <a:ext uri="{9D8B030D-6E8A-4147-A177-3AD203B41FA5}">
                          <a16:colId xmlns:a16="http://schemas.microsoft.com/office/drawing/2014/main" val="1259960200"/>
                        </a:ext>
                      </a:extLst>
                    </a:gridCol>
                  </a:tblGrid>
                  <a:tr h="963297">
                    <a:tc>
                      <a:txBody>
                        <a:bodyPr/>
                        <a:lstStyle/>
                        <a:p>
                          <a:pPr marL="0" marR="0" lvl="0" indent="0" algn="ctr" defTabSz="914400" rtl="0" eaLnBrk="1" fontAlgn="auto" latinLnBrk="1" hangingPunct="1">
                            <a:lnSpc>
                              <a:spcPct val="100000"/>
                            </a:lnSpc>
                            <a:spcBef>
                              <a:spcPts val="0"/>
                            </a:spcBef>
                            <a:spcAft>
                              <a:spcPts val="0"/>
                            </a:spcAft>
                            <a:buClrTx/>
                            <a:buSzTx/>
                            <a:buFontTx/>
                            <a:buNone/>
                            <a:tabLst/>
                            <a:defRPr/>
                          </a:pPr>
                          <a14:m>
                            <m:oMathPara xmlns:m="http://schemas.openxmlformats.org/officeDocument/2006/math">
                              <m:oMath>
                                <m:sSub>
                                  <m:sSubPr>
                                    <m:ctrlPr>
                                      <a:rPr kumimoji="0" lang="en-US" altLang="ko-KR" sz="3000" b="0" i="1" u="none" strike="noStrike" kern="1200" cap="none" spc="0" normalizeH="0" baseline="0" noProof="0" smtClean="0">
                                        <a:ln>
                                          <a:noFill/>
                                        </a:ln>
                                        <a:solidFill>
                                          <a:prstClr val="black"/>
                                        </a:solidFill>
                                        <a:effectLst/>
                                        <a:uLnTx/>
                                        <a:uFillTx/>
                                        <a:latin typeface="Cambria Math" panose="02040503050406030204" pitchFamily="18" charset="0"/>
                                        <a:cs typeface="+mn-cs"/>
                                      </a:rPr>
                                    </m:ctrlPr>
                                  </m:sSubPr>
                                  <m:e>
                                    <m:r>
                                      <a:rPr kumimoji="0" lang="en-US" altLang="ko-KR" sz="3000" b="0" i="1" u="none" strike="noStrike" kern="1200" cap="none" spc="0" normalizeH="0" baseline="0" noProof="0" smtClean="0">
                                        <a:ln>
                                          <a:noFill/>
                                        </a:ln>
                                        <a:solidFill>
                                          <a:prstClr val="black"/>
                                        </a:solidFill>
                                        <a:effectLst/>
                                        <a:uLnTx/>
                                        <a:uFillTx/>
                                        <a:latin typeface="Cambria Math" panose="02040503050406030204" pitchFamily="18" charset="0"/>
                                        <a:cs typeface="+mn-cs"/>
                                      </a:rPr>
                                      <m:t>𝑔</m:t>
                                    </m:r>
                                  </m:e>
                                  <m:sub>
                                    <m:r>
                                      <a:rPr kumimoji="0" lang="en-US" altLang="ko-KR" sz="3000" b="0" i="1" u="none" strike="noStrike" kern="1200" cap="none" spc="0" normalizeH="0" baseline="0" noProof="0" smtClean="0">
                                        <a:ln>
                                          <a:noFill/>
                                        </a:ln>
                                        <a:solidFill>
                                          <a:prstClr val="black"/>
                                        </a:solidFill>
                                        <a:effectLst/>
                                        <a:uLnTx/>
                                        <a:uFillTx/>
                                        <a:latin typeface="Cambria Math" panose="02040503050406030204" pitchFamily="18" charset="0"/>
                                        <a:cs typeface="+mn-cs"/>
                                      </a:rPr>
                                      <m:t>00</m:t>
                                    </m:r>
                                  </m:sub>
                                </m:sSub>
                              </m:oMath>
                            </m:oMathPara>
                          </a14:m>
                          <a:endParaRPr kumimoji="0" lang="ko-KR" altLang="en-US" sz="3000" b="0" i="0" u="none" strike="noStrike" kern="1200" cap="none" spc="0" normalizeH="0" baseline="0" noProof="0" dirty="0">
                            <a:ln>
                              <a:noFill/>
                            </a:ln>
                            <a:solidFill>
                              <a:prstClr val="black"/>
                            </a:solidFill>
                            <a:effectLst/>
                            <a:uLnTx/>
                            <a:uFillTx/>
                            <a:latin typeface="Calibri"/>
                            <a:ea typeface="맑은 고딕" panose="020B0503020000020004" pitchFamily="50" charset="-127"/>
                            <a:cs typeface="+mn-cs"/>
                          </a:endParaRPr>
                        </a:p>
                      </a:txBody>
                      <a:tcPr anchor="ctr">
                        <a:lnL w="12700" cmpd="sng">
                          <a:noFill/>
                        </a:lnL>
                        <a:lnR w="12700" cmpd="sng">
                          <a:noFill/>
                        </a:lnR>
                        <a:lnT w="12700" cmpd="sng">
                          <a:noFill/>
                        </a:lnT>
                        <a:lnB w="38100" cmpd="sng">
                          <a:noFill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  <a:solidFill>
                          <a:srgbClr val="F8F9FC"/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pPr marL="0" marR="0" lvl="0" indent="0" algn="ctr" defTabSz="914400" rtl="0" eaLnBrk="1" fontAlgn="auto" latinLnBrk="1" hangingPunct="1">
                            <a:lnSpc>
                              <a:spcPct val="100000"/>
                            </a:lnSpc>
                            <a:spcBef>
                              <a:spcPts val="0"/>
                            </a:spcBef>
                            <a:spcAft>
                              <a:spcPts val="0"/>
                            </a:spcAft>
                            <a:buClrTx/>
                            <a:buSzTx/>
                            <a:buFontTx/>
                            <a:buNone/>
                            <a:tabLst/>
                            <a:defRPr/>
                          </a:pPr>
                          <a14:m>
                            <m:oMathPara xmlns:m="http://schemas.openxmlformats.org/officeDocument/2006/math">
                              <m:oMath>
                                <m:sSub>
                                  <m:sSubPr>
                                    <m:ctrlPr>
                                      <a:rPr kumimoji="0" lang="en-US" altLang="ko-KR" sz="3000" b="0" i="1" u="none" strike="noStrike" kern="1200" cap="none" spc="0" normalizeH="0" baseline="0" noProof="0" smtClean="0">
                                        <a:ln>
                                          <a:noFill/>
                                        </a:ln>
                                        <a:solidFill>
                                          <a:prstClr val="black"/>
                                        </a:solidFill>
                                        <a:effectLst/>
                                        <a:uLnTx/>
                                        <a:uFillTx/>
                                        <a:latin typeface="Cambria Math" panose="02040503050406030204" pitchFamily="18" charset="0"/>
                                        <a:cs typeface="+mn-cs"/>
                                      </a:rPr>
                                    </m:ctrlPr>
                                  </m:sSubPr>
                                  <m:e>
                                    <m:r>
                                      <a:rPr kumimoji="0" lang="en-US" altLang="ko-KR" sz="3000" b="0" i="1" u="none" strike="noStrike" kern="1200" cap="none" spc="0" normalizeH="0" baseline="0" noProof="0" smtClean="0">
                                        <a:ln>
                                          <a:noFill/>
                                        </a:ln>
                                        <a:solidFill>
                                          <a:prstClr val="black"/>
                                        </a:solidFill>
                                        <a:effectLst/>
                                        <a:uLnTx/>
                                        <a:uFillTx/>
                                        <a:latin typeface="Cambria Math" panose="02040503050406030204" pitchFamily="18" charset="0"/>
                                        <a:cs typeface="+mn-cs"/>
                                      </a:rPr>
                                      <m:t>𝑔</m:t>
                                    </m:r>
                                  </m:e>
                                  <m:sub>
                                    <m:r>
                                      <a:rPr kumimoji="0" lang="en-US" altLang="ko-KR" sz="3000" b="0" i="1" u="none" strike="noStrike" kern="1200" cap="none" spc="0" normalizeH="0" baseline="0" noProof="0" smtClean="0">
                                        <a:ln>
                                          <a:noFill/>
                                        </a:ln>
                                        <a:solidFill>
                                          <a:prstClr val="black"/>
                                        </a:solidFill>
                                        <a:effectLst/>
                                        <a:uLnTx/>
                                        <a:uFillTx/>
                                        <a:latin typeface="Cambria Math" panose="02040503050406030204" pitchFamily="18" charset="0"/>
                                        <a:cs typeface="+mn-cs"/>
                                      </a:rPr>
                                      <m:t>01</m:t>
                                    </m:r>
                                  </m:sub>
                                </m:sSub>
                              </m:oMath>
                            </m:oMathPara>
                          </a14:m>
                          <a:endParaRPr kumimoji="0" lang="ko-KR" altLang="en-US" sz="3000" b="0" i="0" u="none" strike="noStrike" kern="1200" cap="none" spc="0" normalizeH="0" baseline="0" noProof="0" dirty="0">
                            <a:ln>
                              <a:noFill/>
                            </a:ln>
                            <a:solidFill>
                              <a:prstClr val="black"/>
                            </a:solidFill>
                            <a:effectLst/>
                            <a:uLnTx/>
                            <a:uFillTx/>
                            <a:latin typeface="Calibri"/>
                            <a:ea typeface="맑은 고딕" panose="020B0503020000020004" pitchFamily="50" charset="-127"/>
                            <a:cs typeface="+mn-cs"/>
                          </a:endParaRPr>
                        </a:p>
                      </a:txBody>
                      <a:tcPr anchor="ctr">
                        <a:lnL w="12700" cmpd="sng">
                          <a:noFill/>
                        </a:lnL>
                        <a:lnR w="12700" cmpd="sng">
                          <a:noFill/>
                        </a:lnR>
                        <a:lnT w="12700" cmpd="sng">
                          <a:noFill/>
                        </a:lnT>
                        <a:lnB w="38100" cmpd="sng">
                          <a:noFill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  <a:solidFill>
                          <a:srgbClr val="F8F9FC"/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pPr marL="0" marR="0" lvl="0" indent="0" algn="ctr" defTabSz="914400" rtl="0" eaLnBrk="1" fontAlgn="auto" latinLnBrk="1" hangingPunct="1">
                            <a:lnSpc>
                              <a:spcPct val="100000"/>
                            </a:lnSpc>
                            <a:spcBef>
                              <a:spcPts val="0"/>
                            </a:spcBef>
                            <a:spcAft>
                              <a:spcPts val="0"/>
                            </a:spcAft>
                            <a:buClrTx/>
                            <a:buSzTx/>
                            <a:buFontTx/>
                            <a:buNone/>
                            <a:tabLst/>
                            <a:defRPr/>
                          </a:pPr>
                          <a14:m>
                            <m:oMathPara xmlns:m="http://schemas.openxmlformats.org/officeDocument/2006/math">
                              <m:oMath>
                                <m:sSub>
                                  <m:sSubPr>
                                    <m:ctrlPr>
                                      <a:rPr kumimoji="0" lang="en-US" altLang="ko-KR" sz="3000" b="0" i="1" u="none" strike="noStrike" kern="1200" cap="none" spc="0" normalizeH="0" baseline="0" noProof="0" smtClean="0">
                                        <a:ln>
                                          <a:noFill/>
                                        </a:ln>
                                        <a:solidFill>
                                          <a:prstClr val="black"/>
                                        </a:solidFill>
                                        <a:effectLst/>
                                        <a:uLnTx/>
                                        <a:uFillTx/>
                                        <a:latin typeface="Cambria Math" panose="02040503050406030204" pitchFamily="18" charset="0"/>
                                        <a:cs typeface="+mn-cs"/>
                                      </a:rPr>
                                    </m:ctrlPr>
                                  </m:sSubPr>
                                  <m:e>
                                    <m:r>
                                      <a:rPr kumimoji="0" lang="en-US" altLang="ko-KR" sz="3000" b="0" i="1" u="none" strike="noStrike" kern="1200" cap="none" spc="0" normalizeH="0" baseline="0" noProof="0" smtClean="0">
                                        <a:ln>
                                          <a:noFill/>
                                        </a:ln>
                                        <a:solidFill>
                                          <a:prstClr val="black"/>
                                        </a:solidFill>
                                        <a:effectLst/>
                                        <a:uLnTx/>
                                        <a:uFillTx/>
                                        <a:latin typeface="Cambria Math" panose="02040503050406030204" pitchFamily="18" charset="0"/>
                                        <a:cs typeface="+mn-cs"/>
                                      </a:rPr>
                                      <m:t>𝑔</m:t>
                                    </m:r>
                                  </m:e>
                                  <m:sub>
                                    <m:r>
                                      <a:rPr kumimoji="0" lang="en-US" altLang="ko-KR" sz="3000" b="0" i="1" u="none" strike="noStrike" kern="1200" cap="none" spc="0" normalizeH="0" baseline="0" noProof="0" smtClean="0">
                                        <a:ln>
                                          <a:noFill/>
                                        </a:ln>
                                        <a:solidFill>
                                          <a:prstClr val="black"/>
                                        </a:solidFill>
                                        <a:effectLst/>
                                        <a:uLnTx/>
                                        <a:uFillTx/>
                                        <a:latin typeface="Cambria Math" panose="02040503050406030204" pitchFamily="18" charset="0"/>
                                        <a:cs typeface="+mn-cs"/>
                                      </a:rPr>
                                      <m:t>02</m:t>
                                    </m:r>
                                  </m:sub>
                                </m:sSub>
                              </m:oMath>
                            </m:oMathPara>
                          </a14:m>
                          <a:endParaRPr kumimoji="0" lang="ko-KR" altLang="en-US" sz="3000" b="0" i="0" u="none" strike="noStrike" kern="1200" cap="none" spc="0" normalizeH="0" baseline="0" noProof="0" dirty="0">
                            <a:ln>
                              <a:noFill/>
                            </a:ln>
                            <a:solidFill>
                              <a:prstClr val="black"/>
                            </a:solidFill>
                            <a:effectLst/>
                            <a:uLnTx/>
                            <a:uFillTx/>
                            <a:latin typeface="Calibri"/>
                            <a:ea typeface="맑은 고딕" panose="020B0503020000020004" pitchFamily="50" charset="-127"/>
                            <a:cs typeface="+mn-cs"/>
                          </a:endParaRPr>
                        </a:p>
                      </a:txBody>
                      <a:tcPr anchor="ctr">
                        <a:lnL w="12700" cmpd="sng">
                          <a:noFill/>
                        </a:lnL>
                        <a:lnR w="12700" cmpd="sng">
                          <a:noFill/>
                        </a:lnR>
                        <a:lnT w="12700" cmpd="sng">
                          <a:noFill/>
                        </a:lnT>
                        <a:lnB w="38100" cmpd="sng">
                          <a:noFill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  <a:solidFill>
                          <a:srgbClr val="F8F9FC"/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pPr marL="0" marR="0" lvl="0" indent="0" algn="ctr" defTabSz="914400" rtl="0" eaLnBrk="1" fontAlgn="auto" latinLnBrk="1" hangingPunct="1">
                            <a:lnSpc>
                              <a:spcPct val="100000"/>
                            </a:lnSpc>
                            <a:spcBef>
                              <a:spcPts val="0"/>
                            </a:spcBef>
                            <a:spcAft>
                              <a:spcPts val="0"/>
                            </a:spcAft>
                            <a:buClrTx/>
                            <a:buSzTx/>
                            <a:buFontTx/>
                            <a:buNone/>
                            <a:tabLst/>
                            <a:defRPr/>
                          </a:pPr>
                          <a14:m>
                            <m:oMathPara xmlns:m="http://schemas.openxmlformats.org/officeDocument/2006/math">
                              <m:oMath>
                                <m:sSub>
                                  <m:sSubPr>
                                    <m:ctrlPr>
                                      <a:rPr kumimoji="0" lang="en-US" altLang="ko-KR" sz="3000" b="0" i="1" u="none" strike="noStrike" kern="1200" cap="none" spc="0" normalizeH="0" baseline="0" noProof="0" smtClean="0">
                                        <a:ln>
                                          <a:noFill/>
                                        </a:ln>
                                        <a:solidFill>
                                          <a:prstClr val="black"/>
                                        </a:solidFill>
                                        <a:effectLst/>
                                        <a:uLnTx/>
                                        <a:uFillTx/>
                                        <a:latin typeface="Cambria Math" panose="02040503050406030204" pitchFamily="18" charset="0"/>
                                        <a:cs typeface="+mn-cs"/>
                                      </a:rPr>
                                    </m:ctrlPr>
                                  </m:sSubPr>
                                  <m:e>
                                    <m:r>
                                      <a:rPr kumimoji="0" lang="en-US" altLang="ko-KR" sz="3000" b="0" i="1" u="none" strike="noStrike" kern="1200" cap="none" spc="0" normalizeH="0" baseline="0" noProof="0" smtClean="0">
                                        <a:ln>
                                          <a:noFill/>
                                        </a:ln>
                                        <a:solidFill>
                                          <a:prstClr val="black"/>
                                        </a:solidFill>
                                        <a:effectLst/>
                                        <a:uLnTx/>
                                        <a:uFillTx/>
                                        <a:latin typeface="Cambria Math" panose="02040503050406030204" pitchFamily="18" charset="0"/>
                                        <a:cs typeface="+mn-cs"/>
                                      </a:rPr>
                                      <m:t>𝑔</m:t>
                                    </m:r>
                                  </m:e>
                                  <m:sub>
                                    <m:r>
                                      <a:rPr kumimoji="0" lang="en-US" altLang="ko-KR" sz="3000" b="0" i="1" u="none" strike="noStrike" kern="1200" cap="none" spc="0" normalizeH="0" baseline="0" noProof="0" smtClean="0">
                                        <a:ln>
                                          <a:noFill/>
                                        </a:ln>
                                        <a:solidFill>
                                          <a:prstClr val="black"/>
                                        </a:solidFill>
                                        <a:effectLst/>
                                        <a:uLnTx/>
                                        <a:uFillTx/>
                                        <a:latin typeface="Cambria Math" panose="02040503050406030204" pitchFamily="18" charset="0"/>
                                        <a:cs typeface="+mn-cs"/>
                                      </a:rPr>
                                      <m:t>03</m:t>
                                    </m:r>
                                  </m:sub>
                                </m:sSub>
                              </m:oMath>
                            </m:oMathPara>
                          </a14:m>
                          <a:endParaRPr kumimoji="0" lang="ko-KR" altLang="en-US" sz="3000" b="0" i="0" u="none" strike="noStrike" kern="1200" cap="none" spc="0" normalizeH="0" baseline="0" noProof="0" dirty="0">
                            <a:ln>
                              <a:noFill/>
                            </a:ln>
                            <a:solidFill>
                              <a:prstClr val="black"/>
                            </a:solidFill>
                            <a:effectLst/>
                            <a:uLnTx/>
                            <a:uFillTx/>
                            <a:latin typeface="Calibri"/>
                            <a:ea typeface="맑은 고딕" panose="020B0503020000020004" pitchFamily="50" charset="-127"/>
                            <a:cs typeface="+mn-cs"/>
                          </a:endParaRPr>
                        </a:p>
                      </a:txBody>
                      <a:tcPr anchor="ctr">
                        <a:lnL w="12700" cmpd="sng">
                          <a:noFill/>
                        </a:lnL>
                        <a:lnR w="12700" cmpd="sng">
                          <a:noFill/>
                        </a:lnR>
                        <a:lnT w="12700" cmpd="sng">
                          <a:noFill/>
                        </a:lnT>
                        <a:lnB w="38100" cmpd="sng">
                          <a:noFill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  <a:solidFill>
                          <a:srgbClr val="F8F9FC"/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pPr marL="0" marR="0" lvl="0" indent="0" algn="ctr" defTabSz="914400" rtl="0" eaLnBrk="1" fontAlgn="auto" latinLnBrk="1" hangingPunct="1">
                            <a:lnSpc>
                              <a:spcPct val="100000"/>
                            </a:lnSpc>
                            <a:spcBef>
                              <a:spcPts val="0"/>
                            </a:spcBef>
                            <a:spcAft>
                              <a:spcPts val="0"/>
                            </a:spcAft>
                            <a:buClrTx/>
                            <a:buSzTx/>
                            <a:buFontTx/>
                            <a:buNone/>
                            <a:tabLst/>
                            <a:defRPr/>
                          </a:pPr>
                          <a14:m>
                            <m:oMathPara xmlns:m="http://schemas.openxmlformats.org/officeDocument/2006/math">
                              <m:oMath>
                                <m:sSub>
                                  <m:sSubPr>
                                    <m:ctrlPr>
                                      <a:rPr kumimoji="0" lang="en-US" altLang="ko-KR" sz="3000" b="0" i="1" u="none" strike="noStrike" kern="1200" cap="none" spc="0" normalizeH="0" baseline="0" noProof="0" smtClean="0">
                                        <a:ln>
                                          <a:noFill/>
                                        </a:ln>
                                        <a:solidFill>
                                          <a:prstClr val="black"/>
                                        </a:solidFill>
                                        <a:effectLst/>
                                        <a:uLnTx/>
                                        <a:uFillTx/>
                                        <a:latin typeface="Cambria Math" panose="02040503050406030204" pitchFamily="18" charset="0"/>
                                        <a:cs typeface="+mn-cs"/>
                                      </a:rPr>
                                    </m:ctrlPr>
                                  </m:sSubPr>
                                  <m:e>
                                    <m:r>
                                      <a:rPr kumimoji="0" lang="en-US" altLang="ko-KR" sz="3000" b="0" i="1" u="none" strike="noStrike" kern="1200" cap="none" spc="0" normalizeH="0" baseline="0" noProof="0" smtClean="0">
                                        <a:ln>
                                          <a:noFill/>
                                        </a:ln>
                                        <a:solidFill>
                                          <a:prstClr val="black"/>
                                        </a:solidFill>
                                        <a:effectLst/>
                                        <a:uLnTx/>
                                        <a:uFillTx/>
                                        <a:latin typeface="Cambria Math" panose="02040503050406030204" pitchFamily="18" charset="0"/>
                                        <a:cs typeface="+mn-cs"/>
                                      </a:rPr>
                                      <m:t>𝑔</m:t>
                                    </m:r>
                                  </m:e>
                                  <m:sub>
                                    <m:r>
                                      <a:rPr kumimoji="0" lang="en-US" altLang="ko-KR" sz="3000" b="0" i="1" u="none" strike="noStrike" kern="1200" cap="none" spc="0" normalizeH="0" baseline="0" noProof="0" smtClean="0">
                                        <a:ln>
                                          <a:noFill/>
                                        </a:ln>
                                        <a:solidFill>
                                          <a:prstClr val="black"/>
                                        </a:solidFill>
                                        <a:effectLst/>
                                        <a:uLnTx/>
                                        <a:uFillTx/>
                                        <a:latin typeface="Cambria Math" panose="02040503050406030204" pitchFamily="18" charset="0"/>
                                        <a:cs typeface="+mn-cs"/>
                                      </a:rPr>
                                      <m:t>04</m:t>
                                    </m:r>
                                  </m:sub>
                                </m:sSub>
                              </m:oMath>
                            </m:oMathPara>
                          </a14:m>
                          <a:endParaRPr kumimoji="0" lang="ko-KR" altLang="en-US" sz="3000" b="0" i="0" u="none" strike="noStrike" kern="1200" cap="none" spc="0" normalizeH="0" baseline="0" noProof="0" dirty="0">
                            <a:ln>
                              <a:noFill/>
                            </a:ln>
                            <a:solidFill>
                              <a:prstClr val="black"/>
                            </a:solidFill>
                            <a:effectLst/>
                            <a:uLnTx/>
                            <a:uFillTx/>
                            <a:latin typeface="Calibri"/>
                            <a:ea typeface="맑은 고딕" panose="020B0503020000020004" pitchFamily="50" charset="-127"/>
                            <a:cs typeface="+mn-cs"/>
                          </a:endParaRPr>
                        </a:p>
                      </a:txBody>
                      <a:tcPr anchor="ctr">
                        <a:lnL w="12700" cmpd="sng">
                          <a:noFill/>
                        </a:lnL>
                        <a:lnR w="12700" cmpd="sng">
                          <a:noFill/>
                        </a:lnR>
                        <a:lnT w="12700" cmpd="sng">
                          <a:noFill/>
                        </a:lnT>
                        <a:lnB w="38100" cmpd="sng">
                          <a:noFill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  <a:solidFill>
                          <a:srgbClr val="F8F9FC"/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pPr marL="0" marR="0" lvl="0" indent="0" algn="ctr" defTabSz="914400" rtl="0" eaLnBrk="1" fontAlgn="auto" latinLnBrk="1" hangingPunct="1">
                            <a:lnSpc>
                              <a:spcPct val="100000"/>
                            </a:lnSpc>
                            <a:spcBef>
                              <a:spcPts val="0"/>
                            </a:spcBef>
                            <a:spcAft>
                              <a:spcPts val="0"/>
                            </a:spcAft>
                            <a:buClrTx/>
                            <a:buSzTx/>
                            <a:buFontTx/>
                            <a:buNone/>
                            <a:tabLst/>
                            <a:defRPr/>
                          </a:pPr>
                          <a14:m>
                            <m:oMathPara xmlns:m="http://schemas.openxmlformats.org/officeDocument/2006/math">
                              <m:oMath>
                                <m:sSub>
                                  <m:sSubPr>
                                    <m:ctrlPr>
                                      <a:rPr kumimoji="0" lang="en-US" altLang="ko-KR" sz="3000" b="0" i="1" u="none" strike="noStrike" kern="1200" cap="none" spc="0" normalizeH="0" baseline="0" noProof="0" smtClean="0">
                                        <a:ln>
                                          <a:noFill/>
                                        </a:ln>
                                        <a:solidFill>
                                          <a:prstClr val="black"/>
                                        </a:solidFill>
                                        <a:effectLst/>
                                        <a:uLnTx/>
                                        <a:uFillTx/>
                                        <a:latin typeface="Cambria Math" panose="02040503050406030204" pitchFamily="18" charset="0"/>
                                        <a:cs typeface="+mn-cs"/>
                                      </a:rPr>
                                    </m:ctrlPr>
                                  </m:sSubPr>
                                  <m:e>
                                    <m:r>
                                      <a:rPr kumimoji="0" lang="en-US" altLang="ko-KR" sz="3000" b="0" i="1" u="none" strike="noStrike" kern="1200" cap="none" spc="0" normalizeH="0" baseline="0" noProof="0" smtClean="0">
                                        <a:ln>
                                          <a:noFill/>
                                        </a:ln>
                                        <a:solidFill>
                                          <a:prstClr val="black"/>
                                        </a:solidFill>
                                        <a:effectLst/>
                                        <a:uLnTx/>
                                        <a:uFillTx/>
                                        <a:latin typeface="Cambria Math" panose="02040503050406030204" pitchFamily="18" charset="0"/>
                                        <a:cs typeface="+mn-cs"/>
                                      </a:rPr>
                                      <m:t>𝑔</m:t>
                                    </m:r>
                                  </m:e>
                                  <m:sub>
                                    <m:r>
                                      <a:rPr kumimoji="0" lang="en-US" altLang="ko-KR" sz="3000" b="0" i="1" u="none" strike="noStrike" kern="1200" cap="none" spc="0" normalizeH="0" baseline="0" noProof="0" smtClean="0">
                                        <a:ln>
                                          <a:noFill/>
                                        </a:ln>
                                        <a:solidFill>
                                          <a:prstClr val="black"/>
                                        </a:solidFill>
                                        <a:effectLst/>
                                        <a:uLnTx/>
                                        <a:uFillTx/>
                                        <a:latin typeface="Cambria Math" panose="02040503050406030204" pitchFamily="18" charset="0"/>
                                        <a:cs typeface="+mn-cs"/>
                                      </a:rPr>
                                      <m:t>05</m:t>
                                    </m:r>
                                  </m:sub>
                                </m:sSub>
                              </m:oMath>
                            </m:oMathPara>
                          </a14:m>
                          <a:endParaRPr kumimoji="0" lang="ko-KR" altLang="en-US" sz="3000" b="0" i="0" u="none" strike="noStrike" kern="1200" cap="none" spc="0" normalizeH="0" baseline="0" noProof="0" dirty="0">
                            <a:ln>
                              <a:noFill/>
                            </a:ln>
                            <a:solidFill>
                              <a:prstClr val="black"/>
                            </a:solidFill>
                            <a:effectLst/>
                            <a:uLnTx/>
                            <a:uFillTx/>
                            <a:latin typeface="Calibri"/>
                            <a:ea typeface="맑은 고딕" panose="020B0503020000020004" pitchFamily="50" charset="-127"/>
                            <a:cs typeface="+mn-cs"/>
                          </a:endParaRPr>
                        </a:p>
                      </a:txBody>
                      <a:tcPr anchor="ctr">
                        <a:lnL w="12700" cmpd="sng">
                          <a:noFill/>
                        </a:lnL>
                        <a:lnR w="12700" cmpd="sng">
                          <a:noFill/>
                        </a:lnR>
                        <a:lnT w="12700" cmpd="sng">
                          <a:noFill/>
                        </a:lnT>
                        <a:lnB w="38100" cmpd="sng">
                          <a:noFill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  <a:solidFill>
                          <a:srgbClr val="F8F9FC"/>
                        </a:solidFill>
                      </a:tcPr>
                    </a:tc>
                    <a:extLst>
                      <a:ext uri="{0D108BD9-81ED-4DB2-BD59-A6C34878D82A}">
                        <a16:rowId xmlns:a16="http://schemas.microsoft.com/office/drawing/2014/main" val="2115575296"/>
                      </a:ext>
                    </a:extLst>
                  </a:tr>
                  <a:tr h="963297">
                    <a:tc>
                      <a:txBody>
                        <a:bodyPr/>
                        <a:lstStyle/>
                        <a:p>
                          <a:pPr marL="0" marR="0" lvl="0" indent="0" algn="ctr" defTabSz="914400" rtl="0" eaLnBrk="1" fontAlgn="auto" latinLnBrk="1" hangingPunct="1">
                            <a:lnSpc>
                              <a:spcPct val="100000"/>
                            </a:lnSpc>
                            <a:spcBef>
                              <a:spcPts val="0"/>
                            </a:spcBef>
                            <a:spcAft>
                              <a:spcPts val="0"/>
                            </a:spcAft>
                            <a:buClrTx/>
                            <a:buSzTx/>
                            <a:buFontTx/>
                            <a:buNone/>
                            <a:tabLst/>
                            <a:defRPr/>
                          </a:pPr>
                          <a14:m>
                            <m:oMathPara xmlns:m="http://schemas.openxmlformats.org/officeDocument/2006/math">
                              <m:oMath>
                                <m:sSub>
                                  <m:sSubPr>
                                    <m:ctrlPr>
                                      <a:rPr kumimoji="0" lang="en-US" altLang="ko-KR" sz="3000" b="0" i="1" u="none" strike="noStrike" kern="1200" cap="none" spc="0" normalizeH="0" baseline="0" noProof="0" smtClean="0">
                                        <a:ln>
                                          <a:noFill/>
                                        </a:ln>
                                        <a:solidFill>
                                          <a:prstClr val="black"/>
                                        </a:solidFill>
                                        <a:effectLst/>
                                        <a:uLnTx/>
                                        <a:uFillTx/>
                                        <a:latin typeface="Cambria Math" panose="02040503050406030204" pitchFamily="18" charset="0"/>
                                        <a:cs typeface="+mn-cs"/>
                                      </a:rPr>
                                    </m:ctrlPr>
                                  </m:sSubPr>
                                  <m:e>
                                    <m:r>
                                      <a:rPr kumimoji="0" lang="en-US" altLang="ko-KR" sz="3000" b="0" i="1" u="none" strike="noStrike" kern="1200" cap="none" spc="0" normalizeH="0" baseline="0" noProof="0" smtClean="0">
                                        <a:ln>
                                          <a:noFill/>
                                        </a:ln>
                                        <a:solidFill>
                                          <a:prstClr val="black"/>
                                        </a:solidFill>
                                        <a:effectLst/>
                                        <a:uLnTx/>
                                        <a:uFillTx/>
                                        <a:latin typeface="Cambria Math" panose="02040503050406030204" pitchFamily="18" charset="0"/>
                                        <a:cs typeface="+mn-cs"/>
                                      </a:rPr>
                                      <m:t>𝑔</m:t>
                                    </m:r>
                                  </m:e>
                                  <m:sub>
                                    <m:r>
                                      <a:rPr kumimoji="0" lang="en-US" altLang="ko-KR" sz="3000" b="0" i="1" u="none" strike="noStrike" kern="1200" cap="none" spc="0" normalizeH="0" baseline="0" noProof="0" smtClean="0">
                                        <a:ln>
                                          <a:noFill/>
                                        </a:ln>
                                        <a:solidFill>
                                          <a:prstClr val="black"/>
                                        </a:solidFill>
                                        <a:effectLst/>
                                        <a:uLnTx/>
                                        <a:uFillTx/>
                                        <a:latin typeface="Cambria Math" panose="02040503050406030204" pitchFamily="18" charset="0"/>
                                        <a:cs typeface="+mn-cs"/>
                                      </a:rPr>
                                      <m:t>10</m:t>
                                    </m:r>
                                  </m:sub>
                                </m:sSub>
                              </m:oMath>
                            </m:oMathPara>
                          </a14:m>
                          <a:endParaRPr kumimoji="0" lang="ko-KR" altLang="en-US" sz="3000" b="0" i="0" u="none" strike="noStrike" kern="1200" cap="none" spc="0" normalizeH="0" baseline="0" noProof="0" dirty="0">
                            <a:ln>
                              <a:noFill/>
                            </a:ln>
                            <a:solidFill>
                              <a:prstClr val="black"/>
                            </a:solidFill>
                            <a:effectLst/>
                            <a:uLnTx/>
                            <a:uFillTx/>
                            <a:latin typeface="+mn-lt"/>
                            <a:ea typeface="+mn-ea"/>
                            <a:cs typeface="+mn-cs"/>
                          </a:endParaRPr>
                        </a:p>
                      </a:txBody>
                      <a:tcPr marL="86950" marR="86950" marT="43475" marB="43475" anchor="ctr">
                        <a:lnL w="12700" cmpd="sng">
                          <a:noFill/>
                        </a:lnL>
                        <a:lnR w="12700" cmpd="sng">
                          <a:noFill/>
                        </a:lnR>
                        <a:lnT w="38100" cmpd="sng">
                          <a:noFill/>
                        </a:lnT>
                        <a:lnB w="12700" cmpd="sng">
                          <a:noFill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  <a:solidFill>
                          <a:srgbClr val="F8F9FC"/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pPr marL="0" marR="0" lvl="0" indent="0" algn="ctr" defTabSz="914400" rtl="0" eaLnBrk="1" fontAlgn="auto" latinLnBrk="1" hangingPunct="1">
                            <a:lnSpc>
                              <a:spcPct val="100000"/>
                            </a:lnSpc>
                            <a:spcBef>
                              <a:spcPts val="0"/>
                            </a:spcBef>
                            <a:spcAft>
                              <a:spcPts val="0"/>
                            </a:spcAft>
                            <a:buClrTx/>
                            <a:buSzTx/>
                            <a:buFontTx/>
                            <a:buNone/>
                            <a:tabLst/>
                            <a:defRPr/>
                          </a:pPr>
                          <a14:m>
                            <m:oMathPara xmlns:m="http://schemas.openxmlformats.org/officeDocument/2006/math">
                              <m:oMath>
                                <m:sSub>
                                  <m:sSubPr>
                                    <m:ctrlPr>
                                      <a:rPr kumimoji="0" lang="en-US" altLang="ko-KR" sz="3000" b="0" i="1" u="none" strike="noStrike" kern="1200" cap="none" spc="0" normalizeH="0" baseline="0" noProof="0" smtClean="0">
                                        <a:ln>
                                          <a:noFill/>
                                        </a:ln>
                                        <a:solidFill>
                                          <a:prstClr val="black"/>
                                        </a:solidFill>
                                        <a:effectLst/>
                                        <a:uLnTx/>
                                        <a:uFillTx/>
                                        <a:latin typeface="Cambria Math" panose="02040503050406030204" pitchFamily="18" charset="0"/>
                                        <a:cs typeface="+mn-cs"/>
                                      </a:rPr>
                                    </m:ctrlPr>
                                  </m:sSubPr>
                                  <m:e>
                                    <m:r>
                                      <a:rPr kumimoji="0" lang="en-US" altLang="ko-KR" sz="3000" b="0" i="1" u="none" strike="noStrike" kern="1200" cap="none" spc="0" normalizeH="0" baseline="0" noProof="0" smtClean="0">
                                        <a:ln>
                                          <a:noFill/>
                                        </a:ln>
                                        <a:solidFill>
                                          <a:prstClr val="black"/>
                                        </a:solidFill>
                                        <a:effectLst/>
                                        <a:uLnTx/>
                                        <a:uFillTx/>
                                        <a:latin typeface="Cambria Math" panose="02040503050406030204" pitchFamily="18" charset="0"/>
                                        <a:cs typeface="+mn-cs"/>
                                      </a:rPr>
                                      <m:t>𝑔</m:t>
                                    </m:r>
                                  </m:e>
                                  <m:sub>
                                    <m:r>
                                      <a:rPr kumimoji="0" lang="en-US" altLang="ko-KR" sz="3000" b="0" i="1" u="none" strike="noStrike" kern="1200" cap="none" spc="0" normalizeH="0" baseline="0" noProof="0" smtClean="0">
                                        <a:ln>
                                          <a:noFill/>
                                        </a:ln>
                                        <a:solidFill>
                                          <a:prstClr val="black"/>
                                        </a:solidFill>
                                        <a:effectLst/>
                                        <a:uLnTx/>
                                        <a:uFillTx/>
                                        <a:latin typeface="Cambria Math" panose="02040503050406030204" pitchFamily="18" charset="0"/>
                                        <a:cs typeface="+mn-cs"/>
                                      </a:rPr>
                                      <m:t>11</m:t>
                                    </m:r>
                                  </m:sub>
                                </m:sSub>
                              </m:oMath>
                            </m:oMathPara>
                          </a14:m>
                          <a:endParaRPr kumimoji="0" lang="ko-KR" altLang="en-US" sz="3000" b="0" i="0" u="none" strike="noStrike" kern="1200" cap="none" spc="0" normalizeH="0" baseline="0" noProof="0" dirty="0">
                            <a:ln>
                              <a:noFill/>
                            </a:ln>
                            <a:solidFill>
                              <a:prstClr val="black"/>
                            </a:solidFill>
                            <a:effectLst/>
                            <a:uLnTx/>
                            <a:uFillTx/>
                            <a:latin typeface="+mn-lt"/>
                            <a:ea typeface="+mn-ea"/>
                            <a:cs typeface="+mn-cs"/>
                          </a:endParaRPr>
                        </a:p>
                      </a:txBody>
                      <a:tcPr marL="86950" marR="86950" marT="43475" marB="43475" anchor="ctr">
                        <a:lnL w="12700" cmpd="sng">
                          <a:noFill/>
                        </a:lnL>
                        <a:lnR w="12700" cmpd="sng">
                          <a:noFill/>
                        </a:lnR>
                        <a:lnT w="38100" cmpd="sng">
                          <a:noFill/>
                        </a:lnT>
                        <a:lnB w="12700" cmpd="sng">
                          <a:noFill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  <a:solidFill>
                          <a:srgbClr val="F8F9FC"/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pPr algn="ctr" latinLnBrk="1"/>
                          <a14:m>
                            <m:oMathPara xmlns:m="http://schemas.openxmlformats.org/officeDocument/2006/math">
                              <m:oMath>
                                <m:sSub>
                                  <m:sSubPr>
                                    <m:ctrlPr>
                                      <a:rPr kumimoji="0" lang="en-US" altLang="ko-KR" sz="3000" b="0" i="1" u="none" strike="noStrike" kern="1200" cap="none" spc="0" normalizeH="0" baseline="0" noProof="0" smtClean="0">
                                        <a:ln>
                                          <a:noFill/>
                                        </a:ln>
                                        <a:solidFill>
                                          <a:prstClr val="black"/>
                                        </a:solidFill>
                                        <a:effectLst/>
                                        <a:uLnTx/>
                                        <a:uFillTx/>
                                        <a:latin typeface="Cambria Math" panose="02040503050406030204" pitchFamily="18" charset="0"/>
                                        <a:cs typeface="+mn-cs"/>
                                      </a:rPr>
                                    </m:ctrlPr>
                                  </m:sSubPr>
                                  <m:e>
                                    <m:r>
                                      <a:rPr kumimoji="0" lang="en-US" altLang="ko-KR" sz="3000" b="0" i="1" u="none" strike="noStrike" kern="1200" cap="none" spc="0" normalizeH="0" baseline="0" noProof="0" smtClean="0">
                                        <a:ln>
                                          <a:noFill/>
                                        </a:ln>
                                        <a:solidFill>
                                          <a:prstClr val="black"/>
                                        </a:solidFill>
                                        <a:effectLst/>
                                        <a:uLnTx/>
                                        <a:uFillTx/>
                                        <a:latin typeface="Cambria Math" panose="02040503050406030204" pitchFamily="18" charset="0"/>
                                        <a:cs typeface="+mn-cs"/>
                                      </a:rPr>
                                      <m:t>𝑔</m:t>
                                    </m:r>
                                  </m:e>
                                  <m:sub>
                                    <m:r>
                                      <a:rPr kumimoji="0" lang="en-US" altLang="ko-KR" sz="3000" b="0" i="1" u="none" strike="noStrike" kern="1200" cap="none" spc="0" normalizeH="0" baseline="0" noProof="0" smtClean="0">
                                        <a:ln>
                                          <a:noFill/>
                                        </a:ln>
                                        <a:solidFill>
                                          <a:prstClr val="black"/>
                                        </a:solidFill>
                                        <a:effectLst/>
                                        <a:uLnTx/>
                                        <a:uFillTx/>
                                        <a:latin typeface="Cambria Math" panose="02040503050406030204" pitchFamily="18" charset="0"/>
                                        <a:cs typeface="+mn-cs"/>
                                      </a:rPr>
                                      <m:t>12</m:t>
                                    </m:r>
                                  </m:sub>
                                </m:sSub>
                              </m:oMath>
                            </m:oMathPara>
                          </a14:m>
                          <a:endParaRPr lang="ko-KR" altLang="en-US" sz="3000" dirty="0"/>
                        </a:p>
                      </a:txBody>
                      <a:tcPr marL="86950" marR="86950" marT="43475" marB="43475" anchor="ctr">
                        <a:lnL w="12700" cmpd="sng">
                          <a:noFill/>
                        </a:lnL>
                        <a:lnR w="12700" cmpd="sng">
                          <a:noFill/>
                        </a:lnR>
                        <a:lnT w="38100" cmpd="sng">
                          <a:noFill/>
                        </a:lnT>
                        <a:lnB w="12700" cmpd="sng">
                          <a:noFill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  <a:solidFill>
                          <a:srgbClr val="F8F9FC"/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pPr algn="ctr" latinLnBrk="1"/>
                          <a14:m>
                            <m:oMathPara xmlns:m="http://schemas.openxmlformats.org/officeDocument/2006/math">
                              <m:oMath>
                                <m:sSub>
                                  <m:sSubPr>
                                    <m:ctrlPr>
                                      <a:rPr kumimoji="0" lang="en-US" altLang="ko-KR" sz="3000" b="0" i="1" u="none" strike="noStrike" kern="1200" cap="none" spc="0" normalizeH="0" baseline="0" noProof="0" smtClean="0">
                                        <a:ln>
                                          <a:noFill/>
                                        </a:ln>
                                        <a:solidFill>
                                          <a:prstClr val="black"/>
                                        </a:solidFill>
                                        <a:effectLst/>
                                        <a:uLnTx/>
                                        <a:uFillTx/>
                                        <a:latin typeface="Cambria Math" panose="02040503050406030204" pitchFamily="18" charset="0"/>
                                        <a:cs typeface="+mn-cs"/>
                                      </a:rPr>
                                    </m:ctrlPr>
                                  </m:sSubPr>
                                  <m:e>
                                    <m:r>
                                      <a:rPr kumimoji="0" lang="en-US" altLang="ko-KR" sz="3000" b="0" i="1" u="none" strike="noStrike" kern="1200" cap="none" spc="0" normalizeH="0" baseline="0" noProof="0" smtClean="0">
                                        <a:ln>
                                          <a:noFill/>
                                        </a:ln>
                                        <a:solidFill>
                                          <a:prstClr val="black"/>
                                        </a:solidFill>
                                        <a:effectLst/>
                                        <a:uLnTx/>
                                        <a:uFillTx/>
                                        <a:latin typeface="Cambria Math" panose="02040503050406030204" pitchFamily="18" charset="0"/>
                                        <a:cs typeface="+mn-cs"/>
                                      </a:rPr>
                                      <m:t>𝑔</m:t>
                                    </m:r>
                                  </m:e>
                                  <m:sub>
                                    <m:r>
                                      <a:rPr kumimoji="0" lang="en-US" altLang="ko-KR" sz="3000" b="0" i="1" u="none" strike="noStrike" kern="1200" cap="none" spc="0" normalizeH="0" baseline="0" noProof="0" smtClean="0">
                                        <a:ln>
                                          <a:noFill/>
                                        </a:ln>
                                        <a:solidFill>
                                          <a:prstClr val="black"/>
                                        </a:solidFill>
                                        <a:effectLst/>
                                        <a:uLnTx/>
                                        <a:uFillTx/>
                                        <a:latin typeface="Cambria Math" panose="02040503050406030204" pitchFamily="18" charset="0"/>
                                        <a:cs typeface="+mn-cs"/>
                                      </a:rPr>
                                      <m:t>13</m:t>
                                    </m:r>
                                  </m:sub>
                                </m:sSub>
                              </m:oMath>
                            </m:oMathPara>
                          </a14:m>
                          <a:endParaRPr lang="ko-KR" altLang="en-US" sz="3000" dirty="0"/>
                        </a:p>
                      </a:txBody>
                      <a:tcPr marL="86950" marR="86950" marT="43475" marB="43475" anchor="ctr">
                        <a:lnL w="12700" cmpd="sng">
                          <a:noFill/>
                        </a:lnL>
                        <a:lnR w="12700" cmpd="sng">
                          <a:noFill/>
                        </a:lnR>
                        <a:lnT w="38100" cmpd="sng">
                          <a:noFill/>
                        </a:lnT>
                        <a:lnB w="12700" cmpd="sng">
                          <a:noFill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  <a:solidFill>
                          <a:srgbClr val="F8F9FC"/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pPr algn="ctr" latinLnBrk="1"/>
                          <a14:m>
                            <m:oMathPara xmlns:m="http://schemas.openxmlformats.org/officeDocument/2006/math">
                              <m:oMath>
                                <m:sSub>
                                  <m:sSubPr>
                                    <m:ctrlPr>
                                      <a:rPr kumimoji="0" lang="en-US" altLang="ko-KR" sz="3000" b="0" i="1" u="none" strike="noStrike" kern="1200" cap="none" spc="0" normalizeH="0" baseline="0" noProof="0" smtClean="0">
                                        <a:ln>
                                          <a:noFill/>
                                        </a:ln>
                                        <a:solidFill>
                                          <a:prstClr val="black"/>
                                        </a:solidFill>
                                        <a:effectLst/>
                                        <a:uLnTx/>
                                        <a:uFillTx/>
                                        <a:latin typeface="Cambria Math" panose="02040503050406030204" pitchFamily="18" charset="0"/>
                                        <a:cs typeface="+mn-cs"/>
                                      </a:rPr>
                                    </m:ctrlPr>
                                  </m:sSubPr>
                                  <m:e>
                                    <m:r>
                                      <a:rPr kumimoji="0" lang="en-US" altLang="ko-KR" sz="3000" b="0" i="1" u="none" strike="noStrike" kern="1200" cap="none" spc="0" normalizeH="0" baseline="0" noProof="0" smtClean="0">
                                        <a:ln>
                                          <a:noFill/>
                                        </a:ln>
                                        <a:solidFill>
                                          <a:prstClr val="black"/>
                                        </a:solidFill>
                                        <a:effectLst/>
                                        <a:uLnTx/>
                                        <a:uFillTx/>
                                        <a:latin typeface="Cambria Math" panose="02040503050406030204" pitchFamily="18" charset="0"/>
                                        <a:cs typeface="+mn-cs"/>
                                      </a:rPr>
                                      <m:t>𝑔</m:t>
                                    </m:r>
                                  </m:e>
                                  <m:sub>
                                    <m:r>
                                      <a:rPr kumimoji="0" lang="en-US" altLang="ko-KR" sz="3000" b="0" i="1" u="none" strike="noStrike" kern="1200" cap="none" spc="0" normalizeH="0" baseline="0" noProof="0" smtClean="0">
                                        <a:ln>
                                          <a:noFill/>
                                        </a:ln>
                                        <a:solidFill>
                                          <a:prstClr val="black"/>
                                        </a:solidFill>
                                        <a:effectLst/>
                                        <a:uLnTx/>
                                        <a:uFillTx/>
                                        <a:latin typeface="Cambria Math" panose="02040503050406030204" pitchFamily="18" charset="0"/>
                                        <a:cs typeface="+mn-cs"/>
                                      </a:rPr>
                                      <m:t>14</m:t>
                                    </m:r>
                                  </m:sub>
                                </m:sSub>
                              </m:oMath>
                            </m:oMathPara>
                          </a14:m>
                          <a:endParaRPr lang="ko-KR" altLang="en-US" sz="3000" dirty="0"/>
                        </a:p>
                      </a:txBody>
                      <a:tcPr marL="86950" marR="86950" marT="43475" marB="43475" anchor="ctr">
                        <a:lnL w="12700" cmpd="sng">
                          <a:noFill/>
                        </a:lnL>
                        <a:lnR w="12700" cmpd="sng">
                          <a:noFill/>
                        </a:lnR>
                        <a:lnT w="38100" cmpd="sng">
                          <a:noFill/>
                        </a:lnT>
                        <a:lnB w="12700" cmpd="sng">
                          <a:noFill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  <a:solidFill>
                          <a:srgbClr val="F8F9FC"/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pPr algn="ctr" latinLnBrk="1"/>
                          <a14:m>
                            <m:oMathPara xmlns:m="http://schemas.openxmlformats.org/officeDocument/2006/math">
                              <m:oMath>
                                <m:sSub>
                                  <m:sSubPr>
                                    <m:ctrlPr>
                                      <a:rPr kumimoji="0" lang="en-US" altLang="ko-KR" sz="3000" b="0" i="1" u="none" strike="noStrike" kern="1200" cap="none" spc="0" normalizeH="0" baseline="0" noProof="0" smtClean="0">
                                        <a:ln>
                                          <a:noFill/>
                                        </a:ln>
                                        <a:solidFill>
                                          <a:prstClr val="black"/>
                                        </a:solidFill>
                                        <a:effectLst/>
                                        <a:uLnTx/>
                                        <a:uFillTx/>
                                        <a:latin typeface="Cambria Math" panose="02040503050406030204" pitchFamily="18" charset="0"/>
                                        <a:cs typeface="+mn-cs"/>
                                      </a:rPr>
                                    </m:ctrlPr>
                                  </m:sSubPr>
                                  <m:e>
                                    <m:r>
                                      <a:rPr kumimoji="0" lang="en-US" altLang="ko-KR" sz="3000" b="0" i="1" u="none" strike="noStrike" kern="1200" cap="none" spc="0" normalizeH="0" baseline="0" noProof="0" smtClean="0">
                                        <a:ln>
                                          <a:noFill/>
                                        </a:ln>
                                        <a:solidFill>
                                          <a:prstClr val="black"/>
                                        </a:solidFill>
                                        <a:effectLst/>
                                        <a:uLnTx/>
                                        <a:uFillTx/>
                                        <a:latin typeface="Cambria Math" panose="02040503050406030204" pitchFamily="18" charset="0"/>
                                        <a:cs typeface="+mn-cs"/>
                                      </a:rPr>
                                      <m:t>𝑔</m:t>
                                    </m:r>
                                  </m:e>
                                  <m:sub>
                                    <m:r>
                                      <a:rPr kumimoji="0" lang="en-US" altLang="ko-KR" sz="3000" b="0" i="1" u="none" strike="noStrike" kern="1200" cap="none" spc="0" normalizeH="0" baseline="0" noProof="0" smtClean="0">
                                        <a:ln>
                                          <a:noFill/>
                                        </a:ln>
                                        <a:solidFill>
                                          <a:prstClr val="black"/>
                                        </a:solidFill>
                                        <a:effectLst/>
                                        <a:uLnTx/>
                                        <a:uFillTx/>
                                        <a:latin typeface="Cambria Math" panose="02040503050406030204" pitchFamily="18" charset="0"/>
                                        <a:cs typeface="+mn-cs"/>
                                      </a:rPr>
                                      <m:t>15</m:t>
                                    </m:r>
                                  </m:sub>
                                </m:sSub>
                              </m:oMath>
                            </m:oMathPara>
                          </a14:m>
                          <a:endParaRPr lang="ko-KR" altLang="en-US" sz="3000" dirty="0"/>
                        </a:p>
                      </a:txBody>
                      <a:tcPr marL="86950" marR="86950" marT="43475" marB="43475" anchor="ctr">
                        <a:lnL w="12700" cmpd="sng">
                          <a:noFill/>
                        </a:lnL>
                        <a:lnR w="12700" cmpd="sng">
                          <a:noFill/>
                        </a:lnR>
                        <a:lnT w="38100" cmpd="sng">
                          <a:noFill/>
                        </a:lnT>
                        <a:lnB w="12700" cmpd="sng">
                          <a:noFill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  <a:solidFill>
                          <a:srgbClr val="F8F9FC"/>
                        </a:solidFill>
                      </a:tcPr>
                    </a:tc>
                    <a:extLst>
                      <a:ext uri="{0D108BD9-81ED-4DB2-BD59-A6C34878D82A}">
                        <a16:rowId xmlns:a16="http://schemas.microsoft.com/office/drawing/2014/main" val="1006389151"/>
                      </a:ext>
                    </a:extLst>
                  </a:tr>
                  <a:tr h="963297">
                    <a:tc>
                      <a:txBody>
                        <a:bodyPr/>
                        <a:lstStyle/>
                        <a:p>
                          <a:pPr marL="0" marR="0" lvl="0" indent="0" algn="ctr" defTabSz="457200" rtl="0" eaLnBrk="1" fontAlgn="auto" latinLnBrk="1" hangingPunct="1">
                            <a:lnSpc>
                              <a:spcPct val="100000"/>
                            </a:lnSpc>
                            <a:spcBef>
                              <a:spcPts val="0"/>
                            </a:spcBef>
                            <a:spcAft>
                              <a:spcPts val="0"/>
                            </a:spcAft>
                            <a:buClrTx/>
                            <a:buSzTx/>
                            <a:buFontTx/>
                            <a:buNone/>
                            <a:tabLst/>
                            <a:defRPr/>
                          </a:pPr>
                          <a14:m>
                            <m:oMathPara xmlns:m="http://schemas.openxmlformats.org/officeDocument/2006/math">
                              <m:oMath>
                                <m:sSub>
                                  <m:sSubPr>
                                    <m:ctrlPr>
                                      <a:rPr kumimoji="0" lang="en-US" altLang="ko-KR" sz="3000" b="0" i="1" u="none" strike="noStrike" kern="1200" cap="none" spc="0" normalizeH="0" baseline="0" noProof="0" smtClean="0">
                                        <a:ln>
                                          <a:noFill/>
                                        </a:ln>
                                        <a:solidFill>
                                          <a:prstClr val="black"/>
                                        </a:solidFill>
                                        <a:effectLst/>
                                        <a:uLnTx/>
                                        <a:uFillTx/>
                                        <a:latin typeface="Cambria Math" panose="02040503050406030204" pitchFamily="18" charset="0"/>
                                        <a:cs typeface="+mn-cs"/>
                                      </a:rPr>
                                    </m:ctrlPr>
                                  </m:sSubPr>
                                  <m:e>
                                    <m:r>
                                      <a:rPr kumimoji="0" lang="en-US" altLang="ko-KR" sz="3000" b="0" i="1" u="none" strike="noStrike" kern="1200" cap="none" spc="0" normalizeH="0" baseline="0" noProof="0" smtClean="0">
                                        <a:ln>
                                          <a:noFill/>
                                        </a:ln>
                                        <a:solidFill>
                                          <a:prstClr val="black"/>
                                        </a:solidFill>
                                        <a:effectLst/>
                                        <a:uLnTx/>
                                        <a:uFillTx/>
                                        <a:latin typeface="Cambria Math" panose="02040503050406030204" pitchFamily="18" charset="0"/>
                                        <a:cs typeface="+mn-cs"/>
                                      </a:rPr>
                                      <m:t>𝑔</m:t>
                                    </m:r>
                                  </m:e>
                                  <m:sub>
                                    <m:r>
                                      <a:rPr kumimoji="0" lang="en-US" altLang="ko-KR" sz="3000" b="0" i="1" u="none" strike="noStrike" kern="1200" cap="none" spc="0" normalizeH="0" baseline="0" noProof="0" smtClean="0">
                                        <a:ln>
                                          <a:noFill/>
                                        </a:ln>
                                        <a:solidFill>
                                          <a:prstClr val="black"/>
                                        </a:solidFill>
                                        <a:effectLst/>
                                        <a:uLnTx/>
                                        <a:uFillTx/>
                                        <a:latin typeface="Cambria Math" panose="02040503050406030204" pitchFamily="18" charset="0"/>
                                        <a:cs typeface="+mn-cs"/>
                                      </a:rPr>
                                      <m:t>20</m:t>
                                    </m:r>
                                  </m:sub>
                                </m:sSub>
                              </m:oMath>
                            </m:oMathPara>
                          </a14:m>
                          <a:endParaRPr lang="ko-KR" altLang="en-US" sz="3000" dirty="0"/>
                        </a:p>
                      </a:txBody>
                      <a:tcPr marL="86950" marR="86950" marT="43475" marB="43475" anchor="ctr">
                        <a:lnL w="12700" cmpd="sng">
                          <a:noFill/>
                        </a:lnL>
                        <a:lnR w="12700" cmpd="sng">
                          <a:noFill/>
                        </a:lnR>
                        <a:lnT w="12700" cmpd="sng">
                          <a:noFill/>
                        </a:lnT>
                        <a:lnB w="12700" cmpd="sng">
                          <a:noFill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  <a:solidFill>
                          <a:srgbClr val="F8F9FC"/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pPr marL="0" marR="0" lvl="0" indent="0" algn="ctr" defTabSz="457200" rtl="0" eaLnBrk="1" fontAlgn="auto" latinLnBrk="1" hangingPunct="1">
                            <a:lnSpc>
                              <a:spcPct val="100000"/>
                            </a:lnSpc>
                            <a:spcBef>
                              <a:spcPts val="0"/>
                            </a:spcBef>
                            <a:spcAft>
                              <a:spcPts val="0"/>
                            </a:spcAft>
                            <a:buClrTx/>
                            <a:buSzTx/>
                            <a:buFontTx/>
                            <a:buNone/>
                            <a:tabLst/>
                            <a:defRPr/>
                          </a:pPr>
                          <a14:m>
                            <m:oMathPara xmlns:m="http://schemas.openxmlformats.org/officeDocument/2006/math">
                              <m:oMath>
                                <m:sSub>
                                  <m:sSubPr>
                                    <m:ctrlPr>
                                      <a:rPr kumimoji="0" lang="en-US" altLang="ko-KR" sz="3000" b="0" i="1" u="none" strike="noStrike" kern="1200" cap="none" spc="0" normalizeH="0" baseline="0" noProof="0" smtClean="0">
                                        <a:ln>
                                          <a:noFill/>
                                        </a:ln>
                                        <a:solidFill>
                                          <a:prstClr val="black"/>
                                        </a:solidFill>
                                        <a:effectLst/>
                                        <a:uLnTx/>
                                        <a:uFillTx/>
                                        <a:latin typeface="Cambria Math" panose="02040503050406030204" pitchFamily="18" charset="0"/>
                                        <a:cs typeface="+mn-cs"/>
                                      </a:rPr>
                                    </m:ctrlPr>
                                  </m:sSubPr>
                                  <m:e>
                                    <m:r>
                                      <a:rPr kumimoji="0" lang="en-US" altLang="ko-KR" sz="3000" b="0" i="1" u="none" strike="noStrike" kern="1200" cap="none" spc="0" normalizeH="0" baseline="0" noProof="0" smtClean="0">
                                        <a:ln>
                                          <a:noFill/>
                                        </a:ln>
                                        <a:solidFill>
                                          <a:prstClr val="black"/>
                                        </a:solidFill>
                                        <a:effectLst/>
                                        <a:uLnTx/>
                                        <a:uFillTx/>
                                        <a:latin typeface="Cambria Math" panose="02040503050406030204" pitchFamily="18" charset="0"/>
                                        <a:cs typeface="+mn-cs"/>
                                      </a:rPr>
                                      <m:t>𝑔</m:t>
                                    </m:r>
                                  </m:e>
                                  <m:sub>
                                    <m:r>
                                      <a:rPr kumimoji="0" lang="en-US" altLang="ko-KR" sz="3000" b="0" i="1" u="none" strike="noStrike" kern="1200" cap="none" spc="0" normalizeH="0" baseline="0" noProof="0" smtClean="0">
                                        <a:ln>
                                          <a:noFill/>
                                        </a:ln>
                                        <a:solidFill>
                                          <a:prstClr val="black"/>
                                        </a:solidFill>
                                        <a:effectLst/>
                                        <a:uLnTx/>
                                        <a:uFillTx/>
                                        <a:latin typeface="Cambria Math" panose="02040503050406030204" pitchFamily="18" charset="0"/>
                                        <a:cs typeface="+mn-cs"/>
                                      </a:rPr>
                                      <m:t>21</m:t>
                                    </m:r>
                                  </m:sub>
                                </m:sSub>
                              </m:oMath>
                            </m:oMathPara>
                          </a14:m>
                          <a:endParaRPr lang="ko-KR" altLang="en-US" sz="3000" dirty="0"/>
                        </a:p>
                      </a:txBody>
                      <a:tcPr marL="86950" marR="86950" marT="43475" marB="43475" anchor="ctr">
                        <a:lnL w="12700" cmpd="sng">
                          <a:noFill/>
                        </a:lnL>
                        <a:lnR w="12700" cmpd="sng">
                          <a:noFill/>
                        </a:lnR>
                        <a:lnT w="12700" cmpd="sng">
                          <a:noFill/>
                        </a:lnT>
                        <a:lnB w="12700" cmpd="sng">
                          <a:noFill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  <a:solidFill>
                          <a:srgbClr val="F8F9FC"/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pPr marL="0" marR="0" lvl="0" indent="0" algn="ctr" defTabSz="457200" rtl="0" eaLnBrk="1" fontAlgn="auto" latinLnBrk="1" hangingPunct="1">
                            <a:lnSpc>
                              <a:spcPct val="100000"/>
                            </a:lnSpc>
                            <a:spcBef>
                              <a:spcPts val="0"/>
                            </a:spcBef>
                            <a:spcAft>
                              <a:spcPts val="0"/>
                            </a:spcAft>
                            <a:buClrTx/>
                            <a:buSzTx/>
                            <a:buFontTx/>
                            <a:buNone/>
                            <a:tabLst/>
                            <a:defRPr/>
                          </a:pPr>
                          <a14:m>
                            <m:oMathPara xmlns:m="http://schemas.openxmlformats.org/officeDocument/2006/math">
                              <m:oMath>
                                <m:sSub>
                                  <m:sSubPr>
                                    <m:ctrlPr>
                                      <a:rPr kumimoji="0" lang="en-US" altLang="ko-KR" sz="3000" b="0" i="1" u="none" strike="noStrike" kern="1200" cap="none" spc="0" normalizeH="0" baseline="0" noProof="0" smtClean="0">
                                        <a:ln>
                                          <a:noFill/>
                                        </a:ln>
                                        <a:solidFill>
                                          <a:prstClr val="black"/>
                                        </a:solidFill>
                                        <a:effectLst/>
                                        <a:uLnTx/>
                                        <a:uFillTx/>
                                        <a:latin typeface="Cambria Math" panose="02040503050406030204" pitchFamily="18" charset="0"/>
                                        <a:cs typeface="+mn-cs"/>
                                      </a:rPr>
                                    </m:ctrlPr>
                                  </m:sSubPr>
                                  <m:e>
                                    <m:r>
                                      <a:rPr kumimoji="0" lang="en-US" altLang="ko-KR" sz="3000" b="0" i="1" u="none" strike="noStrike" kern="1200" cap="none" spc="0" normalizeH="0" baseline="0" noProof="0" smtClean="0">
                                        <a:ln>
                                          <a:noFill/>
                                        </a:ln>
                                        <a:solidFill>
                                          <a:prstClr val="black"/>
                                        </a:solidFill>
                                        <a:effectLst/>
                                        <a:uLnTx/>
                                        <a:uFillTx/>
                                        <a:latin typeface="Cambria Math" panose="02040503050406030204" pitchFamily="18" charset="0"/>
                                        <a:cs typeface="+mn-cs"/>
                                      </a:rPr>
                                      <m:t>𝑔</m:t>
                                    </m:r>
                                  </m:e>
                                  <m:sub>
                                    <m:r>
                                      <a:rPr kumimoji="0" lang="en-US" altLang="ko-KR" sz="3000" b="0" i="1" u="none" strike="noStrike" kern="1200" cap="none" spc="0" normalizeH="0" baseline="0" noProof="0" smtClean="0">
                                        <a:ln>
                                          <a:noFill/>
                                        </a:ln>
                                        <a:solidFill>
                                          <a:prstClr val="black"/>
                                        </a:solidFill>
                                        <a:effectLst/>
                                        <a:uLnTx/>
                                        <a:uFillTx/>
                                        <a:latin typeface="Cambria Math" panose="02040503050406030204" pitchFamily="18" charset="0"/>
                                        <a:cs typeface="+mn-cs"/>
                                      </a:rPr>
                                      <m:t>22</m:t>
                                    </m:r>
                                  </m:sub>
                                </m:sSub>
                              </m:oMath>
                            </m:oMathPara>
                          </a14:m>
                          <a:endParaRPr lang="ko-KR" altLang="en-US" sz="3000" dirty="0"/>
                        </a:p>
                      </a:txBody>
                      <a:tcPr marL="86950" marR="86950" marT="43475" marB="43475" anchor="ctr">
                        <a:lnL w="12700" cmpd="sng">
                          <a:noFill/>
                        </a:lnL>
                        <a:lnR w="12700" cmpd="sng">
                          <a:noFill/>
                        </a:lnR>
                        <a:lnT w="12700" cmpd="sng">
                          <a:noFill/>
                        </a:lnT>
                        <a:lnB w="12700" cmpd="sng">
                          <a:noFill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  <a:solidFill>
                          <a:srgbClr val="F8F9FC"/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pPr marL="0" marR="0" lvl="0" indent="0" algn="ctr" defTabSz="457200" rtl="0" eaLnBrk="1" fontAlgn="auto" latinLnBrk="1" hangingPunct="1">
                            <a:lnSpc>
                              <a:spcPct val="100000"/>
                            </a:lnSpc>
                            <a:spcBef>
                              <a:spcPts val="0"/>
                            </a:spcBef>
                            <a:spcAft>
                              <a:spcPts val="0"/>
                            </a:spcAft>
                            <a:buClrTx/>
                            <a:buSzTx/>
                            <a:buFontTx/>
                            <a:buNone/>
                            <a:tabLst/>
                            <a:defRPr/>
                          </a:pPr>
                          <a14:m>
                            <m:oMathPara xmlns:m="http://schemas.openxmlformats.org/officeDocument/2006/math">
                              <m:oMath>
                                <m:sSub>
                                  <m:sSubPr>
                                    <m:ctrlPr>
                                      <a:rPr kumimoji="0" lang="en-US" altLang="ko-KR" sz="3000" b="0" i="1" u="none" strike="noStrike" kern="1200" cap="none" spc="0" normalizeH="0" baseline="0" noProof="0" smtClean="0">
                                        <a:ln>
                                          <a:noFill/>
                                        </a:ln>
                                        <a:solidFill>
                                          <a:prstClr val="black"/>
                                        </a:solidFill>
                                        <a:effectLst/>
                                        <a:uLnTx/>
                                        <a:uFillTx/>
                                        <a:latin typeface="Cambria Math" panose="02040503050406030204" pitchFamily="18" charset="0"/>
                                        <a:cs typeface="+mn-cs"/>
                                      </a:rPr>
                                    </m:ctrlPr>
                                  </m:sSubPr>
                                  <m:e>
                                    <m:r>
                                      <a:rPr kumimoji="0" lang="en-US" altLang="ko-KR" sz="3000" b="0" i="1" u="none" strike="noStrike" kern="1200" cap="none" spc="0" normalizeH="0" baseline="0" noProof="0" smtClean="0">
                                        <a:ln>
                                          <a:noFill/>
                                        </a:ln>
                                        <a:solidFill>
                                          <a:prstClr val="black"/>
                                        </a:solidFill>
                                        <a:effectLst/>
                                        <a:uLnTx/>
                                        <a:uFillTx/>
                                        <a:latin typeface="Cambria Math" panose="02040503050406030204" pitchFamily="18" charset="0"/>
                                        <a:cs typeface="+mn-cs"/>
                                      </a:rPr>
                                      <m:t>𝑔</m:t>
                                    </m:r>
                                  </m:e>
                                  <m:sub>
                                    <m:r>
                                      <a:rPr kumimoji="0" lang="en-US" altLang="ko-KR" sz="3000" b="0" i="1" u="none" strike="noStrike" kern="1200" cap="none" spc="0" normalizeH="0" baseline="0" noProof="0" smtClean="0">
                                        <a:ln>
                                          <a:noFill/>
                                        </a:ln>
                                        <a:solidFill>
                                          <a:prstClr val="black"/>
                                        </a:solidFill>
                                        <a:effectLst/>
                                        <a:uLnTx/>
                                        <a:uFillTx/>
                                        <a:latin typeface="Cambria Math" panose="02040503050406030204" pitchFamily="18" charset="0"/>
                                        <a:cs typeface="+mn-cs"/>
                                      </a:rPr>
                                      <m:t>23</m:t>
                                    </m:r>
                                  </m:sub>
                                </m:sSub>
                              </m:oMath>
                            </m:oMathPara>
                          </a14:m>
                          <a:endParaRPr lang="ko-KR" altLang="en-US" sz="3000" dirty="0"/>
                        </a:p>
                      </a:txBody>
                      <a:tcPr marL="86950" marR="86950" marT="43475" marB="43475" anchor="ctr">
                        <a:lnL w="12700" cmpd="sng">
                          <a:noFill/>
                        </a:lnL>
                        <a:lnR w="12700" cmpd="sng">
                          <a:noFill/>
                        </a:lnR>
                        <a:lnT w="12700" cmpd="sng">
                          <a:noFill/>
                        </a:lnT>
                        <a:lnB w="12700" cmpd="sng">
                          <a:noFill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  <a:solidFill>
                          <a:srgbClr val="F8F9FC"/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pPr algn="ctr" latinLnBrk="1"/>
                          <a14:m>
                            <m:oMathPara xmlns:m="http://schemas.openxmlformats.org/officeDocument/2006/math">
                              <m:oMath>
                                <m:sSub>
                                  <m:sSubPr>
                                    <m:ctrlPr>
                                      <a:rPr kumimoji="0" lang="en-US" altLang="ko-KR" sz="3000" b="0" i="1" u="none" strike="noStrike" kern="1200" cap="none" spc="0" normalizeH="0" baseline="0" noProof="0" smtClean="0">
                                        <a:ln>
                                          <a:noFill/>
                                        </a:ln>
                                        <a:solidFill>
                                          <a:prstClr val="black"/>
                                        </a:solidFill>
                                        <a:effectLst/>
                                        <a:uLnTx/>
                                        <a:uFillTx/>
                                        <a:latin typeface="Cambria Math" panose="02040503050406030204" pitchFamily="18" charset="0"/>
                                        <a:cs typeface="+mn-cs"/>
                                      </a:rPr>
                                    </m:ctrlPr>
                                  </m:sSubPr>
                                  <m:e>
                                    <m:r>
                                      <a:rPr kumimoji="0" lang="en-US" altLang="ko-KR" sz="3000" b="0" i="1" u="none" strike="noStrike" kern="1200" cap="none" spc="0" normalizeH="0" baseline="0" noProof="0" smtClean="0">
                                        <a:ln>
                                          <a:noFill/>
                                        </a:ln>
                                        <a:solidFill>
                                          <a:prstClr val="black"/>
                                        </a:solidFill>
                                        <a:effectLst/>
                                        <a:uLnTx/>
                                        <a:uFillTx/>
                                        <a:latin typeface="Cambria Math" panose="02040503050406030204" pitchFamily="18" charset="0"/>
                                        <a:cs typeface="+mn-cs"/>
                                      </a:rPr>
                                      <m:t>𝑔</m:t>
                                    </m:r>
                                  </m:e>
                                  <m:sub>
                                    <m:r>
                                      <a:rPr kumimoji="0" lang="en-US" altLang="ko-KR" sz="3000" b="0" i="1" u="none" strike="noStrike" kern="1200" cap="none" spc="0" normalizeH="0" baseline="0" noProof="0" smtClean="0">
                                        <a:ln>
                                          <a:noFill/>
                                        </a:ln>
                                        <a:solidFill>
                                          <a:prstClr val="black"/>
                                        </a:solidFill>
                                        <a:effectLst/>
                                        <a:uLnTx/>
                                        <a:uFillTx/>
                                        <a:latin typeface="Cambria Math" panose="02040503050406030204" pitchFamily="18" charset="0"/>
                                        <a:cs typeface="+mn-cs"/>
                                      </a:rPr>
                                      <m:t>24</m:t>
                                    </m:r>
                                  </m:sub>
                                </m:sSub>
                              </m:oMath>
                            </m:oMathPara>
                          </a14:m>
                          <a:endParaRPr lang="ko-KR" altLang="en-US" sz="3000" dirty="0"/>
                        </a:p>
                      </a:txBody>
                      <a:tcPr marL="86950" marR="86950" marT="43475" marB="43475" anchor="ctr">
                        <a:lnL w="12700" cmpd="sng">
                          <a:noFill/>
                        </a:lnL>
                        <a:lnR w="12700" cmpd="sng">
                          <a:noFill/>
                        </a:lnR>
                        <a:lnT w="12700" cmpd="sng">
                          <a:noFill/>
                        </a:lnT>
                        <a:lnB w="12700" cmpd="sng">
                          <a:noFill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  <a:solidFill>
                          <a:srgbClr val="F8F9FC"/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pPr algn="ctr" latinLnBrk="1"/>
                          <a14:m>
                            <m:oMathPara xmlns:m="http://schemas.openxmlformats.org/officeDocument/2006/math">
                              <m:oMath>
                                <m:sSub>
                                  <m:sSubPr>
                                    <m:ctrlPr>
                                      <a:rPr kumimoji="0" lang="en-US" altLang="ko-KR" sz="3000" b="0" i="1" u="none" strike="noStrike" kern="1200" cap="none" spc="0" normalizeH="0" baseline="0" noProof="0" smtClean="0">
                                        <a:ln>
                                          <a:noFill/>
                                        </a:ln>
                                        <a:solidFill>
                                          <a:prstClr val="black"/>
                                        </a:solidFill>
                                        <a:effectLst/>
                                        <a:uLnTx/>
                                        <a:uFillTx/>
                                        <a:latin typeface="Cambria Math" panose="02040503050406030204" pitchFamily="18" charset="0"/>
                                        <a:cs typeface="+mn-cs"/>
                                      </a:rPr>
                                    </m:ctrlPr>
                                  </m:sSubPr>
                                  <m:e>
                                    <m:r>
                                      <a:rPr kumimoji="0" lang="en-US" altLang="ko-KR" sz="3000" b="0" i="1" u="none" strike="noStrike" kern="1200" cap="none" spc="0" normalizeH="0" baseline="0" noProof="0" smtClean="0">
                                        <a:ln>
                                          <a:noFill/>
                                        </a:ln>
                                        <a:solidFill>
                                          <a:prstClr val="black"/>
                                        </a:solidFill>
                                        <a:effectLst/>
                                        <a:uLnTx/>
                                        <a:uFillTx/>
                                        <a:latin typeface="Cambria Math" panose="02040503050406030204" pitchFamily="18" charset="0"/>
                                        <a:cs typeface="+mn-cs"/>
                                      </a:rPr>
                                      <m:t>𝑔</m:t>
                                    </m:r>
                                  </m:e>
                                  <m:sub>
                                    <m:r>
                                      <a:rPr kumimoji="0" lang="en-US" altLang="ko-KR" sz="3000" b="0" i="1" u="none" strike="noStrike" kern="1200" cap="none" spc="0" normalizeH="0" baseline="0" noProof="0" smtClean="0">
                                        <a:ln>
                                          <a:noFill/>
                                        </a:ln>
                                        <a:solidFill>
                                          <a:prstClr val="black"/>
                                        </a:solidFill>
                                        <a:effectLst/>
                                        <a:uLnTx/>
                                        <a:uFillTx/>
                                        <a:latin typeface="Cambria Math" panose="02040503050406030204" pitchFamily="18" charset="0"/>
                                        <a:cs typeface="+mn-cs"/>
                                      </a:rPr>
                                      <m:t>25</m:t>
                                    </m:r>
                                  </m:sub>
                                </m:sSub>
                              </m:oMath>
                            </m:oMathPara>
                          </a14:m>
                          <a:endParaRPr lang="ko-KR" altLang="en-US" sz="3000" dirty="0"/>
                        </a:p>
                      </a:txBody>
                      <a:tcPr marL="86950" marR="86950" marT="43475" marB="43475" anchor="ctr">
                        <a:lnL w="12700" cmpd="sng">
                          <a:noFill/>
                        </a:lnL>
                        <a:lnR w="12700" cmpd="sng">
                          <a:noFill/>
                        </a:lnR>
                        <a:lnT w="12700" cmpd="sng">
                          <a:noFill/>
                        </a:lnT>
                        <a:lnB w="12700" cmpd="sng">
                          <a:noFill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  <a:solidFill>
                          <a:srgbClr val="F8F9FC"/>
                        </a:solidFill>
                      </a:tcPr>
                    </a:tc>
                    <a:extLst>
                      <a:ext uri="{0D108BD9-81ED-4DB2-BD59-A6C34878D82A}">
                        <a16:rowId xmlns:a16="http://schemas.microsoft.com/office/drawing/2014/main" val="491478089"/>
                      </a:ext>
                    </a:extLst>
                  </a:tr>
                  <a:tr h="963297">
                    <a:tc>
                      <a:txBody>
                        <a:bodyPr/>
                        <a:lstStyle/>
                        <a:p>
                          <a:pPr algn="ctr" latinLnBrk="1"/>
                          <a14:m>
                            <m:oMathPara xmlns:m="http://schemas.openxmlformats.org/officeDocument/2006/math">
                              <m:oMath>
                                <m:sSub>
                                  <m:sSubPr>
                                    <m:ctrlPr>
                                      <a:rPr kumimoji="0" lang="en-US" altLang="ko-KR" sz="3000" b="0" i="1" u="none" strike="noStrike" kern="1200" cap="none" spc="0" normalizeH="0" baseline="0" noProof="0" smtClean="0">
                                        <a:ln>
                                          <a:noFill/>
                                        </a:ln>
                                        <a:solidFill>
                                          <a:prstClr val="black"/>
                                        </a:solidFill>
                                        <a:effectLst/>
                                        <a:uLnTx/>
                                        <a:uFillTx/>
                                        <a:latin typeface="Cambria Math" panose="02040503050406030204" pitchFamily="18" charset="0"/>
                                        <a:cs typeface="+mn-cs"/>
                                      </a:rPr>
                                    </m:ctrlPr>
                                  </m:sSubPr>
                                  <m:e>
                                    <m:r>
                                      <a:rPr kumimoji="0" lang="en-US" altLang="ko-KR" sz="3000" b="0" i="1" u="none" strike="noStrike" kern="1200" cap="none" spc="0" normalizeH="0" baseline="0" noProof="0" smtClean="0">
                                        <a:ln>
                                          <a:noFill/>
                                        </a:ln>
                                        <a:solidFill>
                                          <a:prstClr val="black"/>
                                        </a:solidFill>
                                        <a:effectLst/>
                                        <a:uLnTx/>
                                        <a:uFillTx/>
                                        <a:latin typeface="Cambria Math" panose="02040503050406030204" pitchFamily="18" charset="0"/>
                                        <a:cs typeface="+mn-cs"/>
                                      </a:rPr>
                                      <m:t>𝑔</m:t>
                                    </m:r>
                                  </m:e>
                                  <m:sub>
                                    <m:r>
                                      <a:rPr kumimoji="0" lang="en-US" altLang="ko-KR" sz="3000" b="0" i="1" u="none" strike="noStrike" kern="1200" cap="none" spc="0" normalizeH="0" baseline="0" noProof="0" smtClean="0">
                                        <a:ln>
                                          <a:noFill/>
                                        </a:ln>
                                        <a:solidFill>
                                          <a:prstClr val="black"/>
                                        </a:solidFill>
                                        <a:effectLst/>
                                        <a:uLnTx/>
                                        <a:uFillTx/>
                                        <a:latin typeface="Cambria Math" panose="02040503050406030204" pitchFamily="18" charset="0"/>
                                        <a:cs typeface="+mn-cs"/>
                                      </a:rPr>
                                      <m:t>30</m:t>
                                    </m:r>
                                  </m:sub>
                                </m:sSub>
                              </m:oMath>
                            </m:oMathPara>
                          </a14:m>
                          <a:endParaRPr lang="ko-KR" altLang="en-US" sz="3000" dirty="0"/>
                        </a:p>
                      </a:txBody>
                      <a:tcPr marL="86950" marR="86950" marT="43475" marB="43475" anchor="ctr">
                        <a:lnL w="12700" cmpd="sng">
                          <a:noFill/>
                        </a:lnL>
                        <a:lnR w="12700" cmpd="sng">
                          <a:noFill/>
                        </a:lnR>
                        <a:lnT w="12700" cmpd="sng">
                          <a:noFill/>
                        </a:lnT>
                        <a:lnB w="12700" cmpd="sng">
                          <a:noFill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  <a:solidFill>
                          <a:srgbClr val="F8F9FC"/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pPr algn="ctr" latinLnBrk="1"/>
                          <a14:m>
                            <m:oMathPara xmlns:m="http://schemas.openxmlformats.org/officeDocument/2006/math">
                              <m:oMath>
                                <m:sSub>
                                  <m:sSubPr>
                                    <m:ctrlPr>
                                      <a:rPr kumimoji="0" lang="en-US" altLang="ko-KR" sz="3000" b="0" i="1" u="none" strike="noStrike" kern="1200" cap="none" spc="0" normalizeH="0" baseline="0" noProof="0" smtClean="0">
                                        <a:ln>
                                          <a:noFill/>
                                        </a:ln>
                                        <a:solidFill>
                                          <a:prstClr val="black"/>
                                        </a:solidFill>
                                        <a:effectLst/>
                                        <a:uLnTx/>
                                        <a:uFillTx/>
                                        <a:latin typeface="Cambria Math" panose="02040503050406030204" pitchFamily="18" charset="0"/>
                                        <a:cs typeface="+mn-cs"/>
                                      </a:rPr>
                                    </m:ctrlPr>
                                  </m:sSubPr>
                                  <m:e>
                                    <m:r>
                                      <a:rPr kumimoji="0" lang="en-US" altLang="ko-KR" sz="3000" b="0" i="1" u="none" strike="noStrike" kern="1200" cap="none" spc="0" normalizeH="0" baseline="0" noProof="0" smtClean="0">
                                        <a:ln>
                                          <a:noFill/>
                                        </a:ln>
                                        <a:solidFill>
                                          <a:prstClr val="black"/>
                                        </a:solidFill>
                                        <a:effectLst/>
                                        <a:uLnTx/>
                                        <a:uFillTx/>
                                        <a:latin typeface="Cambria Math" panose="02040503050406030204" pitchFamily="18" charset="0"/>
                                        <a:cs typeface="+mn-cs"/>
                                      </a:rPr>
                                      <m:t>𝑔</m:t>
                                    </m:r>
                                  </m:e>
                                  <m:sub>
                                    <m:r>
                                      <a:rPr kumimoji="0" lang="en-US" altLang="ko-KR" sz="3000" b="0" i="1" u="none" strike="noStrike" kern="1200" cap="none" spc="0" normalizeH="0" baseline="0" noProof="0" smtClean="0">
                                        <a:ln>
                                          <a:noFill/>
                                        </a:ln>
                                        <a:solidFill>
                                          <a:prstClr val="black"/>
                                        </a:solidFill>
                                        <a:effectLst/>
                                        <a:uLnTx/>
                                        <a:uFillTx/>
                                        <a:latin typeface="Cambria Math" panose="02040503050406030204" pitchFamily="18" charset="0"/>
                                        <a:cs typeface="+mn-cs"/>
                                      </a:rPr>
                                      <m:t>31</m:t>
                                    </m:r>
                                  </m:sub>
                                </m:sSub>
                              </m:oMath>
                            </m:oMathPara>
                          </a14:m>
                          <a:endParaRPr lang="ko-KR" altLang="en-US" sz="3000" dirty="0"/>
                        </a:p>
                      </a:txBody>
                      <a:tcPr marL="86950" marR="86950" marT="43475" marB="43475" anchor="ctr">
                        <a:lnL w="12700" cmpd="sng">
                          <a:noFill/>
                        </a:lnL>
                        <a:lnR w="12700" cmpd="sng">
                          <a:noFill/>
                        </a:lnR>
                        <a:lnT w="12700" cmpd="sng">
                          <a:noFill/>
                        </a:lnT>
                        <a:lnB w="12700" cmpd="sng">
                          <a:noFill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  <a:solidFill>
                          <a:srgbClr val="F8F9FC"/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pPr algn="ctr" latinLnBrk="1"/>
                          <a14:m>
                            <m:oMathPara xmlns:m="http://schemas.openxmlformats.org/officeDocument/2006/math">
                              <m:oMath>
                                <m:sSub>
                                  <m:sSubPr>
                                    <m:ctrlPr>
                                      <a:rPr kumimoji="0" lang="en-US" altLang="ko-KR" sz="3000" b="0" i="1" u="none" strike="noStrike" kern="1200" cap="none" spc="0" normalizeH="0" baseline="0" noProof="0" smtClean="0">
                                        <a:ln>
                                          <a:noFill/>
                                        </a:ln>
                                        <a:solidFill>
                                          <a:prstClr val="black"/>
                                        </a:solidFill>
                                        <a:effectLst/>
                                        <a:uLnTx/>
                                        <a:uFillTx/>
                                        <a:latin typeface="Cambria Math" panose="02040503050406030204" pitchFamily="18" charset="0"/>
                                        <a:cs typeface="+mn-cs"/>
                                      </a:rPr>
                                    </m:ctrlPr>
                                  </m:sSubPr>
                                  <m:e>
                                    <m:r>
                                      <a:rPr kumimoji="0" lang="en-US" altLang="ko-KR" sz="3000" b="0" i="1" u="none" strike="noStrike" kern="1200" cap="none" spc="0" normalizeH="0" baseline="0" noProof="0" smtClean="0">
                                        <a:ln>
                                          <a:noFill/>
                                        </a:ln>
                                        <a:solidFill>
                                          <a:prstClr val="black"/>
                                        </a:solidFill>
                                        <a:effectLst/>
                                        <a:uLnTx/>
                                        <a:uFillTx/>
                                        <a:latin typeface="Cambria Math" panose="02040503050406030204" pitchFamily="18" charset="0"/>
                                        <a:cs typeface="+mn-cs"/>
                                      </a:rPr>
                                      <m:t>𝑔</m:t>
                                    </m:r>
                                  </m:e>
                                  <m:sub>
                                    <m:r>
                                      <a:rPr kumimoji="0" lang="en-US" altLang="ko-KR" sz="3000" b="0" i="1" u="none" strike="noStrike" kern="1200" cap="none" spc="0" normalizeH="0" baseline="0" noProof="0" smtClean="0">
                                        <a:ln>
                                          <a:noFill/>
                                        </a:ln>
                                        <a:solidFill>
                                          <a:prstClr val="black"/>
                                        </a:solidFill>
                                        <a:effectLst/>
                                        <a:uLnTx/>
                                        <a:uFillTx/>
                                        <a:latin typeface="Cambria Math" panose="02040503050406030204" pitchFamily="18" charset="0"/>
                                        <a:cs typeface="+mn-cs"/>
                                      </a:rPr>
                                      <m:t>32</m:t>
                                    </m:r>
                                  </m:sub>
                                </m:sSub>
                              </m:oMath>
                            </m:oMathPara>
                          </a14:m>
                          <a:endParaRPr lang="ko-KR" altLang="en-US" sz="3000" dirty="0"/>
                        </a:p>
                      </a:txBody>
                      <a:tcPr marL="86950" marR="86950" marT="43475" marB="43475" anchor="ctr">
                        <a:lnL w="12700" cmpd="sng">
                          <a:noFill/>
                        </a:lnL>
                        <a:lnR w="12700" cmpd="sng">
                          <a:noFill/>
                        </a:lnR>
                        <a:lnT w="12700" cmpd="sng">
                          <a:noFill/>
                        </a:lnT>
                        <a:lnB w="12700" cmpd="sng">
                          <a:noFill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  <a:solidFill>
                          <a:srgbClr val="F8F9FC"/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pPr algn="ctr" latinLnBrk="1"/>
                          <a14:m>
                            <m:oMathPara xmlns:m="http://schemas.openxmlformats.org/officeDocument/2006/math">
                              <m:oMath>
                                <m:sSub>
                                  <m:sSubPr>
                                    <m:ctrlPr>
                                      <a:rPr kumimoji="0" lang="en-US" altLang="ko-KR" sz="3000" b="0" i="1" u="none" strike="noStrike" kern="1200" cap="none" spc="0" normalizeH="0" baseline="0" noProof="0" smtClean="0">
                                        <a:ln>
                                          <a:noFill/>
                                        </a:ln>
                                        <a:solidFill>
                                          <a:prstClr val="black"/>
                                        </a:solidFill>
                                        <a:effectLst/>
                                        <a:uLnTx/>
                                        <a:uFillTx/>
                                        <a:latin typeface="Cambria Math" panose="02040503050406030204" pitchFamily="18" charset="0"/>
                                        <a:cs typeface="+mn-cs"/>
                                      </a:rPr>
                                    </m:ctrlPr>
                                  </m:sSubPr>
                                  <m:e>
                                    <m:r>
                                      <a:rPr kumimoji="0" lang="en-US" altLang="ko-KR" sz="3000" b="0" i="1" u="none" strike="noStrike" kern="1200" cap="none" spc="0" normalizeH="0" baseline="0" noProof="0" smtClean="0">
                                        <a:ln>
                                          <a:noFill/>
                                        </a:ln>
                                        <a:solidFill>
                                          <a:prstClr val="black"/>
                                        </a:solidFill>
                                        <a:effectLst/>
                                        <a:uLnTx/>
                                        <a:uFillTx/>
                                        <a:latin typeface="Cambria Math" panose="02040503050406030204" pitchFamily="18" charset="0"/>
                                        <a:cs typeface="+mn-cs"/>
                                      </a:rPr>
                                      <m:t>𝑔</m:t>
                                    </m:r>
                                  </m:e>
                                  <m:sub>
                                    <m:r>
                                      <a:rPr kumimoji="0" lang="en-US" altLang="ko-KR" sz="3000" b="0" i="1" u="none" strike="noStrike" kern="1200" cap="none" spc="0" normalizeH="0" baseline="0" noProof="0" smtClean="0">
                                        <a:ln>
                                          <a:noFill/>
                                        </a:ln>
                                        <a:solidFill>
                                          <a:prstClr val="black"/>
                                        </a:solidFill>
                                        <a:effectLst/>
                                        <a:uLnTx/>
                                        <a:uFillTx/>
                                        <a:latin typeface="Cambria Math" panose="02040503050406030204" pitchFamily="18" charset="0"/>
                                        <a:cs typeface="+mn-cs"/>
                                      </a:rPr>
                                      <m:t>33</m:t>
                                    </m:r>
                                  </m:sub>
                                </m:sSub>
                              </m:oMath>
                            </m:oMathPara>
                          </a14:m>
                          <a:endParaRPr lang="ko-KR" altLang="en-US" sz="3000" dirty="0"/>
                        </a:p>
                      </a:txBody>
                      <a:tcPr marL="86950" marR="86950" marT="43475" marB="43475" anchor="ctr">
                        <a:lnL w="12700" cmpd="sng">
                          <a:noFill/>
                        </a:lnL>
                        <a:lnR w="12700" cmpd="sng">
                          <a:noFill/>
                        </a:lnR>
                        <a:lnT w="12700" cmpd="sng">
                          <a:noFill/>
                        </a:lnT>
                        <a:lnB w="12700" cmpd="sng">
                          <a:noFill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  <a:solidFill>
                          <a:srgbClr val="F8F9FC"/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pPr algn="ctr" latinLnBrk="1"/>
                          <a14:m>
                            <m:oMathPara xmlns:m="http://schemas.openxmlformats.org/officeDocument/2006/math">
                              <m:oMath>
                                <m:sSub>
                                  <m:sSubPr>
                                    <m:ctrlPr>
                                      <a:rPr kumimoji="0" lang="en-US" altLang="ko-KR" sz="3000" b="0" i="1" u="none" strike="noStrike" kern="1200" cap="none" spc="0" normalizeH="0" baseline="0" noProof="0" smtClean="0">
                                        <a:ln>
                                          <a:noFill/>
                                        </a:ln>
                                        <a:solidFill>
                                          <a:prstClr val="black"/>
                                        </a:solidFill>
                                        <a:effectLst/>
                                        <a:uLnTx/>
                                        <a:uFillTx/>
                                        <a:latin typeface="Cambria Math" panose="02040503050406030204" pitchFamily="18" charset="0"/>
                                        <a:cs typeface="+mn-cs"/>
                                      </a:rPr>
                                    </m:ctrlPr>
                                  </m:sSubPr>
                                  <m:e>
                                    <m:r>
                                      <a:rPr kumimoji="0" lang="en-US" altLang="ko-KR" sz="3000" b="0" i="1" u="none" strike="noStrike" kern="1200" cap="none" spc="0" normalizeH="0" baseline="0" noProof="0" smtClean="0">
                                        <a:ln>
                                          <a:noFill/>
                                        </a:ln>
                                        <a:solidFill>
                                          <a:prstClr val="black"/>
                                        </a:solidFill>
                                        <a:effectLst/>
                                        <a:uLnTx/>
                                        <a:uFillTx/>
                                        <a:latin typeface="Cambria Math" panose="02040503050406030204" pitchFamily="18" charset="0"/>
                                        <a:cs typeface="+mn-cs"/>
                                      </a:rPr>
                                      <m:t>𝑔</m:t>
                                    </m:r>
                                  </m:e>
                                  <m:sub>
                                    <m:r>
                                      <a:rPr kumimoji="0" lang="en-US" altLang="ko-KR" sz="3000" b="0" i="1" u="none" strike="noStrike" kern="1200" cap="none" spc="0" normalizeH="0" baseline="0" noProof="0" smtClean="0">
                                        <a:ln>
                                          <a:noFill/>
                                        </a:ln>
                                        <a:solidFill>
                                          <a:prstClr val="black"/>
                                        </a:solidFill>
                                        <a:effectLst/>
                                        <a:uLnTx/>
                                        <a:uFillTx/>
                                        <a:latin typeface="Cambria Math" panose="02040503050406030204" pitchFamily="18" charset="0"/>
                                        <a:cs typeface="+mn-cs"/>
                                      </a:rPr>
                                      <m:t>34</m:t>
                                    </m:r>
                                  </m:sub>
                                </m:sSub>
                              </m:oMath>
                            </m:oMathPara>
                          </a14:m>
                          <a:endParaRPr lang="ko-KR" altLang="en-US" sz="3000" dirty="0"/>
                        </a:p>
                      </a:txBody>
                      <a:tcPr marL="86950" marR="86950" marT="43475" marB="43475" anchor="ctr">
                        <a:lnL w="12700" cmpd="sng">
                          <a:noFill/>
                        </a:lnL>
                        <a:lnR w="12700" cmpd="sng">
                          <a:noFill/>
                        </a:lnR>
                        <a:lnT w="12700" cmpd="sng">
                          <a:noFill/>
                        </a:lnT>
                        <a:lnB w="12700" cmpd="sng">
                          <a:noFill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  <a:solidFill>
                          <a:srgbClr val="F8F9FC"/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pPr algn="ctr" latinLnBrk="1"/>
                          <a14:m>
                            <m:oMathPara xmlns:m="http://schemas.openxmlformats.org/officeDocument/2006/math">
                              <m:oMath>
                                <m:sSub>
                                  <m:sSubPr>
                                    <m:ctrlPr>
                                      <a:rPr kumimoji="0" lang="en-US" altLang="ko-KR" sz="3000" b="0" i="1" u="none" strike="noStrike" kern="1200" cap="none" spc="0" normalizeH="0" baseline="0" noProof="0" smtClean="0">
                                        <a:ln>
                                          <a:noFill/>
                                        </a:ln>
                                        <a:solidFill>
                                          <a:prstClr val="black"/>
                                        </a:solidFill>
                                        <a:effectLst/>
                                        <a:uLnTx/>
                                        <a:uFillTx/>
                                        <a:latin typeface="Cambria Math" panose="02040503050406030204" pitchFamily="18" charset="0"/>
                                        <a:cs typeface="+mn-cs"/>
                                      </a:rPr>
                                    </m:ctrlPr>
                                  </m:sSubPr>
                                  <m:e>
                                    <m:r>
                                      <a:rPr kumimoji="0" lang="en-US" altLang="ko-KR" sz="3000" b="0" i="1" u="none" strike="noStrike" kern="1200" cap="none" spc="0" normalizeH="0" baseline="0" noProof="0" smtClean="0">
                                        <a:ln>
                                          <a:noFill/>
                                        </a:ln>
                                        <a:solidFill>
                                          <a:prstClr val="black"/>
                                        </a:solidFill>
                                        <a:effectLst/>
                                        <a:uLnTx/>
                                        <a:uFillTx/>
                                        <a:latin typeface="Cambria Math" panose="02040503050406030204" pitchFamily="18" charset="0"/>
                                        <a:cs typeface="+mn-cs"/>
                                      </a:rPr>
                                      <m:t>𝑔</m:t>
                                    </m:r>
                                  </m:e>
                                  <m:sub>
                                    <m:r>
                                      <a:rPr kumimoji="0" lang="en-US" altLang="ko-KR" sz="3000" b="0" i="1" u="none" strike="noStrike" kern="1200" cap="none" spc="0" normalizeH="0" baseline="0" noProof="0" smtClean="0">
                                        <a:ln>
                                          <a:noFill/>
                                        </a:ln>
                                        <a:solidFill>
                                          <a:prstClr val="black"/>
                                        </a:solidFill>
                                        <a:effectLst/>
                                        <a:uLnTx/>
                                        <a:uFillTx/>
                                        <a:latin typeface="Cambria Math" panose="02040503050406030204" pitchFamily="18" charset="0"/>
                                        <a:cs typeface="+mn-cs"/>
                                      </a:rPr>
                                      <m:t>35</m:t>
                                    </m:r>
                                  </m:sub>
                                </m:sSub>
                              </m:oMath>
                            </m:oMathPara>
                          </a14:m>
                          <a:endParaRPr lang="ko-KR" altLang="en-US" sz="3000" dirty="0"/>
                        </a:p>
                      </a:txBody>
                      <a:tcPr marL="86950" marR="86950" marT="43475" marB="43475" anchor="ctr">
                        <a:lnL w="12700" cmpd="sng">
                          <a:noFill/>
                        </a:lnL>
                        <a:lnR w="12700" cmpd="sng">
                          <a:noFill/>
                        </a:lnR>
                        <a:lnT w="12700" cmpd="sng">
                          <a:noFill/>
                        </a:lnT>
                        <a:lnB w="12700" cmpd="sng">
                          <a:noFill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  <a:solidFill>
                          <a:srgbClr val="F8F9FC"/>
                        </a:solidFill>
                      </a:tcPr>
                    </a:tc>
                    <a:extLst>
                      <a:ext uri="{0D108BD9-81ED-4DB2-BD59-A6C34878D82A}">
                        <a16:rowId xmlns:a16="http://schemas.microsoft.com/office/drawing/2014/main" val="4032775834"/>
                      </a:ext>
                    </a:extLst>
                  </a:tr>
                  <a:tr h="963297">
                    <a:tc>
                      <a:txBody>
                        <a:bodyPr/>
                        <a:lstStyle/>
                        <a:p>
                          <a:pPr algn="ctr" latinLnBrk="1"/>
                          <a14:m>
                            <m:oMathPara xmlns:m="http://schemas.openxmlformats.org/officeDocument/2006/math">
                              <m:oMath>
                                <m:sSub>
                                  <m:sSubPr>
                                    <m:ctrlPr>
                                      <a:rPr kumimoji="0" lang="en-US" altLang="ko-KR" sz="3000" b="0" i="1" u="none" strike="noStrike" kern="1200" cap="none" spc="0" normalizeH="0" baseline="0" noProof="0" smtClean="0">
                                        <a:ln>
                                          <a:noFill/>
                                        </a:ln>
                                        <a:solidFill>
                                          <a:prstClr val="black"/>
                                        </a:solidFill>
                                        <a:effectLst/>
                                        <a:uLnTx/>
                                        <a:uFillTx/>
                                        <a:latin typeface="Cambria Math" panose="02040503050406030204" pitchFamily="18" charset="0"/>
                                        <a:cs typeface="+mn-cs"/>
                                      </a:rPr>
                                    </m:ctrlPr>
                                  </m:sSubPr>
                                  <m:e>
                                    <m:r>
                                      <a:rPr kumimoji="0" lang="en-US" altLang="ko-KR" sz="3000" b="0" i="1" u="none" strike="noStrike" kern="1200" cap="none" spc="0" normalizeH="0" baseline="0" noProof="0" smtClean="0">
                                        <a:ln>
                                          <a:noFill/>
                                        </a:ln>
                                        <a:solidFill>
                                          <a:prstClr val="black"/>
                                        </a:solidFill>
                                        <a:effectLst/>
                                        <a:uLnTx/>
                                        <a:uFillTx/>
                                        <a:latin typeface="Cambria Math" panose="02040503050406030204" pitchFamily="18" charset="0"/>
                                        <a:cs typeface="+mn-cs"/>
                                      </a:rPr>
                                      <m:t>𝑔</m:t>
                                    </m:r>
                                  </m:e>
                                  <m:sub>
                                    <m:r>
                                      <a:rPr kumimoji="0" lang="en-US" altLang="ko-KR" sz="3000" b="0" i="1" u="none" strike="noStrike" kern="1200" cap="none" spc="0" normalizeH="0" baseline="0" noProof="0" smtClean="0">
                                        <a:ln>
                                          <a:noFill/>
                                        </a:ln>
                                        <a:solidFill>
                                          <a:prstClr val="black"/>
                                        </a:solidFill>
                                        <a:effectLst/>
                                        <a:uLnTx/>
                                        <a:uFillTx/>
                                        <a:latin typeface="Cambria Math" panose="02040503050406030204" pitchFamily="18" charset="0"/>
                                        <a:cs typeface="+mn-cs"/>
                                      </a:rPr>
                                      <m:t>40</m:t>
                                    </m:r>
                                  </m:sub>
                                </m:sSub>
                              </m:oMath>
                            </m:oMathPara>
                          </a14:m>
                          <a:endParaRPr lang="ko-KR" altLang="en-US" sz="3000" dirty="0"/>
                        </a:p>
                      </a:txBody>
                      <a:tcPr marL="86950" marR="86950" marT="43475" marB="43475" anchor="ctr">
                        <a:lnL w="12700" cmpd="sng">
                          <a:noFill/>
                        </a:lnL>
                        <a:lnR w="12700" cmpd="sng">
                          <a:noFill/>
                        </a:lnR>
                        <a:lnT w="12700" cmpd="sng">
                          <a:noFill/>
                        </a:lnT>
                        <a:lnB w="12700" cmpd="sng">
                          <a:noFill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  <a:solidFill>
                          <a:srgbClr val="F8F9FC"/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pPr algn="ctr" latinLnBrk="1"/>
                          <a14:m>
                            <m:oMathPara xmlns:m="http://schemas.openxmlformats.org/officeDocument/2006/math">
                              <m:oMath>
                                <m:sSub>
                                  <m:sSubPr>
                                    <m:ctrlPr>
                                      <a:rPr kumimoji="0" lang="en-US" altLang="ko-KR" sz="3000" b="0" i="1" u="none" strike="noStrike" kern="1200" cap="none" spc="0" normalizeH="0" baseline="0" noProof="0" smtClean="0">
                                        <a:ln>
                                          <a:noFill/>
                                        </a:ln>
                                        <a:solidFill>
                                          <a:prstClr val="black"/>
                                        </a:solidFill>
                                        <a:effectLst/>
                                        <a:uLnTx/>
                                        <a:uFillTx/>
                                        <a:latin typeface="Cambria Math" panose="02040503050406030204" pitchFamily="18" charset="0"/>
                                        <a:cs typeface="+mn-cs"/>
                                      </a:rPr>
                                    </m:ctrlPr>
                                  </m:sSubPr>
                                  <m:e>
                                    <m:r>
                                      <a:rPr kumimoji="0" lang="en-US" altLang="ko-KR" sz="3000" b="0" i="1" u="none" strike="noStrike" kern="1200" cap="none" spc="0" normalizeH="0" baseline="0" noProof="0" smtClean="0">
                                        <a:ln>
                                          <a:noFill/>
                                        </a:ln>
                                        <a:solidFill>
                                          <a:prstClr val="black"/>
                                        </a:solidFill>
                                        <a:effectLst/>
                                        <a:uLnTx/>
                                        <a:uFillTx/>
                                        <a:latin typeface="Cambria Math" panose="02040503050406030204" pitchFamily="18" charset="0"/>
                                        <a:cs typeface="+mn-cs"/>
                                      </a:rPr>
                                      <m:t>𝑔</m:t>
                                    </m:r>
                                  </m:e>
                                  <m:sub>
                                    <m:r>
                                      <a:rPr kumimoji="0" lang="en-US" altLang="ko-KR" sz="3000" b="0" i="1" u="none" strike="noStrike" kern="1200" cap="none" spc="0" normalizeH="0" baseline="0" noProof="0" smtClean="0">
                                        <a:ln>
                                          <a:noFill/>
                                        </a:ln>
                                        <a:solidFill>
                                          <a:prstClr val="black"/>
                                        </a:solidFill>
                                        <a:effectLst/>
                                        <a:uLnTx/>
                                        <a:uFillTx/>
                                        <a:latin typeface="Cambria Math" panose="02040503050406030204" pitchFamily="18" charset="0"/>
                                        <a:cs typeface="+mn-cs"/>
                                      </a:rPr>
                                      <m:t>41</m:t>
                                    </m:r>
                                  </m:sub>
                                </m:sSub>
                              </m:oMath>
                            </m:oMathPara>
                          </a14:m>
                          <a:endParaRPr lang="ko-KR" altLang="en-US" sz="3000" dirty="0"/>
                        </a:p>
                      </a:txBody>
                      <a:tcPr marL="86950" marR="86950" marT="43475" marB="43475" anchor="ctr">
                        <a:lnL w="12700" cmpd="sng">
                          <a:noFill/>
                        </a:lnL>
                        <a:lnR w="12700" cmpd="sng">
                          <a:noFill/>
                        </a:lnR>
                        <a:lnT w="12700" cmpd="sng">
                          <a:noFill/>
                        </a:lnT>
                        <a:lnB w="12700" cmpd="sng">
                          <a:noFill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  <a:solidFill>
                          <a:srgbClr val="F8F9FC"/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pPr algn="ctr" latinLnBrk="1"/>
                          <a14:m>
                            <m:oMathPara xmlns:m="http://schemas.openxmlformats.org/officeDocument/2006/math">
                              <m:oMath>
                                <m:sSub>
                                  <m:sSubPr>
                                    <m:ctrlPr>
                                      <a:rPr kumimoji="0" lang="en-US" altLang="ko-KR" sz="3000" b="0" i="1" u="none" strike="noStrike" kern="1200" cap="none" spc="0" normalizeH="0" baseline="0" noProof="0" smtClean="0">
                                        <a:ln>
                                          <a:noFill/>
                                        </a:ln>
                                        <a:solidFill>
                                          <a:prstClr val="black"/>
                                        </a:solidFill>
                                        <a:effectLst/>
                                        <a:uLnTx/>
                                        <a:uFillTx/>
                                        <a:latin typeface="Cambria Math" panose="02040503050406030204" pitchFamily="18" charset="0"/>
                                        <a:cs typeface="+mn-cs"/>
                                      </a:rPr>
                                    </m:ctrlPr>
                                  </m:sSubPr>
                                  <m:e>
                                    <m:r>
                                      <a:rPr kumimoji="0" lang="en-US" altLang="ko-KR" sz="3000" b="0" i="1" u="none" strike="noStrike" kern="1200" cap="none" spc="0" normalizeH="0" baseline="0" noProof="0" smtClean="0">
                                        <a:ln>
                                          <a:noFill/>
                                        </a:ln>
                                        <a:solidFill>
                                          <a:prstClr val="black"/>
                                        </a:solidFill>
                                        <a:effectLst/>
                                        <a:uLnTx/>
                                        <a:uFillTx/>
                                        <a:latin typeface="Cambria Math" panose="02040503050406030204" pitchFamily="18" charset="0"/>
                                        <a:cs typeface="+mn-cs"/>
                                      </a:rPr>
                                      <m:t>𝑔</m:t>
                                    </m:r>
                                  </m:e>
                                  <m:sub>
                                    <m:r>
                                      <a:rPr kumimoji="0" lang="en-US" altLang="ko-KR" sz="3000" b="0" i="1" u="none" strike="noStrike" kern="1200" cap="none" spc="0" normalizeH="0" baseline="0" noProof="0" smtClean="0">
                                        <a:ln>
                                          <a:noFill/>
                                        </a:ln>
                                        <a:solidFill>
                                          <a:prstClr val="black"/>
                                        </a:solidFill>
                                        <a:effectLst/>
                                        <a:uLnTx/>
                                        <a:uFillTx/>
                                        <a:latin typeface="Cambria Math" panose="02040503050406030204" pitchFamily="18" charset="0"/>
                                        <a:cs typeface="+mn-cs"/>
                                      </a:rPr>
                                      <m:t>42</m:t>
                                    </m:r>
                                  </m:sub>
                                </m:sSub>
                              </m:oMath>
                            </m:oMathPara>
                          </a14:m>
                          <a:endParaRPr lang="ko-KR" altLang="en-US" sz="3000" dirty="0"/>
                        </a:p>
                      </a:txBody>
                      <a:tcPr marL="86950" marR="86950" marT="43475" marB="43475" anchor="ctr">
                        <a:lnL w="12700" cmpd="sng">
                          <a:noFill/>
                        </a:lnL>
                        <a:lnR w="12700" cmpd="sng">
                          <a:noFill/>
                        </a:lnR>
                        <a:lnT w="12700" cmpd="sng">
                          <a:noFill/>
                        </a:lnT>
                        <a:lnB w="12700" cmpd="sng">
                          <a:noFill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  <a:solidFill>
                          <a:srgbClr val="F8F9FC"/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pPr algn="ctr" latinLnBrk="1"/>
                          <a14:m>
                            <m:oMathPara xmlns:m="http://schemas.openxmlformats.org/officeDocument/2006/math">
                              <m:oMath>
                                <m:sSub>
                                  <m:sSubPr>
                                    <m:ctrlPr>
                                      <a:rPr kumimoji="0" lang="en-US" altLang="ko-KR" sz="3000" b="0" i="1" u="none" strike="noStrike" kern="1200" cap="none" spc="0" normalizeH="0" baseline="0" noProof="0" smtClean="0">
                                        <a:ln>
                                          <a:noFill/>
                                        </a:ln>
                                        <a:solidFill>
                                          <a:prstClr val="black"/>
                                        </a:solidFill>
                                        <a:effectLst/>
                                        <a:uLnTx/>
                                        <a:uFillTx/>
                                        <a:latin typeface="Cambria Math" panose="02040503050406030204" pitchFamily="18" charset="0"/>
                                        <a:cs typeface="+mn-cs"/>
                                      </a:rPr>
                                    </m:ctrlPr>
                                  </m:sSubPr>
                                  <m:e>
                                    <m:r>
                                      <a:rPr kumimoji="0" lang="en-US" altLang="ko-KR" sz="3000" b="0" i="1" u="none" strike="noStrike" kern="1200" cap="none" spc="0" normalizeH="0" baseline="0" noProof="0" smtClean="0">
                                        <a:ln>
                                          <a:noFill/>
                                        </a:ln>
                                        <a:solidFill>
                                          <a:prstClr val="black"/>
                                        </a:solidFill>
                                        <a:effectLst/>
                                        <a:uLnTx/>
                                        <a:uFillTx/>
                                        <a:latin typeface="Cambria Math" panose="02040503050406030204" pitchFamily="18" charset="0"/>
                                        <a:cs typeface="+mn-cs"/>
                                      </a:rPr>
                                      <m:t>𝑔</m:t>
                                    </m:r>
                                  </m:e>
                                  <m:sub>
                                    <m:r>
                                      <a:rPr kumimoji="0" lang="en-US" altLang="ko-KR" sz="3000" b="0" i="1" u="none" strike="noStrike" kern="1200" cap="none" spc="0" normalizeH="0" baseline="0" noProof="0" smtClean="0">
                                        <a:ln>
                                          <a:noFill/>
                                        </a:ln>
                                        <a:solidFill>
                                          <a:prstClr val="black"/>
                                        </a:solidFill>
                                        <a:effectLst/>
                                        <a:uLnTx/>
                                        <a:uFillTx/>
                                        <a:latin typeface="Cambria Math" panose="02040503050406030204" pitchFamily="18" charset="0"/>
                                        <a:cs typeface="+mn-cs"/>
                                      </a:rPr>
                                      <m:t>43</m:t>
                                    </m:r>
                                  </m:sub>
                                </m:sSub>
                              </m:oMath>
                            </m:oMathPara>
                          </a14:m>
                          <a:endParaRPr lang="ko-KR" altLang="en-US" sz="3000" dirty="0"/>
                        </a:p>
                      </a:txBody>
                      <a:tcPr marL="86950" marR="86950" marT="43475" marB="43475" anchor="ctr">
                        <a:lnL w="12700" cmpd="sng">
                          <a:noFill/>
                        </a:lnL>
                        <a:lnR w="12700" cmpd="sng">
                          <a:noFill/>
                        </a:lnR>
                        <a:lnT w="12700" cmpd="sng">
                          <a:noFill/>
                        </a:lnT>
                        <a:lnB w="12700" cmpd="sng">
                          <a:noFill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  <a:solidFill>
                          <a:srgbClr val="F8F9FC"/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pPr algn="ctr" latinLnBrk="1"/>
                          <a14:m>
                            <m:oMathPara xmlns:m="http://schemas.openxmlformats.org/officeDocument/2006/math">
                              <m:oMath>
                                <m:sSub>
                                  <m:sSubPr>
                                    <m:ctrlPr>
                                      <a:rPr kumimoji="0" lang="en-US" altLang="ko-KR" sz="3000" b="0" i="1" u="none" strike="noStrike" kern="1200" cap="none" spc="0" normalizeH="0" baseline="0" noProof="0" smtClean="0">
                                        <a:ln>
                                          <a:noFill/>
                                        </a:ln>
                                        <a:solidFill>
                                          <a:prstClr val="black"/>
                                        </a:solidFill>
                                        <a:effectLst/>
                                        <a:uLnTx/>
                                        <a:uFillTx/>
                                        <a:latin typeface="Cambria Math" panose="02040503050406030204" pitchFamily="18" charset="0"/>
                                        <a:cs typeface="+mn-cs"/>
                                      </a:rPr>
                                    </m:ctrlPr>
                                  </m:sSubPr>
                                  <m:e>
                                    <m:r>
                                      <a:rPr kumimoji="0" lang="en-US" altLang="ko-KR" sz="3000" b="0" i="1" u="none" strike="noStrike" kern="1200" cap="none" spc="0" normalizeH="0" baseline="0" noProof="0" smtClean="0">
                                        <a:ln>
                                          <a:noFill/>
                                        </a:ln>
                                        <a:solidFill>
                                          <a:prstClr val="black"/>
                                        </a:solidFill>
                                        <a:effectLst/>
                                        <a:uLnTx/>
                                        <a:uFillTx/>
                                        <a:latin typeface="Cambria Math" panose="02040503050406030204" pitchFamily="18" charset="0"/>
                                        <a:cs typeface="+mn-cs"/>
                                      </a:rPr>
                                      <m:t>𝑔</m:t>
                                    </m:r>
                                  </m:e>
                                  <m:sub>
                                    <m:r>
                                      <a:rPr kumimoji="0" lang="en-US" altLang="ko-KR" sz="3000" b="0" i="1" u="none" strike="noStrike" kern="1200" cap="none" spc="0" normalizeH="0" baseline="0" noProof="0" smtClean="0">
                                        <a:ln>
                                          <a:noFill/>
                                        </a:ln>
                                        <a:solidFill>
                                          <a:prstClr val="black"/>
                                        </a:solidFill>
                                        <a:effectLst/>
                                        <a:uLnTx/>
                                        <a:uFillTx/>
                                        <a:latin typeface="Cambria Math" panose="02040503050406030204" pitchFamily="18" charset="0"/>
                                        <a:cs typeface="+mn-cs"/>
                                      </a:rPr>
                                      <m:t>44</m:t>
                                    </m:r>
                                  </m:sub>
                                </m:sSub>
                              </m:oMath>
                            </m:oMathPara>
                          </a14:m>
                          <a:endParaRPr lang="ko-KR" altLang="en-US" sz="3000" dirty="0"/>
                        </a:p>
                      </a:txBody>
                      <a:tcPr marL="86950" marR="86950" marT="43475" marB="43475" anchor="ctr">
                        <a:lnL w="12700" cmpd="sng">
                          <a:noFill/>
                        </a:lnL>
                        <a:lnR w="12700" cmpd="sng">
                          <a:noFill/>
                        </a:lnR>
                        <a:lnT w="12700" cmpd="sng">
                          <a:noFill/>
                        </a:lnT>
                        <a:lnB w="12700" cmpd="sng">
                          <a:noFill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  <a:solidFill>
                          <a:srgbClr val="F8F9FC"/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pPr algn="ctr" latinLnBrk="1"/>
                          <a14:m>
                            <m:oMathPara xmlns:m="http://schemas.openxmlformats.org/officeDocument/2006/math">
                              <m:oMath>
                                <m:sSub>
                                  <m:sSubPr>
                                    <m:ctrlPr>
                                      <a:rPr kumimoji="0" lang="en-US" altLang="ko-KR" sz="3000" b="0" i="1" u="none" strike="noStrike" kern="1200" cap="none" spc="0" normalizeH="0" baseline="0" noProof="0" smtClean="0">
                                        <a:ln>
                                          <a:noFill/>
                                        </a:ln>
                                        <a:solidFill>
                                          <a:prstClr val="black"/>
                                        </a:solidFill>
                                        <a:effectLst/>
                                        <a:uLnTx/>
                                        <a:uFillTx/>
                                        <a:latin typeface="Cambria Math" panose="02040503050406030204" pitchFamily="18" charset="0"/>
                                        <a:cs typeface="+mn-cs"/>
                                      </a:rPr>
                                    </m:ctrlPr>
                                  </m:sSubPr>
                                  <m:e>
                                    <m:r>
                                      <a:rPr kumimoji="0" lang="en-US" altLang="ko-KR" sz="3000" b="0" i="1" u="none" strike="noStrike" kern="1200" cap="none" spc="0" normalizeH="0" baseline="0" noProof="0" smtClean="0">
                                        <a:ln>
                                          <a:noFill/>
                                        </a:ln>
                                        <a:solidFill>
                                          <a:prstClr val="black"/>
                                        </a:solidFill>
                                        <a:effectLst/>
                                        <a:uLnTx/>
                                        <a:uFillTx/>
                                        <a:latin typeface="Cambria Math" panose="02040503050406030204" pitchFamily="18" charset="0"/>
                                        <a:cs typeface="+mn-cs"/>
                                      </a:rPr>
                                      <m:t>𝑔</m:t>
                                    </m:r>
                                  </m:e>
                                  <m:sub>
                                    <m:r>
                                      <a:rPr kumimoji="0" lang="en-US" altLang="ko-KR" sz="3000" b="0" i="1" u="none" strike="noStrike" kern="1200" cap="none" spc="0" normalizeH="0" baseline="0" noProof="0" smtClean="0">
                                        <a:ln>
                                          <a:noFill/>
                                        </a:ln>
                                        <a:solidFill>
                                          <a:prstClr val="black"/>
                                        </a:solidFill>
                                        <a:effectLst/>
                                        <a:uLnTx/>
                                        <a:uFillTx/>
                                        <a:latin typeface="Cambria Math" panose="02040503050406030204" pitchFamily="18" charset="0"/>
                                        <a:cs typeface="+mn-cs"/>
                                      </a:rPr>
                                      <m:t>45</m:t>
                                    </m:r>
                                  </m:sub>
                                </m:sSub>
                              </m:oMath>
                            </m:oMathPara>
                          </a14:m>
                          <a:endParaRPr lang="ko-KR" altLang="en-US" sz="3000" dirty="0"/>
                        </a:p>
                      </a:txBody>
                      <a:tcPr marL="86950" marR="86950" marT="43475" marB="43475" anchor="ctr">
                        <a:lnL w="12700" cmpd="sng">
                          <a:noFill/>
                        </a:lnL>
                        <a:lnR w="12700" cmpd="sng">
                          <a:noFill/>
                        </a:lnR>
                        <a:lnT w="12700" cmpd="sng">
                          <a:noFill/>
                        </a:lnT>
                        <a:lnB w="12700" cmpd="sng">
                          <a:noFill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  <a:solidFill>
                          <a:srgbClr val="F8F9FC"/>
                        </a:solidFill>
                      </a:tcPr>
                    </a:tc>
                    <a:extLst>
                      <a:ext uri="{0D108BD9-81ED-4DB2-BD59-A6C34878D82A}">
                        <a16:rowId xmlns:a16="http://schemas.microsoft.com/office/drawing/2014/main" val="670153430"/>
                      </a:ext>
                    </a:extLst>
                  </a:tr>
                  <a:tr h="963297">
                    <a:tc>
                      <a:txBody>
                        <a:bodyPr/>
                        <a:lstStyle/>
                        <a:p>
                          <a:pPr algn="ctr" latinLnBrk="1"/>
                          <a14:m>
                            <m:oMathPara xmlns:m="http://schemas.openxmlformats.org/officeDocument/2006/math">
                              <m:oMath>
                                <m:sSub>
                                  <m:sSubPr>
                                    <m:ctrlPr>
                                      <a:rPr kumimoji="0" lang="en-US" altLang="ko-KR" sz="3000" b="0" i="1" u="none" strike="noStrike" kern="1200" cap="none" spc="0" normalizeH="0" baseline="0" noProof="0" smtClean="0">
                                        <a:ln>
                                          <a:noFill/>
                                        </a:ln>
                                        <a:solidFill>
                                          <a:prstClr val="black"/>
                                        </a:solidFill>
                                        <a:effectLst/>
                                        <a:uLnTx/>
                                        <a:uFillTx/>
                                        <a:latin typeface="Cambria Math" panose="02040503050406030204" pitchFamily="18" charset="0"/>
                                        <a:cs typeface="+mn-cs"/>
                                      </a:rPr>
                                    </m:ctrlPr>
                                  </m:sSubPr>
                                  <m:e>
                                    <m:r>
                                      <a:rPr kumimoji="0" lang="en-US" altLang="ko-KR" sz="3000" b="0" i="1" u="none" strike="noStrike" kern="1200" cap="none" spc="0" normalizeH="0" baseline="0" noProof="0" smtClean="0">
                                        <a:ln>
                                          <a:noFill/>
                                        </a:ln>
                                        <a:solidFill>
                                          <a:prstClr val="black"/>
                                        </a:solidFill>
                                        <a:effectLst/>
                                        <a:uLnTx/>
                                        <a:uFillTx/>
                                        <a:latin typeface="Cambria Math" panose="02040503050406030204" pitchFamily="18" charset="0"/>
                                        <a:cs typeface="+mn-cs"/>
                                      </a:rPr>
                                      <m:t>𝑔</m:t>
                                    </m:r>
                                  </m:e>
                                  <m:sub>
                                    <m:r>
                                      <a:rPr kumimoji="0" lang="en-US" altLang="ko-KR" sz="3000" b="0" i="1" u="none" strike="noStrike" kern="1200" cap="none" spc="0" normalizeH="0" baseline="0" noProof="0" smtClean="0">
                                        <a:ln>
                                          <a:noFill/>
                                        </a:ln>
                                        <a:solidFill>
                                          <a:prstClr val="black"/>
                                        </a:solidFill>
                                        <a:effectLst/>
                                        <a:uLnTx/>
                                        <a:uFillTx/>
                                        <a:latin typeface="Cambria Math" panose="02040503050406030204" pitchFamily="18" charset="0"/>
                                        <a:cs typeface="+mn-cs"/>
                                      </a:rPr>
                                      <m:t>50</m:t>
                                    </m:r>
                                  </m:sub>
                                </m:sSub>
                              </m:oMath>
                            </m:oMathPara>
                          </a14:m>
                          <a:endParaRPr lang="ko-KR" altLang="en-US" sz="3000" dirty="0"/>
                        </a:p>
                      </a:txBody>
                      <a:tcPr marL="86950" marR="86950" marT="43475" marB="43475" anchor="ctr">
                        <a:lnL w="12700" cmpd="sng">
                          <a:noFill/>
                        </a:lnL>
                        <a:lnR w="12700" cmpd="sng">
                          <a:noFill/>
                        </a:lnR>
                        <a:lnT w="12700" cmpd="sng">
                          <a:noFill/>
                        </a:lnT>
                        <a:lnB w="12700" cmpd="sng">
                          <a:noFill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  <a:solidFill>
                          <a:srgbClr val="F8F9FC"/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pPr algn="ctr" latinLnBrk="1"/>
                          <a14:m>
                            <m:oMathPara xmlns:m="http://schemas.openxmlformats.org/officeDocument/2006/math">
                              <m:oMath>
                                <m:sSub>
                                  <m:sSubPr>
                                    <m:ctrlPr>
                                      <a:rPr kumimoji="0" lang="en-US" altLang="ko-KR" sz="3000" b="0" i="1" u="none" strike="noStrike" kern="1200" cap="none" spc="0" normalizeH="0" baseline="0" noProof="0" smtClean="0">
                                        <a:ln>
                                          <a:noFill/>
                                        </a:ln>
                                        <a:solidFill>
                                          <a:prstClr val="black"/>
                                        </a:solidFill>
                                        <a:effectLst/>
                                        <a:uLnTx/>
                                        <a:uFillTx/>
                                        <a:latin typeface="Cambria Math" panose="02040503050406030204" pitchFamily="18" charset="0"/>
                                        <a:cs typeface="+mn-cs"/>
                                      </a:rPr>
                                    </m:ctrlPr>
                                  </m:sSubPr>
                                  <m:e>
                                    <m:r>
                                      <a:rPr kumimoji="0" lang="en-US" altLang="ko-KR" sz="3000" b="0" i="1" u="none" strike="noStrike" kern="1200" cap="none" spc="0" normalizeH="0" baseline="0" noProof="0" smtClean="0">
                                        <a:ln>
                                          <a:noFill/>
                                        </a:ln>
                                        <a:solidFill>
                                          <a:prstClr val="black"/>
                                        </a:solidFill>
                                        <a:effectLst/>
                                        <a:uLnTx/>
                                        <a:uFillTx/>
                                        <a:latin typeface="Cambria Math" panose="02040503050406030204" pitchFamily="18" charset="0"/>
                                        <a:cs typeface="+mn-cs"/>
                                      </a:rPr>
                                      <m:t>𝑔</m:t>
                                    </m:r>
                                  </m:e>
                                  <m:sub>
                                    <m:r>
                                      <a:rPr kumimoji="0" lang="en-US" altLang="ko-KR" sz="3000" b="0" i="1" u="none" strike="noStrike" kern="1200" cap="none" spc="0" normalizeH="0" baseline="0" noProof="0" smtClean="0">
                                        <a:ln>
                                          <a:noFill/>
                                        </a:ln>
                                        <a:solidFill>
                                          <a:prstClr val="black"/>
                                        </a:solidFill>
                                        <a:effectLst/>
                                        <a:uLnTx/>
                                        <a:uFillTx/>
                                        <a:latin typeface="Cambria Math" panose="02040503050406030204" pitchFamily="18" charset="0"/>
                                        <a:cs typeface="+mn-cs"/>
                                      </a:rPr>
                                      <m:t>51</m:t>
                                    </m:r>
                                  </m:sub>
                                </m:sSub>
                              </m:oMath>
                            </m:oMathPara>
                          </a14:m>
                          <a:endParaRPr lang="ko-KR" altLang="en-US" sz="3000" dirty="0"/>
                        </a:p>
                      </a:txBody>
                      <a:tcPr marL="86950" marR="86950" marT="43475" marB="43475" anchor="ctr">
                        <a:lnL w="12700" cmpd="sng">
                          <a:noFill/>
                        </a:lnL>
                        <a:lnR w="12700" cmpd="sng">
                          <a:noFill/>
                        </a:lnR>
                        <a:lnT w="12700" cmpd="sng">
                          <a:noFill/>
                        </a:lnT>
                        <a:lnB w="12700" cmpd="sng">
                          <a:noFill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  <a:solidFill>
                          <a:srgbClr val="F8F9FC"/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pPr algn="ctr" latinLnBrk="1"/>
                          <a14:m>
                            <m:oMathPara xmlns:m="http://schemas.openxmlformats.org/officeDocument/2006/math">
                              <m:oMath>
                                <m:sSub>
                                  <m:sSubPr>
                                    <m:ctrlPr>
                                      <a:rPr kumimoji="0" lang="en-US" altLang="ko-KR" sz="3000" b="0" i="1" u="none" strike="noStrike" kern="1200" cap="none" spc="0" normalizeH="0" baseline="0" noProof="0" smtClean="0">
                                        <a:ln>
                                          <a:noFill/>
                                        </a:ln>
                                        <a:solidFill>
                                          <a:prstClr val="black"/>
                                        </a:solidFill>
                                        <a:effectLst/>
                                        <a:uLnTx/>
                                        <a:uFillTx/>
                                        <a:latin typeface="Cambria Math" panose="02040503050406030204" pitchFamily="18" charset="0"/>
                                        <a:cs typeface="+mn-cs"/>
                                      </a:rPr>
                                    </m:ctrlPr>
                                  </m:sSubPr>
                                  <m:e>
                                    <m:r>
                                      <a:rPr kumimoji="0" lang="en-US" altLang="ko-KR" sz="3000" b="0" i="1" u="none" strike="noStrike" kern="1200" cap="none" spc="0" normalizeH="0" baseline="0" noProof="0" smtClean="0">
                                        <a:ln>
                                          <a:noFill/>
                                        </a:ln>
                                        <a:solidFill>
                                          <a:prstClr val="black"/>
                                        </a:solidFill>
                                        <a:effectLst/>
                                        <a:uLnTx/>
                                        <a:uFillTx/>
                                        <a:latin typeface="Cambria Math" panose="02040503050406030204" pitchFamily="18" charset="0"/>
                                        <a:cs typeface="+mn-cs"/>
                                      </a:rPr>
                                      <m:t>𝑔</m:t>
                                    </m:r>
                                  </m:e>
                                  <m:sub>
                                    <m:r>
                                      <a:rPr kumimoji="0" lang="en-US" altLang="ko-KR" sz="3000" b="0" i="1" u="none" strike="noStrike" kern="1200" cap="none" spc="0" normalizeH="0" baseline="0" noProof="0" smtClean="0">
                                        <a:ln>
                                          <a:noFill/>
                                        </a:ln>
                                        <a:solidFill>
                                          <a:prstClr val="black"/>
                                        </a:solidFill>
                                        <a:effectLst/>
                                        <a:uLnTx/>
                                        <a:uFillTx/>
                                        <a:latin typeface="Cambria Math" panose="02040503050406030204" pitchFamily="18" charset="0"/>
                                        <a:cs typeface="+mn-cs"/>
                                      </a:rPr>
                                      <m:t>52</m:t>
                                    </m:r>
                                  </m:sub>
                                </m:sSub>
                              </m:oMath>
                            </m:oMathPara>
                          </a14:m>
                          <a:endParaRPr lang="ko-KR" altLang="en-US" sz="3000" dirty="0"/>
                        </a:p>
                      </a:txBody>
                      <a:tcPr marL="86950" marR="86950" marT="43475" marB="43475" anchor="ctr">
                        <a:lnL w="12700" cmpd="sng">
                          <a:noFill/>
                        </a:lnL>
                        <a:lnR w="12700" cmpd="sng">
                          <a:noFill/>
                        </a:lnR>
                        <a:lnT w="12700" cmpd="sng">
                          <a:noFill/>
                        </a:lnT>
                        <a:lnB w="12700" cmpd="sng">
                          <a:noFill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  <a:solidFill>
                          <a:srgbClr val="F8F9FC"/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pPr algn="ctr" latinLnBrk="1"/>
                          <a14:m>
                            <m:oMathPara xmlns:m="http://schemas.openxmlformats.org/officeDocument/2006/math">
                              <m:oMath>
                                <m:sSub>
                                  <m:sSubPr>
                                    <m:ctrlPr>
                                      <a:rPr kumimoji="0" lang="en-US" altLang="ko-KR" sz="3000" b="0" i="1" u="none" strike="noStrike" kern="1200" cap="none" spc="0" normalizeH="0" baseline="0" noProof="0" smtClean="0">
                                        <a:ln>
                                          <a:noFill/>
                                        </a:ln>
                                        <a:solidFill>
                                          <a:prstClr val="black"/>
                                        </a:solidFill>
                                        <a:effectLst/>
                                        <a:uLnTx/>
                                        <a:uFillTx/>
                                        <a:latin typeface="Cambria Math" panose="02040503050406030204" pitchFamily="18" charset="0"/>
                                        <a:cs typeface="+mn-cs"/>
                                      </a:rPr>
                                    </m:ctrlPr>
                                  </m:sSubPr>
                                  <m:e>
                                    <m:r>
                                      <a:rPr kumimoji="0" lang="en-US" altLang="ko-KR" sz="3000" b="0" i="1" u="none" strike="noStrike" kern="1200" cap="none" spc="0" normalizeH="0" baseline="0" noProof="0" smtClean="0">
                                        <a:ln>
                                          <a:noFill/>
                                        </a:ln>
                                        <a:solidFill>
                                          <a:prstClr val="black"/>
                                        </a:solidFill>
                                        <a:effectLst/>
                                        <a:uLnTx/>
                                        <a:uFillTx/>
                                        <a:latin typeface="Cambria Math" panose="02040503050406030204" pitchFamily="18" charset="0"/>
                                        <a:cs typeface="+mn-cs"/>
                                      </a:rPr>
                                      <m:t>𝑔</m:t>
                                    </m:r>
                                  </m:e>
                                  <m:sub>
                                    <m:r>
                                      <a:rPr kumimoji="0" lang="en-US" altLang="ko-KR" sz="3000" b="0" i="1" u="none" strike="noStrike" kern="1200" cap="none" spc="0" normalizeH="0" baseline="0" noProof="0" smtClean="0">
                                        <a:ln>
                                          <a:noFill/>
                                        </a:ln>
                                        <a:solidFill>
                                          <a:prstClr val="black"/>
                                        </a:solidFill>
                                        <a:effectLst/>
                                        <a:uLnTx/>
                                        <a:uFillTx/>
                                        <a:latin typeface="Cambria Math" panose="02040503050406030204" pitchFamily="18" charset="0"/>
                                        <a:cs typeface="+mn-cs"/>
                                      </a:rPr>
                                      <m:t>53</m:t>
                                    </m:r>
                                  </m:sub>
                                </m:sSub>
                              </m:oMath>
                            </m:oMathPara>
                          </a14:m>
                          <a:endParaRPr lang="ko-KR" altLang="en-US" sz="3000" dirty="0"/>
                        </a:p>
                      </a:txBody>
                      <a:tcPr marL="86950" marR="86950" marT="43475" marB="43475" anchor="ctr">
                        <a:lnL w="12700" cmpd="sng">
                          <a:noFill/>
                        </a:lnL>
                        <a:lnR w="12700" cmpd="sng">
                          <a:noFill/>
                        </a:lnR>
                        <a:lnT w="12700" cmpd="sng">
                          <a:noFill/>
                        </a:lnT>
                        <a:lnB w="12700" cmpd="sng">
                          <a:noFill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  <a:solidFill>
                          <a:srgbClr val="F8F9FC"/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pPr algn="ctr" latinLnBrk="1"/>
                          <a14:m>
                            <m:oMathPara xmlns:m="http://schemas.openxmlformats.org/officeDocument/2006/math">
                              <m:oMath>
                                <m:sSub>
                                  <m:sSubPr>
                                    <m:ctrlPr>
                                      <a:rPr kumimoji="0" lang="en-US" altLang="ko-KR" sz="3000" b="0" i="1" u="none" strike="noStrike" kern="1200" cap="none" spc="0" normalizeH="0" baseline="0" noProof="0" smtClean="0">
                                        <a:ln>
                                          <a:noFill/>
                                        </a:ln>
                                        <a:solidFill>
                                          <a:prstClr val="black"/>
                                        </a:solidFill>
                                        <a:effectLst/>
                                        <a:uLnTx/>
                                        <a:uFillTx/>
                                        <a:latin typeface="Cambria Math" panose="02040503050406030204" pitchFamily="18" charset="0"/>
                                        <a:cs typeface="+mn-cs"/>
                                      </a:rPr>
                                    </m:ctrlPr>
                                  </m:sSubPr>
                                  <m:e>
                                    <m:r>
                                      <a:rPr kumimoji="0" lang="en-US" altLang="ko-KR" sz="3000" b="0" i="1" u="none" strike="noStrike" kern="1200" cap="none" spc="0" normalizeH="0" baseline="0" noProof="0" smtClean="0">
                                        <a:ln>
                                          <a:noFill/>
                                        </a:ln>
                                        <a:solidFill>
                                          <a:prstClr val="black"/>
                                        </a:solidFill>
                                        <a:effectLst/>
                                        <a:uLnTx/>
                                        <a:uFillTx/>
                                        <a:latin typeface="Cambria Math" panose="02040503050406030204" pitchFamily="18" charset="0"/>
                                        <a:cs typeface="+mn-cs"/>
                                      </a:rPr>
                                      <m:t>𝑔</m:t>
                                    </m:r>
                                  </m:e>
                                  <m:sub>
                                    <m:r>
                                      <a:rPr kumimoji="0" lang="en-US" altLang="ko-KR" sz="3000" b="0" i="1" u="none" strike="noStrike" kern="1200" cap="none" spc="0" normalizeH="0" baseline="0" noProof="0" smtClean="0">
                                        <a:ln>
                                          <a:noFill/>
                                        </a:ln>
                                        <a:solidFill>
                                          <a:prstClr val="black"/>
                                        </a:solidFill>
                                        <a:effectLst/>
                                        <a:uLnTx/>
                                        <a:uFillTx/>
                                        <a:latin typeface="Cambria Math" panose="02040503050406030204" pitchFamily="18" charset="0"/>
                                        <a:cs typeface="+mn-cs"/>
                                      </a:rPr>
                                      <m:t>54</m:t>
                                    </m:r>
                                  </m:sub>
                                </m:sSub>
                              </m:oMath>
                            </m:oMathPara>
                          </a14:m>
                          <a:endParaRPr lang="ko-KR" altLang="en-US" sz="3000" dirty="0"/>
                        </a:p>
                      </a:txBody>
                      <a:tcPr marL="86950" marR="86950" marT="43475" marB="43475" anchor="ctr">
                        <a:lnL w="12700" cmpd="sng">
                          <a:noFill/>
                        </a:lnL>
                        <a:lnR w="12700" cmpd="sng">
                          <a:noFill/>
                        </a:lnR>
                        <a:lnT w="12700" cmpd="sng">
                          <a:noFill/>
                        </a:lnT>
                        <a:lnB w="12700" cmpd="sng">
                          <a:noFill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  <a:solidFill>
                          <a:srgbClr val="F8F9FC"/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pPr algn="ctr" latinLnBrk="1"/>
                          <a14:m>
                            <m:oMathPara xmlns:m="http://schemas.openxmlformats.org/officeDocument/2006/math">
                              <m:oMath>
                                <m:sSub>
                                  <m:sSubPr>
                                    <m:ctrlPr>
                                      <a:rPr kumimoji="0" lang="en-US" altLang="ko-KR" sz="3000" b="0" i="1" u="none" strike="noStrike" kern="1200" cap="none" spc="0" normalizeH="0" baseline="0" noProof="0" smtClean="0">
                                        <a:ln>
                                          <a:noFill/>
                                        </a:ln>
                                        <a:solidFill>
                                          <a:prstClr val="black"/>
                                        </a:solidFill>
                                        <a:effectLst/>
                                        <a:uLnTx/>
                                        <a:uFillTx/>
                                        <a:latin typeface="Cambria Math" panose="02040503050406030204" pitchFamily="18" charset="0"/>
                                        <a:cs typeface="+mn-cs"/>
                                      </a:rPr>
                                    </m:ctrlPr>
                                  </m:sSubPr>
                                  <m:e>
                                    <m:r>
                                      <a:rPr kumimoji="0" lang="en-US" altLang="ko-KR" sz="3000" b="0" i="1" u="none" strike="noStrike" kern="1200" cap="none" spc="0" normalizeH="0" baseline="0" noProof="0" smtClean="0">
                                        <a:ln>
                                          <a:noFill/>
                                        </a:ln>
                                        <a:solidFill>
                                          <a:prstClr val="black"/>
                                        </a:solidFill>
                                        <a:effectLst/>
                                        <a:uLnTx/>
                                        <a:uFillTx/>
                                        <a:latin typeface="Cambria Math" panose="02040503050406030204" pitchFamily="18" charset="0"/>
                                        <a:cs typeface="+mn-cs"/>
                                      </a:rPr>
                                      <m:t>𝑔</m:t>
                                    </m:r>
                                  </m:e>
                                  <m:sub>
                                    <m:r>
                                      <a:rPr kumimoji="0" lang="en-US" altLang="ko-KR" sz="3000" b="0" i="1" u="none" strike="noStrike" kern="1200" cap="none" spc="0" normalizeH="0" baseline="0" noProof="0" smtClean="0">
                                        <a:ln>
                                          <a:noFill/>
                                        </a:ln>
                                        <a:solidFill>
                                          <a:prstClr val="black"/>
                                        </a:solidFill>
                                        <a:effectLst/>
                                        <a:uLnTx/>
                                        <a:uFillTx/>
                                        <a:latin typeface="Cambria Math" panose="02040503050406030204" pitchFamily="18" charset="0"/>
                                        <a:cs typeface="+mn-cs"/>
                                      </a:rPr>
                                      <m:t>55</m:t>
                                    </m:r>
                                  </m:sub>
                                </m:sSub>
                              </m:oMath>
                            </m:oMathPara>
                          </a14:m>
                          <a:endParaRPr lang="ko-KR" altLang="en-US" sz="3000" dirty="0"/>
                        </a:p>
                      </a:txBody>
                      <a:tcPr marL="86950" marR="86950" marT="43475" marB="43475" anchor="ctr">
                        <a:lnL w="12700" cmpd="sng">
                          <a:noFill/>
                        </a:lnL>
                        <a:lnR w="12700" cmpd="sng">
                          <a:noFill/>
                        </a:lnR>
                        <a:lnT w="12700" cmpd="sng">
                          <a:noFill/>
                        </a:lnT>
                        <a:lnB w="12700" cmpd="sng">
                          <a:noFill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  <a:solidFill>
                          <a:srgbClr val="F8F9FC"/>
                        </a:solidFill>
                      </a:tcPr>
                    </a:tc>
                    <a:extLst>
                      <a:ext uri="{0D108BD9-81ED-4DB2-BD59-A6C34878D82A}">
                        <a16:rowId xmlns:a16="http://schemas.microsoft.com/office/drawing/2014/main" val="420736974"/>
                      </a:ext>
                    </a:extLst>
                  </a:tr>
                </a:tbl>
              </a:graphicData>
            </a:graphic>
          </p:graphicFrame>
        </mc:Choice>
        <mc:Fallback xmlns="">
          <p:graphicFrame>
            <p:nvGraphicFramePr>
              <p:cNvPr id="7" name="표 6">
                <a:extLst>
                  <a:ext uri="{FF2B5EF4-FFF2-40B4-BE49-F238E27FC236}">
                    <a16:creationId xmlns:a16="http://schemas.microsoft.com/office/drawing/2014/main" id="{03820937-E10D-DED0-8DED-C59795FF2B26}"/>
                  </a:ext>
                </a:extLst>
              </p:cNvPr>
              <p:cNvGraphicFramePr>
                <a:graphicFrameLocks noGrp="1"/>
              </p:cNvGraphicFramePr>
              <p:nvPr>
                <p:extLst>
                  <p:ext uri="{D42A27DB-BD31-4B8C-83A1-F6EECF244321}">
                    <p14:modId xmlns:p14="http://schemas.microsoft.com/office/powerpoint/2010/main" val="3759337558"/>
                  </p:ext>
                </p:extLst>
              </p:nvPr>
            </p:nvGraphicFramePr>
            <p:xfrm>
              <a:off x="4149634" y="783772"/>
              <a:ext cx="5858166" cy="5779782"/>
            </p:xfrm>
            <a:graphic>
              <a:graphicData uri="http://schemas.openxmlformats.org/drawingml/2006/table">
                <a:tbl>
                  <a:tblPr firstRow="1" bandRow="1">
                    <a:tableStyleId>{5C22544A-7EE6-4342-B048-85BDC9FD1C3A}</a:tableStyleId>
                  </a:tblPr>
                  <a:tblGrid>
                    <a:gridCol w="976361">
                      <a:extLst>
                        <a:ext uri="{9D8B030D-6E8A-4147-A177-3AD203B41FA5}">
                          <a16:colId xmlns:a16="http://schemas.microsoft.com/office/drawing/2014/main" val="1869280964"/>
                        </a:ext>
                      </a:extLst>
                    </a:gridCol>
                    <a:gridCol w="976361">
                      <a:extLst>
                        <a:ext uri="{9D8B030D-6E8A-4147-A177-3AD203B41FA5}">
                          <a16:colId xmlns:a16="http://schemas.microsoft.com/office/drawing/2014/main" val="2322392675"/>
                        </a:ext>
                      </a:extLst>
                    </a:gridCol>
                    <a:gridCol w="976361">
                      <a:extLst>
                        <a:ext uri="{9D8B030D-6E8A-4147-A177-3AD203B41FA5}">
                          <a16:colId xmlns:a16="http://schemas.microsoft.com/office/drawing/2014/main" val="2012919836"/>
                        </a:ext>
                      </a:extLst>
                    </a:gridCol>
                    <a:gridCol w="976361">
                      <a:extLst>
                        <a:ext uri="{9D8B030D-6E8A-4147-A177-3AD203B41FA5}">
                          <a16:colId xmlns:a16="http://schemas.microsoft.com/office/drawing/2014/main" val="3166245656"/>
                        </a:ext>
                      </a:extLst>
                    </a:gridCol>
                    <a:gridCol w="976361">
                      <a:extLst>
                        <a:ext uri="{9D8B030D-6E8A-4147-A177-3AD203B41FA5}">
                          <a16:colId xmlns:a16="http://schemas.microsoft.com/office/drawing/2014/main" val="2754483447"/>
                        </a:ext>
                      </a:extLst>
                    </a:gridCol>
                    <a:gridCol w="976361">
                      <a:extLst>
                        <a:ext uri="{9D8B030D-6E8A-4147-A177-3AD203B41FA5}">
                          <a16:colId xmlns:a16="http://schemas.microsoft.com/office/drawing/2014/main" val="1259960200"/>
                        </a:ext>
                      </a:extLst>
                    </a:gridCol>
                  </a:tblGrid>
                  <a:tr h="963297">
                    <a:tc>
                      <a:txBody>
                        <a:bodyPr/>
                        <a:lstStyle/>
                        <a:p>
                          <a:endParaRPr lang="ko-KR"/>
                        </a:p>
                      </a:txBody>
                      <a:tcPr anchor="ctr">
                        <a:lnL w="12700" cmpd="sng">
                          <a:noFill/>
                        </a:lnL>
                        <a:lnR w="12700" cmpd="sng">
                          <a:noFill/>
                        </a:lnR>
                        <a:lnT w="12700" cmpd="sng">
                          <a:noFill/>
                        </a:lnT>
                        <a:lnB w="38100" cmpd="sng">
                          <a:noFill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  <a:blipFill>
                          <a:blip r:embed="rId2"/>
                          <a:stretch>
                            <a:fillRect r="-501250" b="-500633"/>
                          </a:stretch>
                        </a:blipFill>
                      </a:tcPr>
                    </a:tc>
                    <a:tc>
                      <a:txBody>
                        <a:bodyPr/>
                        <a:lstStyle/>
                        <a:p>
                          <a:endParaRPr lang="ko-KR"/>
                        </a:p>
                      </a:txBody>
                      <a:tcPr anchor="ctr">
                        <a:lnL w="12700" cmpd="sng">
                          <a:noFill/>
                        </a:lnL>
                        <a:lnR w="12700" cmpd="sng">
                          <a:noFill/>
                        </a:lnR>
                        <a:lnT w="12700" cmpd="sng">
                          <a:noFill/>
                        </a:lnT>
                        <a:lnB w="38100" cmpd="sng">
                          <a:noFill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  <a:blipFill>
                          <a:blip r:embed="rId2"/>
                          <a:stretch>
                            <a:fillRect l="-99379" r="-398137" b="-500633"/>
                          </a:stretch>
                        </a:blipFill>
                      </a:tcPr>
                    </a:tc>
                    <a:tc>
                      <a:txBody>
                        <a:bodyPr/>
                        <a:lstStyle/>
                        <a:p>
                          <a:endParaRPr lang="ko-KR"/>
                        </a:p>
                      </a:txBody>
                      <a:tcPr anchor="ctr">
                        <a:lnL w="12700" cmpd="sng">
                          <a:noFill/>
                        </a:lnL>
                        <a:lnR w="12700" cmpd="sng">
                          <a:noFill/>
                        </a:lnR>
                        <a:lnT w="12700" cmpd="sng">
                          <a:noFill/>
                        </a:lnT>
                        <a:lnB w="38100" cmpd="sng">
                          <a:noFill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  <a:blipFill>
                          <a:blip r:embed="rId2"/>
                          <a:stretch>
                            <a:fillRect l="-200625" r="-300625" b="-500633"/>
                          </a:stretch>
                        </a:blipFill>
                      </a:tcPr>
                    </a:tc>
                    <a:tc>
                      <a:txBody>
                        <a:bodyPr/>
                        <a:lstStyle/>
                        <a:p>
                          <a:endParaRPr lang="ko-KR"/>
                        </a:p>
                      </a:txBody>
                      <a:tcPr anchor="ctr">
                        <a:lnL w="12700" cmpd="sng">
                          <a:noFill/>
                        </a:lnL>
                        <a:lnR w="12700" cmpd="sng">
                          <a:noFill/>
                        </a:lnR>
                        <a:lnT w="12700" cmpd="sng">
                          <a:noFill/>
                        </a:lnT>
                        <a:lnB w="38100" cmpd="sng">
                          <a:noFill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  <a:blipFill>
                          <a:blip r:embed="rId2"/>
                          <a:stretch>
                            <a:fillRect l="-300625" r="-200625" b="-500633"/>
                          </a:stretch>
                        </a:blipFill>
                      </a:tcPr>
                    </a:tc>
                    <a:tc>
                      <a:txBody>
                        <a:bodyPr/>
                        <a:lstStyle/>
                        <a:p>
                          <a:endParaRPr lang="ko-KR"/>
                        </a:p>
                      </a:txBody>
                      <a:tcPr anchor="ctr">
                        <a:lnL w="12700" cmpd="sng">
                          <a:noFill/>
                        </a:lnL>
                        <a:lnR w="12700" cmpd="sng">
                          <a:noFill/>
                        </a:lnR>
                        <a:lnT w="12700" cmpd="sng">
                          <a:noFill/>
                        </a:lnT>
                        <a:lnB w="38100" cmpd="sng">
                          <a:noFill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  <a:blipFill>
                          <a:blip r:embed="rId2"/>
                          <a:stretch>
                            <a:fillRect l="-398137" r="-99379" b="-500633"/>
                          </a:stretch>
                        </a:blipFill>
                      </a:tcPr>
                    </a:tc>
                    <a:tc>
                      <a:txBody>
                        <a:bodyPr/>
                        <a:lstStyle/>
                        <a:p>
                          <a:endParaRPr lang="ko-KR"/>
                        </a:p>
                      </a:txBody>
                      <a:tcPr anchor="ctr">
                        <a:lnL w="12700" cmpd="sng">
                          <a:noFill/>
                        </a:lnL>
                        <a:lnR w="12700" cmpd="sng">
                          <a:noFill/>
                        </a:lnR>
                        <a:lnT w="12700" cmpd="sng">
                          <a:noFill/>
                        </a:lnT>
                        <a:lnB w="38100" cmpd="sng">
                          <a:noFill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  <a:blipFill>
                          <a:blip r:embed="rId2"/>
                          <a:stretch>
                            <a:fillRect l="-501250" b="-500633"/>
                          </a:stretch>
                        </a:blipFill>
                      </a:tcPr>
                    </a:tc>
                    <a:extLst>
                      <a:ext uri="{0D108BD9-81ED-4DB2-BD59-A6C34878D82A}">
                        <a16:rowId xmlns:a16="http://schemas.microsoft.com/office/drawing/2014/main" val="2115575296"/>
                      </a:ext>
                    </a:extLst>
                  </a:tr>
                  <a:tr h="963297">
                    <a:tc>
                      <a:txBody>
                        <a:bodyPr/>
                        <a:lstStyle/>
                        <a:p>
                          <a:endParaRPr lang="ko-KR"/>
                        </a:p>
                      </a:txBody>
                      <a:tcPr marL="86950" marR="86950" marT="43475" marB="43475" anchor="ctr">
                        <a:lnL w="12700" cmpd="sng">
                          <a:noFill/>
                        </a:lnL>
                        <a:lnR w="12700" cmpd="sng">
                          <a:noFill/>
                        </a:lnR>
                        <a:lnT w="38100" cmpd="sng">
                          <a:noFill/>
                        </a:lnT>
                        <a:lnB w="12700" cmpd="sng">
                          <a:noFill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  <a:blipFill>
                          <a:blip r:embed="rId2"/>
                          <a:stretch>
                            <a:fillRect t="-100000" r="-501250" b="-400633"/>
                          </a:stretch>
                        </a:blipFill>
                      </a:tcPr>
                    </a:tc>
                    <a:tc>
                      <a:txBody>
                        <a:bodyPr/>
                        <a:lstStyle/>
                        <a:p>
                          <a:endParaRPr lang="ko-KR"/>
                        </a:p>
                      </a:txBody>
                      <a:tcPr marL="86950" marR="86950" marT="43475" marB="43475" anchor="ctr">
                        <a:lnL w="12700" cmpd="sng">
                          <a:noFill/>
                        </a:lnL>
                        <a:lnR w="12700" cmpd="sng">
                          <a:noFill/>
                        </a:lnR>
                        <a:lnT w="38100" cmpd="sng">
                          <a:noFill/>
                        </a:lnT>
                        <a:lnB w="12700" cmpd="sng">
                          <a:noFill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  <a:blipFill>
                          <a:blip r:embed="rId2"/>
                          <a:stretch>
                            <a:fillRect l="-99379" t="-100000" r="-398137" b="-400633"/>
                          </a:stretch>
                        </a:blipFill>
                      </a:tcPr>
                    </a:tc>
                    <a:tc>
                      <a:txBody>
                        <a:bodyPr/>
                        <a:lstStyle/>
                        <a:p>
                          <a:endParaRPr lang="ko-KR"/>
                        </a:p>
                      </a:txBody>
                      <a:tcPr marL="86950" marR="86950" marT="43475" marB="43475" anchor="ctr">
                        <a:lnL w="12700" cmpd="sng">
                          <a:noFill/>
                        </a:lnL>
                        <a:lnR w="12700" cmpd="sng">
                          <a:noFill/>
                        </a:lnR>
                        <a:lnT w="38100" cmpd="sng">
                          <a:noFill/>
                        </a:lnT>
                        <a:lnB w="12700" cmpd="sng">
                          <a:noFill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  <a:blipFill>
                          <a:blip r:embed="rId2"/>
                          <a:stretch>
                            <a:fillRect l="-200625" t="-100000" r="-300625" b="-400633"/>
                          </a:stretch>
                        </a:blipFill>
                      </a:tcPr>
                    </a:tc>
                    <a:tc>
                      <a:txBody>
                        <a:bodyPr/>
                        <a:lstStyle/>
                        <a:p>
                          <a:endParaRPr lang="ko-KR"/>
                        </a:p>
                      </a:txBody>
                      <a:tcPr marL="86950" marR="86950" marT="43475" marB="43475" anchor="ctr">
                        <a:lnL w="12700" cmpd="sng">
                          <a:noFill/>
                        </a:lnL>
                        <a:lnR w="12700" cmpd="sng">
                          <a:noFill/>
                        </a:lnR>
                        <a:lnT w="38100" cmpd="sng">
                          <a:noFill/>
                        </a:lnT>
                        <a:lnB w="12700" cmpd="sng">
                          <a:noFill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  <a:blipFill>
                          <a:blip r:embed="rId2"/>
                          <a:stretch>
                            <a:fillRect l="-300625" t="-100000" r="-200625" b="-400633"/>
                          </a:stretch>
                        </a:blipFill>
                      </a:tcPr>
                    </a:tc>
                    <a:tc>
                      <a:txBody>
                        <a:bodyPr/>
                        <a:lstStyle/>
                        <a:p>
                          <a:endParaRPr lang="ko-KR"/>
                        </a:p>
                      </a:txBody>
                      <a:tcPr marL="86950" marR="86950" marT="43475" marB="43475" anchor="ctr">
                        <a:lnL w="12700" cmpd="sng">
                          <a:noFill/>
                        </a:lnL>
                        <a:lnR w="12700" cmpd="sng">
                          <a:noFill/>
                        </a:lnR>
                        <a:lnT w="38100" cmpd="sng">
                          <a:noFill/>
                        </a:lnT>
                        <a:lnB w="12700" cmpd="sng">
                          <a:noFill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  <a:blipFill>
                          <a:blip r:embed="rId2"/>
                          <a:stretch>
                            <a:fillRect l="-398137" t="-100000" r="-99379" b="-400633"/>
                          </a:stretch>
                        </a:blipFill>
                      </a:tcPr>
                    </a:tc>
                    <a:tc>
                      <a:txBody>
                        <a:bodyPr/>
                        <a:lstStyle/>
                        <a:p>
                          <a:endParaRPr lang="ko-KR"/>
                        </a:p>
                      </a:txBody>
                      <a:tcPr marL="86950" marR="86950" marT="43475" marB="43475" anchor="ctr">
                        <a:lnL w="12700" cmpd="sng">
                          <a:noFill/>
                        </a:lnL>
                        <a:lnR w="12700" cmpd="sng">
                          <a:noFill/>
                        </a:lnR>
                        <a:lnT w="38100" cmpd="sng">
                          <a:noFill/>
                        </a:lnT>
                        <a:lnB w="12700" cmpd="sng">
                          <a:noFill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  <a:blipFill>
                          <a:blip r:embed="rId2"/>
                          <a:stretch>
                            <a:fillRect l="-501250" t="-100000" b="-400633"/>
                          </a:stretch>
                        </a:blipFill>
                      </a:tcPr>
                    </a:tc>
                    <a:extLst>
                      <a:ext uri="{0D108BD9-81ED-4DB2-BD59-A6C34878D82A}">
                        <a16:rowId xmlns:a16="http://schemas.microsoft.com/office/drawing/2014/main" val="1006389151"/>
                      </a:ext>
                    </a:extLst>
                  </a:tr>
                  <a:tr h="963297">
                    <a:tc>
                      <a:txBody>
                        <a:bodyPr/>
                        <a:lstStyle/>
                        <a:p>
                          <a:endParaRPr lang="ko-KR"/>
                        </a:p>
                      </a:txBody>
                      <a:tcPr marL="86950" marR="86950" marT="43475" marB="43475" anchor="ctr">
                        <a:lnL w="12700" cmpd="sng">
                          <a:noFill/>
                        </a:lnL>
                        <a:lnR w="12700" cmpd="sng">
                          <a:noFill/>
                        </a:lnR>
                        <a:lnT w="12700" cmpd="sng">
                          <a:noFill/>
                        </a:lnT>
                        <a:lnB w="12700" cmpd="sng">
                          <a:noFill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  <a:blipFill>
                          <a:blip r:embed="rId2"/>
                          <a:stretch>
                            <a:fillRect t="-198742" r="-501250" b="-298113"/>
                          </a:stretch>
                        </a:blipFill>
                      </a:tcPr>
                    </a:tc>
                    <a:tc>
                      <a:txBody>
                        <a:bodyPr/>
                        <a:lstStyle/>
                        <a:p>
                          <a:endParaRPr lang="ko-KR"/>
                        </a:p>
                      </a:txBody>
                      <a:tcPr marL="86950" marR="86950" marT="43475" marB="43475" anchor="ctr">
                        <a:lnL w="12700" cmpd="sng">
                          <a:noFill/>
                        </a:lnL>
                        <a:lnR w="12700" cmpd="sng">
                          <a:noFill/>
                        </a:lnR>
                        <a:lnT w="12700" cmpd="sng">
                          <a:noFill/>
                        </a:lnT>
                        <a:lnB w="12700" cmpd="sng">
                          <a:noFill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  <a:blipFill>
                          <a:blip r:embed="rId2"/>
                          <a:stretch>
                            <a:fillRect l="-99379" t="-198742" r="-398137" b="-298113"/>
                          </a:stretch>
                        </a:blipFill>
                      </a:tcPr>
                    </a:tc>
                    <a:tc>
                      <a:txBody>
                        <a:bodyPr/>
                        <a:lstStyle/>
                        <a:p>
                          <a:endParaRPr lang="ko-KR"/>
                        </a:p>
                      </a:txBody>
                      <a:tcPr marL="86950" marR="86950" marT="43475" marB="43475" anchor="ctr">
                        <a:lnL w="12700" cmpd="sng">
                          <a:noFill/>
                        </a:lnL>
                        <a:lnR w="12700" cmpd="sng">
                          <a:noFill/>
                        </a:lnR>
                        <a:lnT w="12700" cmpd="sng">
                          <a:noFill/>
                        </a:lnT>
                        <a:lnB w="12700" cmpd="sng">
                          <a:noFill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  <a:blipFill>
                          <a:blip r:embed="rId2"/>
                          <a:stretch>
                            <a:fillRect l="-200625" t="-198742" r="-300625" b="-298113"/>
                          </a:stretch>
                        </a:blipFill>
                      </a:tcPr>
                    </a:tc>
                    <a:tc>
                      <a:txBody>
                        <a:bodyPr/>
                        <a:lstStyle/>
                        <a:p>
                          <a:endParaRPr lang="ko-KR"/>
                        </a:p>
                      </a:txBody>
                      <a:tcPr marL="86950" marR="86950" marT="43475" marB="43475" anchor="ctr">
                        <a:lnL w="12700" cmpd="sng">
                          <a:noFill/>
                        </a:lnL>
                        <a:lnR w="12700" cmpd="sng">
                          <a:noFill/>
                        </a:lnR>
                        <a:lnT w="12700" cmpd="sng">
                          <a:noFill/>
                        </a:lnT>
                        <a:lnB w="12700" cmpd="sng">
                          <a:noFill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  <a:blipFill>
                          <a:blip r:embed="rId2"/>
                          <a:stretch>
                            <a:fillRect l="-300625" t="-198742" r="-200625" b="-298113"/>
                          </a:stretch>
                        </a:blipFill>
                      </a:tcPr>
                    </a:tc>
                    <a:tc>
                      <a:txBody>
                        <a:bodyPr/>
                        <a:lstStyle/>
                        <a:p>
                          <a:endParaRPr lang="ko-KR"/>
                        </a:p>
                      </a:txBody>
                      <a:tcPr marL="86950" marR="86950" marT="43475" marB="43475" anchor="ctr">
                        <a:lnL w="12700" cmpd="sng">
                          <a:noFill/>
                        </a:lnL>
                        <a:lnR w="12700" cmpd="sng">
                          <a:noFill/>
                        </a:lnR>
                        <a:lnT w="12700" cmpd="sng">
                          <a:noFill/>
                        </a:lnT>
                        <a:lnB w="12700" cmpd="sng">
                          <a:noFill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  <a:blipFill>
                          <a:blip r:embed="rId2"/>
                          <a:stretch>
                            <a:fillRect l="-398137" t="-198742" r="-99379" b="-298113"/>
                          </a:stretch>
                        </a:blipFill>
                      </a:tcPr>
                    </a:tc>
                    <a:tc>
                      <a:txBody>
                        <a:bodyPr/>
                        <a:lstStyle/>
                        <a:p>
                          <a:endParaRPr lang="ko-KR"/>
                        </a:p>
                      </a:txBody>
                      <a:tcPr marL="86950" marR="86950" marT="43475" marB="43475" anchor="ctr">
                        <a:lnL w="12700" cmpd="sng">
                          <a:noFill/>
                        </a:lnL>
                        <a:lnR w="12700" cmpd="sng">
                          <a:noFill/>
                        </a:lnR>
                        <a:lnT w="12700" cmpd="sng">
                          <a:noFill/>
                        </a:lnT>
                        <a:lnB w="12700" cmpd="sng">
                          <a:noFill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  <a:blipFill>
                          <a:blip r:embed="rId2"/>
                          <a:stretch>
                            <a:fillRect l="-501250" t="-198742" b="-298113"/>
                          </a:stretch>
                        </a:blipFill>
                      </a:tcPr>
                    </a:tc>
                    <a:extLst>
                      <a:ext uri="{0D108BD9-81ED-4DB2-BD59-A6C34878D82A}">
                        <a16:rowId xmlns:a16="http://schemas.microsoft.com/office/drawing/2014/main" val="491478089"/>
                      </a:ext>
                    </a:extLst>
                  </a:tr>
                  <a:tr h="963297">
                    <a:tc>
                      <a:txBody>
                        <a:bodyPr/>
                        <a:lstStyle/>
                        <a:p>
                          <a:endParaRPr lang="ko-KR"/>
                        </a:p>
                      </a:txBody>
                      <a:tcPr marL="86950" marR="86950" marT="43475" marB="43475" anchor="ctr">
                        <a:lnL w="12700" cmpd="sng">
                          <a:noFill/>
                        </a:lnL>
                        <a:lnR w="12700" cmpd="sng">
                          <a:noFill/>
                        </a:lnR>
                        <a:lnT w="12700" cmpd="sng">
                          <a:noFill/>
                        </a:lnT>
                        <a:lnB w="12700" cmpd="sng">
                          <a:noFill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  <a:blipFill>
                          <a:blip r:embed="rId2"/>
                          <a:stretch>
                            <a:fillRect t="-300633" r="-501250" b="-200000"/>
                          </a:stretch>
                        </a:blipFill>
                      </a:tcPr>
                    </a:tc>
                    <a:tc>
                      <a:txBody>
                        <a:bodyPr/>
                        <a:lstStyle/>
                        <a:p>
                          <a:endParaRPr lang="ko-KR"/>
                        </a:p>
                      </a:txBody>
                      <a:tcPr marL="86950" marR="86950" marT="43475" marB="43475" anchor="ctr">
                        <a:lnL w="12700" cmpd="sng">
                          <a:noFill/>
                        </a:lnL>
                        <a:lnR w="12700" cmpd="sng">
                          <a:noFill/>
                        </a:lnR>
                        <a:lnT w="12700" cmpd="sng">
                          <a:noFill/>
                        </a:lnT>
                        <a:lnB w="12700" cmpd="sng">
                          <a:noFill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  <a:blipFill>
                          <a:blip r:embed="rId2"/>
                          <a:stretch>
                            <a:fillRect l="-99379" t="-300633" r="-398137" b="-200000"/>
                          </a:stretch>
                        </a:blipFill>
                      </a:tcPr>
                    </a:tc>
                    <a:tc>
                      <a:txBody>
                        <a:bodyPr/>
                        <a:lstStyle/>
                        <a:p>
                          <a:endParaRPr lang="ko-KR"/>
                        </a:p>
                      </a:txBody>
                      <a:tcPr marL="86950" marR="86950" marT="43475" marB="43475" anchor="ctr">
                        <a:lnL w="12700" cmpd="sng">
                          <a:noFill/>
                        </a:lnL>
                        <a:lnR w="12700" cmpd="sng">
                          <a:noFill/>
                        </a:lnR>
                        <a:lnT w="12700" cmpd="sng">
                          <a:noFill/>
                        </a:lnT>
                        <a:lnB w="12700" cmpd="sng">
                          <a:noFill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  <a:blipFill>
                          <a:blip r:embed="rId2"/>
                          <a:stretch>
                            <a:fillRect l="-200625" t="-300633" r="-300625" b="-200000"/>
                          </a:stretch>
                        </a:blipFill>
                      </a:tcPr>
                    </a:tc>
                    <a:tc>
                      <a:txBody>
                        <a:bodyPr/>
                        <a:lstStyle/>
                        <a:p>
                          <a:endParaRPr lang="ko-KR"/>
                        </a:p>
                      </a:txBody>
                      <a:tcPr marL="86950" marR="86950" marT="43475" marB="43475" anchor="ctr">
                        <a:lnL w="12700" cmpd="sng">
                          <a:noFill/>
                        </a:lnL>
                        <a:lnR w="12700" cmpd="sng">
                          <a:noFill/>
                        </a:lnR>
                        <a:lnT w="12700" cmpd="sng">
                          <a:noFill/>
                        </a:lnT>
                        <a:lnB w="12700" cmpd="sng">
                          <a:noFill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  <a:blipFill>
                          <a:blip r:embed="rId2"/>
                          <a:stretch>
                            <a:fillRect l="-300625" t="-300633" r="-200625" b="-200000"/>
                          </a:stretch>
                        </a:blipFill>
                      </a:tcPr>
                    </a:tc>
                    <a:tc>
                      <a:txBody>
                        <a:bodyPr/>
                        <a:lstStyle/>
                        <a:p>
                          <a:endParaRPr lang="ko-KR"/>
                        </a:p>
                      </a:txBody>
                      <a:tcPr marL="86950" marR="86950" marT="43475" marB="43475" anchor="ctr">
                        <a:lnL w="12700" cmpd="sng">
                          <a:noFill/>
                        </a:lnL>
                        <a:lnR w="12700" cmpd="sng">
                          <a:noFill/>
                        </a:lnR>
                        <a:lnT w="12700" cmpd="sng">
                          <a:noFill/>
                        </a:lnT>
                        <a:lnB w="12700" cmpd="sng">
                          <a:noFill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  <a:blipFill>
                          <a:blip r:embed="rId2"/>
                          <a:stretch>
                            <a:fillRect l="-398137" t="-300633" r="-99379" b="-200000"/>
                          </a:stretch>
                        </a:blipFill>
                      </a:tcPr>
                    </a:tc>
                    <a:tc>
                      <a:txBody>
                        <a:bodyPr/>
                        <a:lstStyle/>
                        <a:p>
                          <a:endParaRPr lang="ko-KR"/>
                        </a:p>
                      </a:txBody>
                      <a:tcPr marL="86950" marR="86950" marT="43475" marB="43475" anchor="ctr">
                        <a:lnL w="12700" cmpd="sng">
                          <a:noFill/>
                        </a:lnL>
                        <a:lnR w="12700" cmpd="sng">
                          <a:noFill/>
                        </a:lnR>
                        <a:lnT w="12700" cmpd="sng">
                          <a:noFill/>
                        </a:lnT>
                        <a:lnB w="12700" cmpd="sng">
                          <a:noFill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  <a:blipFill>
                          <a:blip r:embed="rId2"/>
                          <a:stretch>
                            <a:fillRect l="-501250" t="-300633" b="-200000"/>
                          </a:stretch>
                        </a:blipFill>
                      </a:tcPr>
                    </a:tc>
                    <a:extLst>
                      <a:ext uri="{0D108BD9-81ED-4DB2-BD59-A6C34878D82A}">
                        <a16:rowId xmlns:a16="http://schemas.microsoft.com/office/drawing/2014/main" val="4032775834"/>
                      </a:ext>
                    </a:extLst>
                  </a:tr>
                  <a:tr h="963297">
                    <a:tc>
                      <a:txBody>
                        <a:bodyPr/>
                        <a:lstStyle/>
                        <a:p>
                          <a:endParaRPr lang="ko-KR"/>
                        </a:p>
                      </a:txBody>
                      <a:tcPr marL="86950" marR="86950" marT="43475" marB="43475" anchor="ctr">
                        <a:lnL w="12700" cmpd="sng">
                          <a:noFill/>
                        </a:lnL>
                        <a:lnR w="12700" cmpd="sng">
                          <a:noFill/>
                        </a:lnR>
                        <a:lnT w="12700" cmpd="sng">
                          <a:noFill/>
                        </a:lnT>
                        <a:lnB w="12700" cmpd="sng">
                          <a:noFill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  <a:blipFill>
                          <a:blip r:embed="rId2"/>
                          <a:stretch>
                            <a:fillRect t="-400633" r="-501250" b="-100000"/>
                          </a:stretch>
                        </a:blipFill>
                      </a:tcPr>
                    </a:tc>
                    <a:tc>
                      <a:txBody>
                        <a:bodyPr/>
                        <a:lstStyle/>
                        <a:p>
                          <a:endParaRPr lang="ko-KR"/>
                        </a:p>
                      </a:txBody>
                      <a:tcPr marL="86950" marR="86950" marT="43475" marB="43475" anchor="ctr">
                        <a:lnL w="12700" cmpd="sng">
                          <a:noFill/>
                        </a:lnL>
                        <a:lnR w="12700" cmpd="sng">
                          <a:noFill/>
                        </a:lnR>
                        <a:lnT w="12700" cmpd="sng">
                          <a:noFill/>
                        </a:lnT>
                        <a:lnB w="12700" cmpd="sng">
                          <a:noFill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  <a:blipFill>
                          <a:blip r:embed="rId2"/>
                          <a:stretch>
                            <a:fillRect l="-99379" t="-400633" r="-398137" b="-100000"/>
                          </a:stretch>
                        </a:blipFill>
                      </a:tcPr>
                    </a:tc>
                    <a:tc>
                      <a:txBody>
                        <a:bodyPr/>
                        <a:lstStyle/>
                        <a:p>
                          <a:endParaRPr lang="ko-KR"/>
                        </a:p>
                      </a:txBody>
                      <a:tcPr marL="86950" marR="86950" marT="43475" marB="43475" anchor="ctr">
                        <a:lnL w="12700" cmpd="sng">
                          <a:noFill/>
                        </a:lnL>
                        <a:lnR w="12700" cmpd="sng">
                          <a:noFill/>
                        </a:lnR>
                        <a:lnT w="12700" cmpd="sng">
                          <a:noFill/>
                        </a:lnT>
                        <a:lnB w="12700" cmpd="sng">
                          <a:noFill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  <a:blipFill>
                          <a:blip r:embed="rId2"/>
                          <a:stretch>
                            <a:fillRect l="-200625" t="-400633" r="-300625" b="-100000"/>
                          </a:stretch>
                        </a:blipFill>
                      </a:tcPr>
                    </a:tc>
                    <a:tc>
                      <a:txBody>
                        <a:bodyPr/>
                        <a:lstStyle/>
                        <a:p>
                          <a:endParaRPr lang="ko-KR"/>
                        </a:p>
                      </a:txBody>
                      <a:tcPr marL="86950" marR="86950" marT="43475" marB="43475" anchor="ctr">
                        <a:lnL w="12700" cmpd="sng">
                          <a:noFill/>
                        </a:lnL>
                        <a:lnR w="12700" cmpd="sng">
                          <a:noFill/>
                        </a:lnR>
                        <a:lnT w="12700" cmpd="sng">
                          <a:noFill/>
                        </a:lnT>
                        <a:lnB w="12700" cmpd="sng">
                          <a:noFill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  <a:blipFill>
                          <a:blip r:embed="rId2"/>
                          <a:stretch>
                            <a:fillRect l="-300625" t="-400633" r="-200625" b="-100000"/>
                          </a:stretch>
                        </a:blipFill>
                      </a:tcPr>
                    </a:tc>
                    <a:tc>
                      <a:txBody>
                        <a:bodyPr/>
                        <a:lstStyle/>
                        <a:p>
                          <a:endParaRPr lang="ko-KR"/>
                        </a:p>
                      </a:txBody>
                      <a:tcPr marL="86950" marR="86950" marT="43475" marB="43475" anchor="ctr">
                        <a:lnL w="12700" cmpd="sng">
                          <a:noFill/>
                        </a:lnL>
                        <a:lnR w="12700" cmpd="sng">
                          <a:noFill/>
                        </a:lnR>
                        <a:lnT w="12700" cmpd="sng">
                          <a:noFill/>
                        </a:lnT>
                        <a:lnB w="12700" cmpd="sng">
                          <a:noFill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  <a:blipFill>
                          <a:blip r:embed="rId2"/>
                          <a:stretch>
                            <a:fillRect l="-398137" t="-400633" r="-99379" b="-100000"/>
                          </a:stretch>
                        </a:blipFill>
                      </a:tcPr>
                    </a:tc>
                    <a:tc>
                      <a:txBody>
                        <a:bodyPr/>
                        <a:lstStyle/>
                        <a:p>
                          <a:endParaRPr lang="ko-KR"/>
                        </a:p>
                      </a:txBody>
                      <a:tcPr marL="86950" marR="86950" marT="43475" marB="43475" anchor="ctr">
                        <a:lnL w="12700" cmpd="sng">
                          <a:noFill/>
                        </a:lnL>
                        <a:lnR w="12700" cmpd="sng">
                          <a:noFill/>
                        </a:lnR>
                        <a:lnT w="12700" cmpd="sng">
                          <a:noFill/>
                        </a:lnT>
                        <a:lnB w="12700" cmpd="sng">
                          <a:noFill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  <a:blipFill>
                          <a:blip r:embed="rId2"/>
                          <a:stretch>
                            <a:fillRect l="-501250" t="-400633" b="-100000"/>
                          </a:stretch>
                        </a:blipFill>
                      </a:tcPr>
                    </a:tc>
                    <a:extLst>
                      <a:ext uri="{0D108BD9-81ED-4DB2-BD59-A6C34878D82A}">
                        <a16:rowId xmlns:a16="http://schemas.microsoft.com/office/drawing/2014/main" val="670153430"/>
                      </a:ext>
                    </a:extLst>
                  </a:tr>
                  <a:tr h="963297">
                    <a:tc>
                      <a:txBody>
                        <a:bodyPr/>
                        <a:lstStyle/>
                        <a:p>
                          <a:endParaRPr lang="ko-KR"/>
                        </a:p>
                      </a:txBody>
                      <a:tcPr marL="86950" marR="86950" marT="43475" marB="43475" anchor="ctr">
                        <a:lnL w="12700" cmpd="sng">
                          <a:noFill/>
                        </a:lnL>
                        <a:lnR w="12700" cmpd="sng">
                          <a:noFill/>
                        </a:lnR>
                        <a:lnT w="12700" cmpd="sng">
                          <a:noFill/>
                        </a:lnT>
                        <a:lnB w="12700" cmpd="sng">
                          <a:noFill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  <a:blipFill>
                          <a:blip r:embed="rId2"/>
                          <a:stretch>
                            <a:fillRect t="-500633" r="-501250"/>
                          </a:stretch>
                        </a:blipFill>
                      </a:tcPr>
                    </a:tc>
                    <a:tc>
                      <a:txBody>
                        <a:bodyPr/>
                        <a:lstStyle/>
                        <a:p>
                          <a:endParaRPr lang="ko-KR"/>
                        </a:p>
                      </a:txBody>
                      <a:tcPr marL="86950" marR="86950" marT="43475" marB="43475" anchor="ctr">
                        <a:lnL w="12700" cmpd="sng">
                          <a:noFill/>
                        </a:lnL>
                        <a:lnR w="12700" cmpd="sng">
                          <a:noFill/>
                        </a:lnR>
                        <a:lnT w="12700" cmpd="sng">
                          <a:noFill/>
                        </a:lnT>
                        <a:lnB w="12700" cmpd="sng">
                          <a:noFill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  <a:blipFill>
                          <a:blip r:embed="rId2"/>
                          <a:stretch>
                            <a:fillRect l="-99379" t="-500633" r="-398137"/>
                          </a:stretch>
                        </a:blipFill>
                      </a:tcPr>
                    </a:tc>
                    <a:tc>
                      <a:txBody>
                        <a:bodyPr/>
                        <a:lstStyle/>
                        <a:p>
                          <a:endParaRPr lang="ko-KR"/>
                        </a:p>
                      </a:txBody>
                      <a:tcPr marL="86950" marR="86950" marT="43475" marB="43475" anchor="ctr">
                        <a:lnL w="12700" cmpd="sng">
                          <a:noFill/>
                        </a:lnL>
                        <a:lnR w="12700" cmpd="sng">
                          <a:noFill/>
                        </a:lnR>
                        <a:lnT w="12700" cmpd="sng">
                          <a:noFill/>
                        </a:lnT>
                        <a:lnB w="12700" cmpd="sng">
                          <a:noFill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  <a:blipFill>
                          <a:blip r:embed="rId2"/>
                          <a:stretch>
                            <a:fillRect l="-200625" t="-500633" r="-300625"/>
                          </a:stretch>
                        </a:blipFill>
                      </a:tcPr>
                    </a:tc>
                    <a:tc>
                      <a:txBody>
                        <a:bodyPr/>
                        <a:lstStyle/>
                        <a:p>
                          <a:endParaRPr lang="ko-KR"/>
                        </a:p>
                      </a:txBody>
                      <a:tcPr marL="86950" marR="86950" marT="43475" marB="43475" anchor="ctr">
                        <a:lnL w="12700" cmpd="sng">
                          <a:noFill/>
                        </a:lnL>
                        <a:lnR w="12700" cmpd="sng">
                          <a:noFill/>
                        </a:lnR>
                        <a:lnT w="12700" cmpd="sng">
                          <a:noFill/>
                        </a:lnT>
                        <a:lnB w="12700" cmpd="sng">
                          <a:noFill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  <a:blipFill>
                          <a:blip r:embed="rId2"/>
                          <a:stretch>
                            <a:fillRect l="-300625" t="-500633" r="-200625"/>
                          </a:stretch>
                        </a:blipFill>
                      </a:tcPr>
                    </a:tc>
                    <a:tc>
                      <a:txBody>
                        <a:bodyPr/>
                        <a:lstStyle/>
                        <a:p>
                          <a:endParaRPr lang="ko-KR"/>
                        </a:p>
                      </a:txBody>
                      <a:tcPr marL="86950" marR="86950" marT="43475" marB="43475" anchor="ctr">
                        <a:lnL w="12700" cmpd="sng">
                          <a:noFill/>
                        </a:lnL>
                        <a:lnR w="12700" cmpd="sng">
                          <a:noFill/>
                        </a:lnR>
                        <a:lnT w="12700" cmpd="sng">
                          <a:noFill/>
                        </a:lnT>
                        <a:lnB w="12700" cmpd="sng">
                          <a:noFill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  <a:blipFill>
                          <a:blip r:embed="rId2"/>
                          <a:stretch>
                            <a:fillRect l="-398137" t="-500633" r="-99379"/>
                          </a:stretch>
                        </a:blipFill>
                      </a:tcPr>
                    </a:tc>
                    <a:tc>
                      <a:txBody>
                        <a:bodyPr/>
                        <a:lstStyle/>
                        <a:p>
                          <a:endParaRPr lang="ko-KR"/>
                        </a:p>
                      </a:txBody>
                      <a:tcPr marL="86950" marR="86950" marT="43475" marB="43475" anchor="ctr">
                        <a:lnL w="12700" cmpd="sng">
                          <a:noFill/>
                        </a:lnL>
                        <a:lnR w="12700" cmpd="sng">
                          <a:noFill/>
                        </a:lnR>
                        <a:lnT w="12700" cmpd="sng">
                          <a:noFill/>
                        </a:lnT>
                        <a:lnB w="12700" cmpd="sng">
                          <a:noFill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  <a:blipFill>
                          <a:blip r:embed="rId2"/>
                          <a:stretch>
                            <a:fillRect l="-501250" t="-500633"/>
                          </a:stretch>
                        </a:blipFill>
                      </a:tcPr>
                    </a:tc>
                    <a:extLst>
                      <a:ext uri="{0D108BD9-81ED-4DB2-BD59-A6C34878D82A}">
                        <a16:rowId xmlns:a16="http://schemas.microsoft.com/office/drawing/2014/main" val="420736974"/>
                      </a:ext>
                    </a:extLst>
                  </a:tr>
                </a:tbl>
              </a:graphicData>
            </a:graphic>
          </p:graphicFrame>
        </mc:Fallback>
      </mc:AlternateContent>
      <p:sp>
        <p:nvSpPr>
          <p:cNvPr id="3" name="TextBox 2">
            <a:extLst>
              <a:ext uri="{FF2B5EF4-FFF2-40B4-BE49-F238E27FC236}">
                <a16:creationId xmlns:a16="http://schemas.microsoft.com/office/drawing/2014/main" id="{B70003C4-A10D-6B4D-8BDF-601816C4DE07}"/>
              </a:ext>
            </a:extLst>
          </p:cNvPr>
          <p:cNvSpPr txBox="1"/>
          <p:nvPr/>
        </p:nvSpPr>
        <p:spPr>
          <a:xfrm>
            <a:off x="658368" y="384048"/>
            <a:ext cx="1297150" cy="5232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lvl="0" defTabSz="457200" latinLnBrk="0">
              <a:defRPr sz="2800" b="1">
                <a:solidFill>
                  <a:srgbClr val="18233A"/>
                </a:solidFill>
              </a:defRPr>
            </a:pPr>
            <a:r>
              <a:rPr lang="en-US" altLang="ko-KR" sz="2800" b="1" dirty="0">
                <a:solidFill>
                  <a:srgbClr val="18233A"/>
                </a:solidFill>
              </a:rPr>
              <a:t>KK</a:t>
            </a:r>
            <a:r>
              <a:rPr lang="ko-KR" altLang="en-US" sz="2800" b="1" dirty="0">
                <a:solidFill>
                  <a:srgbClr val="18233A"/>
                </a:solidFill>
              </a:rPr>
              <a:t>계량</a:t>
            </a:r>
          </a:p>
        </p:txBody>
      </p:sp>
      <p:sp>
        <p:nvSpPr>
          <p:cNvPr id="6" name="Rectangle 5">
            <a:extLst>
              <a:ext uri="{FF2B5EF4-FFF2-40B4-BE49-F238E27FC236}">
                <a16:creationId xmlns:a16="http://schemas.microsoft.com/office/drawing/2014/main" id="{642A7374-E046-31B0-0E4B-C7719CEAE00A}"/>
              </a:ext>
            </a:extLst>
          </p:cNvPr>
          <p:cNvSpPr/>
          <p:nvPr/>
        </p:nvSpPr>
        <p:spPr>
          <a:xfrm>
            <a:off x="676656" y="1353312"/>
            <a:ext cx="566928" cy="41148"/>
          </a:xfrm>
          <a:prstGeom prst="rect">
            <a:avLst/>
          </a:prstGeom>
          <a:solidFill>
            <a:srgbClr val="315EB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Calibri"/>
              <a:ea typeface="+mn-ea"/>
              <a:cs typeface="+mn-cs"/>
            </a:endParaRPr>
          </a:p>
        </p:txBody>
      </p:sp>
      <p:pic>
        <p:nvPicPr>
          <p:cNvPr id="22" name="그림 21" descr="초공간 - 교보문고">
            <a:extLst>
              <a:ext uri="{FF2B5EF4-FFF2-40B4-BE49-F238E27FC236}">
                <a16:creationId xmlns:a16="http://schemas.microsoft.com/office/drawing/2014/main" id="{DB9AEB84-60C2-49A2-8EF9-7BCD1857FA3F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76656" y="1666647"/>
            <a:ext cx="2718993" cy="4064895"/>
          </a:xfrm>
          <a:prstGeom prst="rect">
            <a:avLst/>
          </a:prstGeom>
        </p:spPr>
      </p:pic>
      <p:sp>
        <p:nvSpPr>
          <p:cNvPr id="9" name="직사각형 8">
            <a:extLst>
              <a:ext uri="{FF2B5EF4-FFF2-40B4-BE49-F238E27FC236}">
                <a16:creationId xmlns:a16="http://schemas.microsoft.com/office/drawing/2014/main" id="{4141EF49-A00C-A19D-9D24-5FB255116F17}"/>
              </a:ext>
            </a:extLst>
          </p:cNvPr>
          <p:cNvSpPr/>
          <p:nvPr/>
        </p:nvSpPr>
        <p:spPr>
          <a:xfrm>
            <a:off x="4251960" y="1126485"/>
            <a:ext cx="685800" cy="475662"/>
          </a:xfrm>
          <a:prstGeom prst="rect">
            <a:avLst/>
          </a:prstGeom>
          <a:solidFill>
            <a:srgbClr val="F8F9FC"/>
          </a:solidFill>
          <a:ln>
            <a:solidFill>
              <a:srgbClr val="F8F9F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11" name="직사각형 10">
            <a:extLst>
              <a:ext uri="{FF2B5EF4-FFF2-40B4-BE49-F238E27FC236}">
                <a16:creationId xmlns:a16="http://schemas.microsoft.com/office/drawing/2014/main" id="{C192D81D-7A63-256E-91A8-534999E4CD16}"/>
              </a:ext>
            </a:extLst>
          </p:cNvPr>
          <p:cNvSpPr/>
          <p:nvPr/>
        </p:nvSpPr>
        <p:spPr>
          <a:xfrm>
            <a:off x="5237791" y="1126485"/>
            <a:ext cx="685800" cy="475662"/>
          </a:xfrm>
          <a:prstGeom prst="rect">
            <a:avLst/>
          </a:prstGeom>
          <a:solidFill>
            <a:srgbClr val="F8F9FC"/>
          </a:solidFill>
          <a:ln>
            <a:solidFill>
              <a:srgbClr val="F8F9F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12" name="직사각형 11">
            <a:extLst>
              <a:ext uri="{FF2B5EF4-FFF2-40B4-BE49-F238E27FC236}">
                <a16:creationId xmlns:a16="http://schemas.microsoft.com/office/drawing/2014/main" id="{5E0EBDC7-2A6E-4BC0-6791-382114264D6C}"/>
              </a:ext>
            </a:extLst>
          </p:cNvPr>
          <p:cNvSpPr/>
          <p:nvPr/>
        </p:nvSpPr>
        <p:spPr>
          <a:xfrm>
            <a:off x="4251960" y="2032115"/>
            <a:ext cx="685800" cy="475662"/>
          </a:xfrm>
          <a:prstGeom prst="rect">
            <a:avLst/>
          </a:prstGeom>
          <a:solidFill>
            <a:srgbClr val="F8F9FC"/>
          </a:solidFill>
          <a:ln>
            <a:solidFill>
              <a:srgbClr val="F8F9F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13" name="직사각형 12">
            <a:extLst>
              <a:ext uri="{FF2B5EF4-FFF2-40B4-BE49-F238E27FC236}">
                <a16:creationId xmlns:a16="http://schemas.microsoft.com/office/drawing/2014/main" id="{8DDC6131-B81D-EC1A-A1E4-5C2CC58E9395}"/>
              </a:ext>
            </a:extLst>
          </p:cNvPr>
          <p:cNvSpPr/>
          <p:nvPr/>
        </p:nvSpPr>
        <p:spPr>
          <a:xfrm>
            <a:off x="4251960" y="3033528"/>
            <a:ext cx="685800" cy="475662"/>
          </a:xfrm>
          <a:prstGeom prst="rect">
            <a:avLst/>
          </a:prstGeom>
          <a:solidFill>
            <a:srgbClr val="F8F9FC"/>
          </a:solidFill>
          <a:ln>
            <a:solidFill>
              <a:srgbClr val="F8F9F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14" name="직사각형 13">
            <a:extLst>
              <a:ext uri="{FF2B5EF4-FFF2-40B4-BE49-F238E27FC236}">
                <a16:creationId xmlns:a16="http://schemas.microsoft.com/office/drawing/2014/main" id="{509FDC98-AFB9-6438-2ECF-21A37DB4E609}"/>
              </a:ext>
            </a:extLst>
          </p:cNvPr>
          <p:cNvSpPr/>
          <p:nvPr/>
        </p:nvSpPr>
        <p:spPr>
          <a:xfrm>
            <a:off x="6223622" y="1126485"/>
            <a:ext cx="685800" cy="475662"/>
          </a:xfrm>
          <a:prstGeom prst="rect">
            <a:avLst/>
          </a:prstGeom>
          <a:solidFill>
            <a:srgbClr val="F8F9FC"/>
          </a:solidFill>
          <a:ln>
            <a:solidFill>
              <a:srgbClr val="F8F9F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15" name="직사각형 14">
            <a:extLst>
              <a:ext uri="{FF2B5EF4-FFF2-40B4-BE49-F238E27FC236}">
                <a16:creationId xmlns:a16="http://schemas.microsoft.com/office/drawing/2014/main" id="{BB8B0416-33F8-C6B6-4604-0981D966551C}"/>
              </a:ext>
            </a:extLst>
          </p:cNvPr>
          <p:cNvSpPr/>
          <p:nvPr/>
        </p:nvSpPr>
        <p:spPr>
          <a:xfrm>
            <a:off x="4251960" y="4007813"/>
            <a:ext cx="685800" cy="475662"/>
          </a:xfrm>
          <a:prstGeom prst="rect">
            <a:avLst/>
          </a:prstGeom>
          <a:solidFill>
            <a:srgbClr val="F8F9FC"/>
          </a:solidFill>
          <a:ln>
            <a:solidFill>
              <a:srgbClr val="F8F9F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18" name="직사각형 17">
            <a:extLst>
              <a:ext uri="{FF2B5EF4-FFF2-40B4-BE49-F238E27FC236}">
                <a16:creationId xmlns:a16="http://schemas.microsoft.com/office/drawing/2014/main" id="{BE458E02-AEC6-7CAC-D0EE-996A309AB50D}"/>
              </a:ext>
            </a:extLst>
          </p:cNvPr>
          <p:cNvSpPr/>
          <p:nvPr/>
        </p:nvSpPr>
        <p:spPr>
          <a:xfrm>
            <a:off x="7218759" y="1126485"/>
            <a:ext cx="685800" cy="475662"/>
          </a:xfrm>
          <a:prstGeom prst="rect">
            <a:avLst/>
          </a:prstGeom>
          <a:solidFill>
            <a:srgbClr val="F8F9FC"/>
          </a:solidFill>
          <a:ln>
            <a:solidFill>
              <a:srgbClr val="F8F9F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19" name="직사각형 18">
            <a:extLst>
              <a:ext uri="{FF2B5EF4-FFF2-40B4-BE49-F238E27FC236}">
                <a16:creationId xmlns:a16="http://schemas.microsoft.com/office/drawing/2014/main" id="{3C5A23C7-0163-39C0-148D-98777C79F7A7}"/>
              </a:ext>
            </a:extLst>
          </p:cNvPr>
          <p:cNvSpPr/>
          <p:nvPr/>
        </p:nvSpPr>
        <p:spPr>
          <a:xfrm>
            <a:off x="4251960" y="4982097"/>
            <a:ext cx="685800" cy="475662"/>
          </a:xfrm>
          <a:prstGeom prst="rect">
            <a:avLst/>
          </a:prstGeom>
          <a:solidFill>
            <a:srgbClr val="F8F9FC"/>
          </a:solidFill>
          <a:ln>
            <a:solidFill>
              <a:srgbClr val="F8F9F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20" name="직사각형 19">
            <a:extLst>
              <a:ext uri="{FF2B5EF4-FFF2-40B4-BE49-F238E27FC236}">
                <a16:creationId xmlns:a16="http://schemas.microsoft.com/office/drawing/2014/main" id="{7D8DAC0C-CABD-16AB-8101-82E4A838061A}"/>
              </a:ext>
            </a:extLst>
          </p:cNvPr>
          <p:cNvSpPr/>
          <p:nvPr/>
        </p:nvSpPr>
        <p:spPr>
          <a:xfrm>
            <a:off x="8145422" y="1126485"/>
            <a:ext cx="685800" cy="475662"/>
          </a:xfrm>
          <a:prstGeom prst="rect">
            <a:avLst/>
          </a:prstGeom>
          <a:solidFill>
            <a:srgbClr val="F8F9FC"/>
          </a:solidFill>
          <a:ln>
            <a:solidFill>
              <a:srgbClr val="F8F9F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21" name="직사각형 20">
            <a:extLst>
              <a:ext uri="{FF2B5EF4-FFF2-40B4-BE49-F238E27FC236}">
                <a16:creationId xmlns:a16="http://schemas.microsoft.com/office/drawing/2014/main" id="{919D11DC-C639-6F0F-1059-AFDBC3AD9DB7}"/>
              </a:ext>
            </a:extLst>
          </p:cNvPr>
          <p:cNvSpPr/>
          <p:nvPr/>
        </p:nvSpPr>
        <p:spPr>
          <a:xfrm>
            <a:off x="4251960" y="5910944"/>
            <a:ext cx="685800" cy="475662"/>
          </a:xfrm>
          <a:prstGeom prst="rect">
            <a:avLst/>
          </a:prstGeom>
          <a:solidFill>
            <a:srgbClr val="F8F9FC"/>
          </a:solidFill>
          <a:ln>
            <a:solidFill>
              <a:srgbClr val="F8F9F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23" name="직사각형 22">
            <a:extLst>
              <a:ext uri="{FF2B5EF4-FFF2-40B4-BE49-F238E27FC236}">
                <a16:creationId xmlns:a16="http://schemas.microsoft.com/office/drawing/2014/main" id="{309CAAF9-E525-0089-BE5A-F63DE81BB04D}"/>
              </a:ext>
            </a:extLst>
          </p:cNvPr>
          <p:cNvSpPr/>
          <p:nvPr/>
        </p:nvSpPr>
        <p:spPr>
          <a:xfrm>
            <a:off x="9072085" y="1126485"/>
            <a:ext cx="685800" cy="475662"/>
          </a:xfrm>
          <a:prstGeom prst="rect">
            <a:avLst/>
          </a:prstGeom>
          <a:solidFill>
            <a:srgbClr val="F8F9FC"/>
          </a:solidFill>
          <a:ln>
            <a:solidFill>
              <a:srgbClr val="F8F9F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24" name="직사각형 23">
            <a:extLst>
              <a:ext uri="{FF2B5EF4-FFF2-40B4-BE49-F238E27FC236}">
                <a16:creationId xmlns:a16="http://schemas.microsoft.com/office/drawing/2014/main" id="{E4515D30-8099-F516-DB81-97E995D85576}"/>
              </a:ext>
            </a:extLst>
          </p:cNvPr>
          <p:cNvSpPr/>
          <p:nvPr/>
        </p:nvSpPr>
        <p:spPr>
          <a:xfrm>
            <a:off x="5237791" y="5910944"/>
            <a:ext cx="685800" cy="475662"/>
          </a:xfrm>
          <a:prstGeom prst="rect">
            <a:avLst/>
          </a:prstGeom>
          <a:solidFill>
            <a:srgbClr val="F8F9FC"/>
          </a:solidFill>
          <a:ln>
            <a:solidFill>
              <a:srgbClr val="F8F9F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25" name="직사각형 24">
            <a:extLst>
              <a:ext uri="{FF2B5EF4-FFF2-40B4-BE49-F238E27FC236}">
                <a16:creationId xmlns:a16="http://schemas.microsoft.com/office/drawing/2014/main" id="{FB185BAC-D7B2-2610-F31D-D0680FFD68B5}"/>
              </a:ext>
            </a:extLst>
          </p:cNvPr>
          <p:cNvSpPr/>
          <p:nvPr/>
        </p:nvSpPr>
        <p:spPr>
          <a:xfrm>
            <a:off x="9072085" y="2063927"/>
            <a:ext cx="685800" cy="475662"/>
          </a:xfrm>
          <a:prstGeom prst="rect">
            <a:avLst/>
          </a:prstGeom>
          <a:solidFill>
            <a:srgbClr val="F8F9FC"/>
          </a:solidFill>
          <a:ln>
            <a:solidFill>
              <a:srgbClr val="F8F9F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27" name="직사각형 26">
            <a:extLst>
              <a:ext uri="{FF2B5EF4-FFF2-40B4-BE49-F238E27FC236}">
                <a16:creationId xmlns:a16="http://schemas.microsoft.com/office/drawing/2014/main" id="{41667FFD-6341-020F-BDE3-A3373C4D70E6}"/>
              </a:ext>
            </a:extLst>
          </p:cNvPr>
          <p:cNvSpPr/>
          <p:nvPr/>
        </p:nvSpPr>
        <p:spPr>
          <a:xfrm>
            <a:off x="6223622" y="5910944"/>
            <a:ext cx="685800" cy="475662"/>
          </a:xfrm>
          <a:prstGeom prst="rect">
            <a:avLst/>
          </a:prstGeom>
          <a:solidFill>
            <a:srgbClr val="F8F9FC"/>
          </a:solidFill>
          <a:ln>
            <a:solidFill>
              <a:srgbClr val="F8F9F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29" name="직사각형 28">
            <a:extLst>
              <a:ext uri="{FF2B5EF4-FFF2-40B4-BE49-F238E27FC236}">
                <a16:creationId xmlns:a16="http://schemas.microsoft.com/office/drawing/2014/main" id="{6F096C47-DE62-856E-1E4D-359FED66174A}"/>
              </a:ext>
            </a:extLst>
          </p:cNvPr>
          <p:cNvSpPr/>
          <p:nvPr/>
        </p:nvSpPr>
        <p:spPr>
          <a:xfrm>
            <a:off x="9072085" y="3069813"/>
            <a:ext cx="685800" cy="475662"/>
          </a:xfrm>
          <a:prstGeom prst="rect">
            <a:avLst/>
          </a:prstGeom>
          <a:solidFill>
            <a:srgbClr val="F8F9FC"/>
          </a:solidFill>
          <a:ln>
            <a:solidFill>
              <a:srgbClr val="F8F9F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48" name="직사각형 47">
            <a:extLst>
              <a:ext uri="{FF2B5EF4-FFF2-40B4-BE49-F238E27FC236}">
                <a16:creationId xmlns:a16="http://schemas.microsoft.com/office/drawing/2014/main" id="{E03D0C90-64FE-25AE-6F8E-FD81101BF26D}"/>
              </a:ext>
            </a:extLst>
          </p:cNvPr>
          <p:cNvSpPr/>
          <p:nvPr/>
        </p:nvSpPr>
        <p:spPr>
          <a:xfrm>
            <a:off x="7129880" y="5910944"/>
            <a:ext cx="685800" cy="475662"/>
          </a:xfrm>
          <a:prstGeom prst="rect">
            <a:avLst/>
          </a:prstGeom>
          <a:solidFill>
            <a:srgbClr val="F8F9FC"/>
          </a:solidFill>
          <a:ln>
            <a:solidFill>
              <a:srgbClr val="F8F9F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49" name="직사각형 48">
            <a:extLst>
              <a:ext uri="{FF2B5EF4-FFF2-40B4-BE49-F238E27FC236}">
                <a16:creationId xmlns:a16="http://schemas.microsoft.com/office/drawing/2014/main" id="{2C812BF8-BF18-7407-1579-DCD644BEFEF0}"/>
              </a:ext>
            </a:extLst>
          </p:cNvPr>
          <p:cNvSpPr/>
          <p:nvPr/>
        </p:nvSpPr>
        <p:spPr>
          <a:xfrm>
            <a:off x="9072085" y="3967616"/>
            <a:ext cx="685800" cy="475662"/>
          </a:xfrm>
          <a:prstGeom prst="rect">
            <a:avLst/>
          </a:prstGeom>
          <a:solidFill>
            <a:srgbClr val="F8F9FC"/>
          </a:solidFill>
          <a:ln>
            <a:solidFill>
              <a:srgbClr val="F8F9F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50" name="직사각형 49">
            <a:extLst>
              <a:ext uri="{FF2B5EF4-FFF2-40B4-BE49-F238E27FC236}">
                <a16:creationId xmlns:a16="http://schemas.microsoft.com/office/drawing/2014/main" id="{435A2F90-2459-FC3A-08F0-3FBAA9A7140D}"/>
              </a:ext>
            </a:extLst>
          </p:cNvPr>
          <p:cNvSpPr/>
          <p:nvPr/>
        </p:nvSpPr>
        <p:spPr>
          <a:xfrm>
            <a:off x="8090000" y="5910944"/>
            <a:ext cx="685800" cy="475662"/>
          </a:xfrm>
          <a:prstGeom prst="rect">
            <a:avLst/>
          </a:prstGeom>
          <a:solidFill>
            <a:srgbClr val="F8F9FC"/>
          </a:solidFill>
          <a:ln>
            <a:solidFill>
              <a:srgbClr val="F8F9F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51" name="직사각형 50">
            <a:extLst>
              <a:ext uri="{FF2B5EF4-FFF2-40B4-BE49-F238E27FC236}">
                <a16:creationId xmlns:a16="http://schemas.microsoft.com/office/drawing/2014/main" id="{DC346638-7CC6-8A18-A4EF-112156D92B0C}"/>
              </a:ext>
            </a:extLst>
          </p:cNvPr>
          <p:cNvSpPr/>
          <p:nvPr/>
        </p:nvSpPr>
        <p:spPr>
          <a:xfrm>
            <a:off x="9072085" y="4939280"/>
            <a:ext cx="685800" cy="475662"/>
          </a:xfrm>
          <a:prstGeom prst="rect">
            <a:avLst/>
          </a:prstGeom>
          <a:solidFill>
            <a:srgbClr val="F8F9FC"/>
          </a:solidFill>
          <a:ln>
            <a:solidFill>
              <a:srgbClr val="F8F9F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52" name="직사각형 51">
            <a:extLst>
              <a:ext uri="{FF2B5EF4-FFF2-40B4-BE49-F238E27FC236}">
                <a16:creationId xmlns:a16="http://schemas.microsoft.com/office/drawing/2014/main" id="{B17C5AEC-56CF-0300-C6B7-1F045AACF9DD}"/>
              </a:ext>
            </a:extLst>
          </p:cNvPr>
          <p:cNvSpPr/>
          <p:nvPr/>
        </p:nvSpPr>
        <p:spPr>
          <a:xfrm>
            <a:off x="9072085" y="5910944"/>
            <a:ext cx="685800" cy="475662"/>
          </a:xfrm>
          <a:prstGeom prst="rect">
            <a:avLst/>
          </a:prstGeom>
          <a:solidFill>
            <a:srgbClr val="F8F9FC"/>
          </a:solidFill>
          <a:ln>
            <a:solidFill>
              <a:srgbClr val="F8F9F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B41AFAE3-F87E-1D9F-E1F7-8053E8200720}"/>
              </a:ext>
            </a:extLst>
          </p:cNvPr>
          <p:cNvSpPr txBox="1"/>
          <p:nvPr/>
        </p:nvSpPr>
        <p:spPr>
          <a:xfrm>
            <a:off x="4607349" y="211295"/>
            <a:ext cx="4604146" cy="64633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ko-KR" altLang="en-US" dirty="0" err="1"/>
              <a:t>로런츠</a:t>
            </a:r>
            <a:r>
              <a:rPr lang="ko-KR" altLang="en-US" dirty="0"/>
              <a:t> </a:t>
            </a:r>
            <a:r>
              <a:rPr lang="ko-KR" altLang="en-US" dirty="0" err="1"/>
              <a:t>계량텐서</a:t>
            </a:r>
            <a:r>
              <a:rPr lang="en-US" altLang="ko-KR" dirty="0"/>
              <a:t>: </a:t>
            </a:r>
            <a:r>
              <a:rPr lang="ko-KR" altLang="en-US" dirty="0"/>
              <a:t>시간 방향 하나가 </a:t>
            </a:r>
            <a:endParaRPr lang="en-US" altLang="ko-KR" dirty="0"/>
          </a:p>
          <a:p>
            <a:r>
              <a:rPr lang="ko-KR" altLang="en-US" dirty="0"/>
              <a:t>공간 방향들과 다른 부호를 가지는 </a:t>
            </a:r>
            <a:r>
              <a:rPr lang="ko-KR" altLang="en-US" dirty="0" err="1"/>
              <a:t>계량텐서</a:t>
            </a:r>
            <a:endParaRPr lang="ko-KR" altLang="en-US" dirty="0"/>
          </a:p>
        </p:txBody>
      </p:sp>
      <p:sp>
        <p:nvSpPr>
          <p:cNvPr id="8" name="왼쪽 대괄호 7">
            <a:extLst>
              <a:ext uri="{FF2B5EF4-FFF2-40B4-BE49-F238E27FC236}">
                <a16:creationId xmlns:a16="http://schemas.microsoft.com/office/drawing/2014/main" id="{F8FEDFE5-2DD7-19F1-186E-0CAD41E46CAE}"/>
              </a:ext>
            </a:extLst>
          </p:cNvPr>
          <p:cNvSpPr/>
          <p:nvPr/>
        </p:nvSpPr>
        <p:spPr>
          <a:xfrm>
            <a:off x="3902127" y="1001457"/>
            <a:ext cx="317542" cy="4608004"/>
          </a:xfrm>
          <a:prstGeom prst="leftBracket">
            <a:avLst>
              <a:gd name="adj" fmla="val 161243"/>
            </a:avLst>
          </a:prstGeom>
          <a:ln>
            <a:solidFill>
              <a:schemeClr val="tx1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17" name="왼쪽 대괄호 16">
            <a:extLst>
              <a:ext uri="{FF2B5EF4-FFF2-40B4-BE49-F238E27FC236}">
                <a16:creationId xmlns:a16="http://schemas.microsoft.com/office/drawing/2014/main" id="{F310E753-1541-940F-D926-2B716CECA1D1}"/>
              </a:ext>
            </a:extLst>
          </p:cNvPr>
          <p:cNvSpPr/>
          <p:nvPr/>
        </p:nvSpPr>
        <p:spPr>
          <a:xfrm rot="10800000">
            <a:off x="8963957" y="1009736"/>
            <a:ext cx="317542" cy="4608004"/>
          </a:xfrm>
          <a:prstGeom prst="leftBracket">
            <a:avLst>
              <a:gd name="adj" fmla="val 161243"/>
            </a:avLst>
          </a:prstGeom>
          <a:ln>
            <a:solidFill>
              <a:schemeClr val="tx1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28" name="TextBox 27">
            <a:extLst>
              <a:ext uri="{FF2B5EF4-FFF2-40B4-BE49-F238E27FC236}">
                <a16:creationId xmlns:a16="http://schemas.microsoft.com/office/drawing/2014/main" id="{3B4D26DE-401F-573F-20E7-379C2E32E455}"/>
              </a:ext>
            </a:extLst>
          </p:cNvPr>
          <p:cNvSpPr txBox="1"/>
          <p:nvPr/>
        </p:nvSpPr>
        <p:spPr>
          <a:xfrm>
            <a:off x="676656" y="876258"/>
            <a:ext cx="3085447" cy="47705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0" marR="0" lvl="0" indent="0" algn="l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 sz="1250">
                <a:solidFill>
                  <a:srgbClr val="5C6574"/>
                </a:solidFill>
              </a:defRPr>
            </a:pPr>
            <a:r>
              <a:rPr kumimoji="0" sz="1250" b="0" i="0" u="none" strike="noStrike" kern="1200" cap="none" spc="0" normalizeH="0" baseline="0" noProof="0" dirty="0" err="1">
                <a:ln>
                  <a:noFill/>
                </a:ln>
                <a:solidFill>
                  <a:srgbClr val="5C6574"/>
                </a:solidFill>
                <a:effectLst/>
                <a:uLnTx/>
                <a:uFillTx/>
                <a:latin typeface="Calibri"/>
                <a:ea typeface="+mn-ea"/>
                <a:cs typeface="+mn-cs"/>
              </a:rPr>
              <a:t>전자기</a:t>
            </a:r>
            <a:r>
              <a:rPr kumimoji="0" sz="1250" b="0" i="0" u="none" strike="noStrike" kern="1200" cap="none" spc="0" normalizeH="0" baseline="0" noProof="0" dirty="0">
                <a:ln>
                  <a:noFill/>
                </a:ln>
                <a:solidFill>
                  <a:srgbClr val="5C6574"/>
                </a:solidFill>
                <a:effectLst/>
                <a:uLnTx/>
                <a:uFillTx/>
                <a:latin typeface="Calibri"/>
                <a:ea typeface="+mn-ea"/>
                <a:cs typeface="+mn-cs"/>
              </a:rPr>
              <a:t> </a:t>
            </a:r>
            <a:r>
              <a:rPr kumimoji="0" sz="1250" b="0" i="0" u="none" strike="noStrike" kern="1200" cap="none" spc="0" normalizeH="0" baseline="0" noProof="0" dirty="0" err="1">
                <a:ln>
                  <a:noFill/>
                </a:ln>
                <a:solidFill>
                  <a:srgbClr val="5C6574"/>
                </a:solidFill>
                <a:effectLst/>
                <a:uLnTx/>
                <a:uFillTx/>
                <a:latin typeface="Calibri"/>
                <a:ea typeface="+mn-ea"/>
                <a:cs typeface="+mn-cs"/>
              </a:rPr>
              <a:t>퍼텐셜을</a:t>
            </a:r>
            <a:r>
              <a:rPr kumimoji="0" sz="1250" b="0" i="0" u="none" strike="noStrike" kern="1200" cap="none" spc="0" normalizeH="0" baseline="0" noProof="0" dirty="0">
                <a:ln>
                  <a:noFill/>
                </a:ln>
                <a:solidFill>
                  <a:srgbClr val="5C6574"/>
                </a:solidFill>
                <a:effectLst/>
                <a:uLnTx/>
                <a:uFillTx/>
                <a:latin typeface="Calibri"/>
                <a:ea typeface="+mn-ea"/>
                <a:cs typeface="+mn-cs"/>
              </a:rPr>
              <a:t> </a:t>
            </a:r>
            <a:r>
              <a:rPr kumimoji="0" sz="1250" b="0" i="0" u="none" strike="noStrike" kern="1200" cap="none" spc="0" normalizeH="0" baseline="0" noProof="0" dirty="0" err="1">
                <a:ln>
                  <a:noFill/>
                </a:ln>
                <a:solidFill>
                  <a:srgbClr val="5C6574"/>
                </a:solidFill>
                <a:effectLst/>
                <a:uLnTx/>
                <a:uFillTx/>
                <a:latin typeface="Calibri"/>
                <a:ea typeface="+mn-ea"/>
                <a:cs typeface="+mn-cs"/>
              </a:rPr>
              <a:t>고차원</a:t>
            </a:r>
            <a:r>
              <a:rPr kumimoji="0" sz="1250" b="0" i="0" u="none" strike="noStrike" kern="1200" cap="none" spc="0" normalizeH="0" baseline="0" noProof="0" dirty="0">
                <a:ln>
                  <a:noFill/>
                </a:ln>
                <a:solidFill>
                  <a:srgbClr val="5C6574"/>
                </a:solidFill>
                <a:effectLst/>
                <a:uLnTx/>
                <a:uFillTx/>
                <a:latin typeface="Calibri"/>
                <a:ea typeface="+mn-ea"/>
                <a:cs typeface="+mn-cs"/>
              </a:rPr>
              <a:t> </a:t>
            </a:r>
            <a:r>
              <a:rPr kumimoji="0" sz="1250" b="0" i="0" u="none" strike="noStrike" kern="1200" cap="none" spc="0" normalizeH="0" baseline="0" noProof="0" dirty="0" err="1">
                <a:ln>
                  <a:noFill/>
                </a:ln>
                <a:solidFill>
                  <a:srgbClr val="5C6574"/>
                </a:solidFill>
                <a:effectLst/>
                <a:uLnTx/>
                <a:uFillTx/>
                <a:latin typeface="Calibri"/>
                <a:ea typeface="+mn-ea"/>
                <a:cs typeface="+mn-cs"/>
              </a:rPr>
              <a:t>계량의</a:t>
            </a:r>
            <a:r>
              <a:rPr kumimoji="0" sz="1250" b="0" i="0" u="none" strike="noStrike" kern="1200" cap="none" spc="0" normalizeH="0" baseline="0" noProof="0" dirty="0">
                <a:ln>
                  <a:noFill/>
                </a:ln>
                <a:solidFill>
                  <a:srgbClr val="5C6574"/>
                </a:solidFill>
                <a:effectLst/>
                <a:uLnTx/>
                <a:uFillTx/>
                <a:latin typeface="Calibri"/>
                <a:ea typeface="+mn-ea"/>
                <a:cs typeface="+mn-cs"/>
              </a:rPr>
              <a:t> </a:t>
            </a:r>
            <a:r>
              <a:rPr kumimoji="0" sz="1250" b="0" i="0" u="none" strike="noStrike" kern="1200" cap="none" spc="0" normalizeH="0" baseline="0" noProof="0" dirty="0" err="1">
                <a:ln>
                  <a:noFill/>
                </a:ln>
                <a:solidFill>
                  <a:srgbClr val="5C6574"/>
                </a:solidFill>
                <a:effectLst/>
                <a:uLnTx/>
                <a:uFillTx/>
                <a:latin typeface="Calibri"/>
                <a:ea typeface="+mn-ea"/>
                <a:cs typeface="+mn-cs"/>
              </a:rPr>
              <a:t>성분으로</a:t>
            </a:r>
            <a:r>
              <a:rPr kumimoji="0" sz="1250" b="0" i="0" u="none" strike="noStrike" kern="1200" cap="none" spc="0" normalizeH="0" baseline="0" noProof="0" dirty="0">
                <a:ln>
                  <a:noFill/>
                </a:ln>
                <a:solidFill>
                  <a:srgbClr val="5C6574"/>
                </a:solidFill>
                <a:effectLst/>
                <a:uLnTx/>
                <a:uFillTx/>
                <a:latin typeface="Calibri"/>
                <a:ea typeface="+mn-ea"/>
                <a:cs typeface="+mn-cs"/>
              </a:rPr>
              <a:t> </a:t>
            </a:r>
            <a:r>
              <a:rPr kumimoji="0" sz="1250" b="0" i="0" u="none" strike="noStrike" kern="1200" cap="none" spc="0" normalizeH="0" baseline="0" noProof="0" dirty="0" err="1">
                <a:ln>
                  <a:noFill/>
                </a:ln>
                <a:solidFill>
                  <a:srgbClr val="5C6574"/>
                </a:solidFill>
                <a:effectLst/>
                <a:uLnTx/>
                <a:uFillTx/>
                <a:latin typeface="Calibri"/>
                <a:ea typeface="+mn-ea"/>
                <a:cs typeface="+mn-cs"/>
              </a:rPr>
              <a:t>해석해</a:t>
            </a:r>
            <a:r>
              <a:rPr kumimoji="0" sz="1250" b="0" i="0" u="none" strike="noStrike" kern="1200" cap="none" spc="0" normalizeH="0" baseline="0" noProof="0" dirty="0">
                <a:ln>
                  <a:noFill/>
                </a:ln>
                <a:solidFill>
                  <a:srgbClr val="5C6574"/>
                </a:solidFill>
                <a:effectLst/>
                <a:uLnTx/>
                <a:uFillTx/>
                <a:latin typeface="Calibri"/>
                <a:ea typeface="+mn-ea"/>
                <a:cs typeface="+mn-cs"/>
              </a:rPr>
              <a:t> </a:t>
            </a:r>
            <a:r>
              <a:rPr kumimoji="0" sz="1250" b="0" i="0" u="none" strike="noStrike" kern="1200" cap="none" spc="0" normalizeH="0" baseline="0" noProof="0" dirty="0" err="1">
                <a:ln>
                  <a:noFill/>
                </a:ln>
                <a:solidFill>
                  <a:srgbClr val="5C6574"/>
                </a:solidFill>
                <a:effectLst/>
                <a:uLnTx/>
                <a:uFillTx/>
                <a:latin typeface="Calibri"/>
                <a:ea typeface="+mn-ea"/>
                <a:cs typeface="+mn-cs"/>
              </a:rPr>
              <a:t>서로</a:t>
            </a:r>
            <a:r>
              <a:rPr kumimoji="0" sz="1250" b="0" i="0" u="none" strike="noStrike" kern="1200" cap="none" spc="0" normalizeH="0" baseline="0" noProof="0" dirty="0">
                <a:ln>
                  <a:noFill/>
                </a:ln>
                <a:solidFill>
                  <a:srgbClr val="5C6574"/>
                </a:solidFill>
                <a:effectLst/>
                <a:uLnTx/>
                <a:uFillTx/>
                <a:latin typeface="Calibri"/>
                <a:ea typeface="+mn-ea"/>
                <a:cs typeface="+mn-cs"/>
              </a:rPr>
              <a:t> </a:t>
            </a:r>
            <a:r>
              <a:rPr kumimoji="0" sz="1250" b="0" i="0" u="none" strike="noStrike" kern="1200" cap="none" spc="0" normalizeH="0" baseline="0" noProof="0" dirty="0" err="1">
                <a:ln>
                  <a:noFill/>
                </a:ln>
                <a:solidFill>
                  <a:srgbClr val="5C6574"/>
                </a:solidFill>
                <a:effectLst/>
                <a:uLnTx/>
                <a:uFillTx/>
                <a:latin typeface="Calibri"/>
                <a:ea typeface="+mn-ea"/>
                <a:cs typeface="+mn-cs"/>
              </a:rPr>
              <a:t>다른</a:t>
            </a:r>
            <a:r>
              <a:rPr kumimoji="0" sz="1250" b="0" i="0" u="none" strike="noStrike" kern="1200" cap="none" spc="0" normalizeH="0" baseline="0" noProof="0" dirty="0">
                <a:ln>
                  <a:noFill/>
                </a:ln>
                <a:solidFill>
                  <a:srgbClr val="5C6574"/>
                </a:solidFill>
                <a:effectLst/>
                <a:uLnTx/>
                <a:uFillTx/>
                <a:latin typeface="Calibri"/>
                <a:ea typeface="+mn-ea"/>
                <a:cs typeface="+mn-cs"/>
              </a:rPr>
              <a:t> </a:t>
            </a:r>
            <a:r>
              <a:rPr kumimoji="0" sz="1250" b="0" i="0" u="none" strike="noStrike" kern="1200" cap="none" spc="0" normalizeH="0" baseline="0" noProof="0" dirty="0" err="1">
                <a:ln>
                  <a:noFill/>
                </a:ln>
                <a:solidFill>
                  <a:srgbClr val="5C6574"/>
                </a:solidFill>
                <a:effectLst/>
                <a:uLnTx/>
                <a:uFillTx/>
                <a:latin typeface="Calibri"/>
                <a:ea typeface="+mn-ea"/>
                <a:cs typeface="+mn-cs"/>
              </a:rPr>
              <a:t>정보량을</a:t>
            </a:r>
            <a:r>
              <a:rPr kumimoji="0" sz="1250" b="0" i="0" u="none" strike="noStrike" kern="1200" cap="none" spc="0" normalizeH="0" baseline="0" noProof="0" dirty="0">
                <a:ln>
                  <a:noFill/>
                </a:ln>
                <a:solidFill>
                  <a:srgbClr val="5C6574"/>
                </a:solidFill>
                <a:effectLst/>
                <a:uLnTx/>
                <a:uFillTx/>
                <a:latin typeface="Calibri"/>
                <a:ea typeface="+mn-ea"/>
                <a:cs typeface="+mn-cs"/>
              </a:rPr>
              <a:t> </a:t>
            </a:r>
            <a:r>
              <a:rPr kumimoji="0" sz="1250" b="0" i="0" u="none" strike="noStrike" kern="1200" cap="none" spc="0" normalizeH="0" baseline="0" noProof="0" dirty="0" err="1">
                <a:ln>
                  <a:noFill/>
                </a:ln>
                <a:solidFill>
                  <a:srgbClr val="5C6574"/>
                </a:solidFill>
                <a:effectLst/>
                <a:uLnTx/>
                <a:uFillTx/>
                <a:latin typeface="Calibri"/>
                <a:ea typeface="+mn-ea"/>
                <a:cs typeface="+mn-cs"/>
              </a:rPr>
              <a:t>만든다</a:t>
            </a:r>
            <a:r>
              <a:rPr kumimoji="0" sz="1250" b="0" i="0" u="none" strike="noStrike" kern="1200" cap="none" spc="0" normalizeH="0" baseline="0" noProof="0" dirty="0">
                <a:ln>
                  <a:noFill/>
                </a:ln>
                <a:solidFill>
                  <a:srgbClr val="5C6574"/>
                </a:solidFill>
                <a:effectLst/>
                <a:uLnTx/>
                <a:uFillTx/>
                <a:latin typeface="Calibri"/>
                <a:ea typeface="+mn-ea"/>
                <a:cs typeface="+mn-cs"/>
              </a:rPr>
              <a:t>.</a:t>
            </a:r>
          </a:p>
        </p:txBody>
      </p:sp>
      <p:pic>
        <p:nvPicPr>
          <p:cNvPr id="32" name="그림 31" descr="아인슈타인 표기법 - 나무위키">
            <a:extLst>
              <a:ext uri="{FF2B5EF4-FFF2-40B4-BE49-F238E27FC236}">
                <a16:creationId xmlns:a16="http://schemas.microsoft.com/office/drawing/2014/main" id="{26702DC7-F47C-E712-D307-ECE4BCFCBB67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9918257" y="1935849"/>
            <a:ext cx="1822677" cy="1900602"/>
          </a:xfrm>
          <a:prstGeom prst="rect">
            <a:avLst/>
          </a:prstGeom>
        </p:spPr>
      </p:pic>
      <mc:AlternateContent xmlns:mc="http://schemas.openxmlformats.org/markup-compatibility/2006" xmlns:a14="http://schemas.microsoft.com/office/drawing/2010/main">
        <mc:Choice Requires="a14">
          <p:sp>
            <p:nvSpPr>
              <p:cNvPr id="33" name="TextBox 32">
                <a:extLst>
                  <a:ext uri="{FF2B5EF4-FFF2-40B4-BE49-F238E27FC236}">
                    <a16:creationId xmlns:a16="http://schemas.microsoft.com/office/drawing/2014/main" id="{E249FEB7-0212-BACC-8859-061C5418EF75}"/>
                  </a:ext>
                </a:extLst>
              </p:cNvPr>
              <p:cNvSpPr txBox="1"/>
              <p:nvPr/>
            </p:nvSpPr>
            <p:spPr>
              <a:xfrm>
                <a:off x="9687188" y="3991632"/>
                <a:ext cx="2149193" cy="508024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>
                      <m:sSub>
                        <m:sSubPr>
                          <m:ctrlPr>
                            <a:rPr lang="en-US" altLang="ko-KR" sz="2500" b="0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altLang="ko-KR" sz="2500" b="0" i="1" smtClean="0">
                              <a:latin typeface="Cambria Math" panose="02040503050406030204" pitchFamily="18" charset="0"/>
                            </a:rPr>
                            <m:t>𝐺</m:t>
                          </m:r>
                        </m:e>
                        <m:sub>
                          <m:r>
                            <a:rPr lang="ko-KR" altLang="en-US" sz="2500" b="0" i="1" smtClean="0">
                              <a:latin typeface="Cambria Math" panose="02040503050406030204" pitchFamily="18" charset="0"/>
                            </a:rPr>
                            <m:t>𝜇𝜈</m:t>
                          </m:r>
                        </m:sub>
                      </m:sSub>
                      <m:r>
                        <a:rPr lang="en-US" altLang="ko-KR" sz="2500" b="0" i="1" smtClean="0">
                          <a:latin typeface="Cambria Math" panose="02040503050406030204" pitchFamily="18" charset="0"/>
                        </a:rPr>
                        <m:t>=8</m:t>
                      </m:r>
                      <m:r>
                        <a:rPr lang="ko-KR" altLang="en-US" sz="2500" b="0" i="1" smtClean="0">
                          <a:latin typeface="Cambria Math" panose="02040503050406030204" pitchFamily="18" charset="0"/>
                        </a:rPr>
                        <m:t>𝜋</m:t>
                      </m:r>
                      <m:r>
                        <a:rPr lang="en-US" altLang="ko-KR" sz="2500" b="0" i="1" smtClean="0">
                          <a:latin typeface="Cambria Math" panose="02040503050406030204" pitchFamily="18" charset="0"/>
                        </a:rPr>
                        <m:t>𝐺</m:t>
                      </m:r>
                      <m:sSub>
                        <m:sSubPr>
                          <m:ctrlPr>
                            <a:rPr lang="en-US" altLang="ko-KR" sz="2500" b="0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altLang="ko-KR" sz="2500" b="0" i="1" smtClean="0">
                              <a:latin typeface="Cambria Math" panose="02040503050406030204" pitchFamily="18" charset="0"/>
                            </a:rPr>
                            <m:t>𝑇</m:t>
                          </m:r>
                        </m:e>
                        <m:sub>
                          <m:r>
                            <a:rPr lang="ko-KR" altLang="en-US" sz="2500" b="0" i="1" smtClean="0">
                              <a:latin typeface="Cambria Math" panose="02040503050406030204" pitchFamily="18" charset="0"/>
                            </a:rPr>
                            <m:t>𝜇𝜈</m:t>
                          </m:r>
                        </m:sub>
                      </m:sSub>
                    </m:oMath>
                  </m:oMathPara>
                </a14:m>
                <a:endParaRPr lang="ko-KR" altLang="en-US" sz="2500" dirty="0"/>
              </a:p>
            </p:txBody>
          </p:sp>
        </mc:Choice>
        <mc:Fallback xmlns="">
          <p:sp>
            <p:nvSpPr>
              <p:cNvPr id="33" name="TextBox 32">
                <a:extLst>
                  <a:ext uri="{FF2B5EF4-FFF2-40B4-BE49-F238E27FC236}">
                    <a16:creationId xmlns:a16="http://schemas.microsoft.com/office/drawing/2014/main" id="{E249FEB7-0212-BACC-8859-061C5418EF75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9687188" y="3991632"/>
                <a:ext cx="2149193" cy="508024"/>
              </a:xfrm>
              <a:prstGeom prst="rect">
                <a:avLst/>
              </a:prstGeom>
              <a:blipFill>
                <a:blip r:embed="rId5"/>
                <a:stretch>
                  <a:fillRect b="-6024"/>
                </a:stretch>
              </a:blipFill>
            </p:spPr>
            <p:txBody>
              <a:bodyPr/>
              <a:lstStyle/>
              <a:p>
                <a:r>
                  <a:rPr lang="ko-KR" altLang="en-US">
                    <a:noFill/>
                  </a:rPr>
                  <a:t> </a:t>
                </a:r>
              </a:p>
            </p:txBody>
          </p:sp>
        </mc:Fallback>
      </mc:AlternateContent>
    </p:spTree>
    <p:extLst>
      <p:ext uri="{BB962C8B-B14F-4D97-AF65-F5344CB8AC3E}">
        <p14:creationId xmlns:p14="http://schemas.microsoft.com/office/powerpoint/2010/main" val="1159217278"/>
      </p:ext>
    </p:extLst>
  </p:cSld>
  <p:clrMapOvr>
    <a:masterClrMapping/>
  </p:clrMapOvr>
  <mc:AlternateContent xmlns:mc="http://schemas.openxmlformats.org/markup-compatibility/2006">
    <mc:Choice xmlns:p159="http://schemas.microsoft.com/office/powerpoint/2015/09/main" Requires="p159">
      <p:transition>
        <p159:morph option="byObject"/>
      </p:transition>
    </mc:Choice>
    <mc:Fallback>
      <p:transition>
        <p:fade/>
      </p:transition>
    </mc:Fallback>
  </mc:AlternateContent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xit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animEffect transition="out" filter="fade">
                                      <p:cBhvr>
                                        <p:cTn id="6" dur="100"/>
                                        <p:tgtEl>
                                          <p:spTgt spid="9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7" dur="1" fill="hold">
                                          <p:stCondLst>
                                            <p:cond delay="99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8" fill="hold">
                            <p:stCondLst>
                              <p:cond delay="100"/>
                            </p:stCondLst>
                            <p:childTnLst>
                              <p:par>
                                <p:cTn id="9" presetID="10" presetClass="exit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animEffect transition="out" filter="fade">
                                      <p:cBhvr>
                                        <p:cTn id="10" dur="100"/>
                                        <p:tgtEl>
                                          <p:spTgt spid="12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99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2" presetID="10" presetClass="exit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animEffect transition="out" filter="fade">
                                      <p:cBhvr>
                                        <p:cTn id="13" dur="100"/>
                                        <p:tgtEl>
                                          <p:spTgt spid="11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99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5" fill="hold">
                            <p:stCondLst>
                              <p:cond delay="200"/>
                            </p:stCondLst>
                            <p:childTnLst>
                              <p:par>
                                <p:cTn id="16" presetID="10" presetClass="exit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animEffect transition="out" filter="fade">
                                      <p:cBhvr>
                                        <p:cTn id="17" dur="100"/>
                                        <p:tgtEl>
                                          <p:spTgt spid="13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99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9" presetID="10" presetClass="exit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animEffect transition="out" filter="fade">
                                      <p:cBhvr>
                                        <p:cTn id="20" dur="10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99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22" fill="hold">
                            <p:stCondLst>
                              <p:cond delay="300"/>
                            </p:stCondLst>
                            <p:childTnLst>
                              <p:par>
                                <p:cTn id="23" presetID="10" presetClass="exit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animEffect transition="out" filter="fade">
                                      <p:cBhvr>
                                        <p:cTn id="24" dur="10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25" dur="1" fill="hold">
                                          <p:stCondLst>
                                            <p:cond delay="99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6" presetID="10" presetClass="exit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animEffect transition="out" filter="fade">
                                      <p:cBhvr>
                                        <p:cTn id="27" dur="1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28" dur="1" fill="hold">
                                          <p:stCondLst>
                                            <p:cond delay="99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29" fill="hold">
                            <p:stCondLst>
                              <p:cond delay="400"/>
                            </p:stCondLst>
                            <p:childTnLst>
                              <p:par>
                                <p:cTn id="30" presetID="10" presetClass="exit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animEffect transition="out" filter="fade">
                                      <p:cBhvr>
                                        <p:cTn id="31" dur="1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32" dur="1" fill="hold">
                                          <p:stCondLst>
                                            <p:cond delay="99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3" presetID="10" presetClass="exit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animEffect transition="out" filter="fade">
                                      <p:cBhvr>
                                        <p:cTn id="34" dur="1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35" dur="1" fill="hold">
                                          <p:stCondLst>
                                            <p:cond delay="99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36" fill="hold">
                            <p:stCondLst>
                              <p:cond delay="500"/>
                            </p:stCondLst>
                            <p:childTnLst>
                              <p:par>
                                <p:cTn id="37" presetID="10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9" dur="500"/>
                                        <p:tgtEl>
                                          <p:spTgt spid="3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40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500"/>
                                        <p:tgtEl>
                                          <p:spTgt spid="3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9" grpId="0" animBg="1"/>
      <p:bldP spid="11" grpId="0" animBg="1"/>
      <p:bldP spid="12" grpId="0" animBg="1"/>
      <p:bldP spid="13" grpId="0" animBg="1"/>
      <p:bldP spid="14" grpId="0" animBg="1"/>
      <p:bldP spid="15" grpId="0" animBg="1"/>
      <p:bldP spid="18" grpId="0" animBg="1"/>
      <p:bldP spid="19" grpId="0" animBg="1"/>
      <p:bldP spid="20" grpId="0" animBg="1"/>
      <p:bldP spid="33" grpId="0"/>
    </p:bldLst>
  </p:timing>
</p:sld>
</file>

<file path=ppt/slides/slide4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8F9FC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DEC7C5DB-1C72-85C5-C739-EDB8A41301D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mc:AlternateContent xmlns:mc="http://schemas.openxmlformats.org/markup-compatibility/2006" xmlns:a14="http://schemas.microsoft.com/office/drawing/2010/main">
        <mc:Choice Requires="a14">
          <p:sp>
            <p:nvSpPr>
              <p:cNvPr id="10" name="TextBox 9">
                <a:extLst>
                  <a:ext uri="{FF2B5EF4-FFF2-40B4-BE49-F238E27FC236}">
                    <a16:creationId xmlns:a16="http://schemas.microsoft.com/office/drawing/2014/main" id="{F77E237C-7FAB-65DC-A259-5029D904F5A1}"/>
                  </a:ext>
                </a:extLst>
              </p:cNvPr>
              <p:cNvSpPr txBox="1"/>
              <p:nvPr/>
            </p:nvSpPr>
            <p:spPr>
              <a:xfrm>
                <a:off x="4174324" y="5644083"/>
                <a:ext cx="833498" cy="553998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>
                      <m:sSub>
                        <m:sSubPr>
                          <m:ctrlPr>
                            <a:rPr lang="en-US" altLang="ko-KR" sz="3000" b="0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altLang="ko-KR" sz="3000" b="0" i="1" smtClean="0">
                              <a:latin typeface="Cambria Math" panose="02040503050406030204" pitchFamily="18" charset="0"/>
                            </a:rPr>
                            <m:t>𝑔</m:t>
                          </m:r>
                        </m:e>
                        <m:sub>
                          <m:r>
                            <a:rPr lang="en-US" altLang="ko-KR" sz="3000" b="0" i="1" smtClean="0">
                              <a:latin typeface="Cambria Math" panose="02040503050406030204" pitchFamily="18" charset="0"/>
                            </a:rPr>
                            <m:t>05</m:t>
                          </m:r>
                        </m:sub>
                      </m:sSub>
                    </m:oMath>
                  </m:oMathPara>
                </a14:m>
                <a:endParaRPr lang="ko-KR" altLang="en-US" sz="3000" dirty="0"/>
              </a:p>
            </p:txBody>
          </p:sp>
        </mc:Choice>
        <mc:Fallback xmlns="">
          <p:sp>
            <p:nvSpPr>
              <p:cNvPr id="10" name="TextBox 9">
                <a:extLst>
                  <a:ext uri="{FF2B5EF4-FFF2-40B4-BE49-F238E27FC236}">
                    <a16:creationId xmlns:a16="http://schemas.microsoft.com/office/drawing/2014/main" id="{F77E237C-7FAB-65DC-A259-5029D904F5A1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4174324" y="5644083"/>
                <a:ext cx="833498" cy="553998"/>
              </a:xfrm>
              <a:prstGeom prst="rect">
                <a:avLst/>
              </a:prstGeom>
              <a:blipFill>
                <a:blip r:embed="rId2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ko-KR" alt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2" name="TextBox 1">
                <a:extLst>
                  <a:ext uri="{FF2B5EF4-FFF2-40B4-BE49-F238E27FC236}">
                    <a16:creationId xmlns:a16="http://schemas.microsoft.com/office/drawing/2014/main" id="{7F47B643-2F6E-463E-0530-BE10586F09B3}"/>
                  </a:ext>
                </a:extLst>
              </p:cNvPr>
              <p:cNvSpPr txBox="1"/>
              <p:nvPr/>
            </p:nvSpPr>
            <p:spPr>
              <a:xfrm>
                <a:off x="4178515" y="994292"/>
                <a:ext cx="833498" cy="553998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>
                      <m:sSub>
                        <m:sSubPr>
                          <m:ctrlPr>
                            <a:rPr lang="en-US" altLang="ko-KR" sz="3000" b="0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altLang="ko-KR" sz="3000" b="0" i="1" smtClean="0">
                              <a:latin typeface="Cambria Math" panose="02040503050406030204" pitchFamily="18" charset="0"/>
                            </a:rPr>
                            <m:t>𝑔</m:t>
                          </m:r>
                        </m:e>
                        <m:sub>
                          <m:r>
                            <a:rPr lang="en-US" altLang="ko-KR" sz="3000" b="0" i="1" smtClean="0">
                              <a:latin typeface="Cambria Math" panose="02040503050406030204" pitchFamily="18" charset="0"/>
                            </a:rPr>
                            <m:t>00</m:t>
                          </m:r>
                        </m:sub>
                      </m:sSub>
                    </m:oMath>
                  </m:oMathPara>
                </a14:m>
                <a:endParaRPr lang="ko-KR" altLang="en-US" sz="3000" dirty="0"/>
              </a:p>
            </p:txBody>
          </p:sp>
        </mc:Choice>
        <mc:Fallback xmlns="">
          <p:sp>
            <p:nvSpPr>
              <p:cNvPr id="2" name="TextBox 1">
                <a:extLst>
                  <a:ext uri="{FF2B5EF4-FFF2-40B4-BE49-F238E27FC236}">
                    <a16:creationId xmlns:a16="http://schemas.microsoft.com/office/drawing/2014/main" id="{7F47B643-2F6E-463E-0530-BE10586F09B3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4178515" y="994292"/>
                <a:ext cx="833498" cy="553998"/>
              </a:xfrm>
              <a:prstGeom prst="rect">
                <a:avLst/>
              </a:prstGeom>
              <a:blipFill>
                <a:blip r:embed="rId3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ko-KR" alt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graphicFrame>
            <p:nvGraphicFramePr>
              <p:cNvPr id="7" name="표 6">
                <a:extLst>
                  <a:ext uri="{FF2B5EF4-FFF2-40B4-BE49-F238E27FC236}">
                    <a16:creationId xmlns:a16="http://schemas.microsoft.com/office/drawing/2014/main" id="{151FDD4D-6169-13D4-BD42-E81C5D3FC67E}"/>
                  </a:ext>
                </a:extLst>
              </p:cNvPr>
              <p:cNvGraphicFramePr>
                <a:graphicFrameLocks noGrp="1"/>
              </p:cNvGraphicFramePr>
              <p:nvPr/>
            </p:nvGraphicFramePr>
            <p:xfrm>
              <a:off x="4149634" y="783772"/>
              <a:ext cx="5858166" cy="5779782"/>
            </p:xfrm>
            <a:graphic>
              <a:graphicData uri="http://schemas.openxmlformats.org/drawingml/2006/table">
                <a:tbl>
                  <a:tblPr firstRow="1" bandRow="1">
                    <a:tableStyleId>{5C22544A-7EE6-4342-B048-85BDC9FD1C3A}</a:tableStyleId>
                  </a:tblPr>
                  <a:tblGrid>
                    <a:gridCol w="976361">
                      <a:extLst>
                        <a:ext uri="{9D8B030D-6E8A-4147-A177-3AD203B41FA5}">
                          <a16:colId xmlns:a16="http://schemas.microsoft.com/office/drawing/2014/main" val="1869280964"/>
                        </a:ext>
                      </a:extLst>
                    </a:gridCol>
                    <a:gridCol w="976361">
                      <a:extLst>
                        <a:ext uri="{9D8B030D-6E8A-4147-A177-3AD203B41FA5}">
                          <a16:colId xmlns:a16="http://schemas.microsoft.com/office/drawing/2014/main" val="2322392675"/>
                        </a:ext>
                      </a:extLst>
                    </a:gridCol>
                    <a:gridCol w="976361">
                      <a:extLst>
                        <a:ext uri="{9D8B030D-6E8A-4147-A177-3AD203B41FA5}">
                          <a16:colId xmlns:a16="http://schemas.microsoft.com/office/drawing/2014/main" val="2012919836"/>
                        </a:ext>
                      </a:extLst>
                    </a:gridCol>
                    <a:gridCol w="976361">
                      <a:extLst>
                        <a:ext uri="{9D8B030D-6E8A-4147-A177-3AD203B41FA5}">
                          <a16:colId xmlns:a16="http://schemas.microsoft.com/office/drawing/2014/main" val="3166245656"/>
                        </a:ext>
                      </a:extLst>
                    </a:gridCol>
                    <a:gridCol w="976361">
                      <a:extLst>
                        <a:ext uri="{9D8B030D-6E8A-4147-A177-3AD203B41FA5}">
                          <a16:colId xmlns:a16="http://schemas.microsoft.com/office/drawing/2014/main" val="2754483447"/>
                        </a:ext>
                      </a:extLst>
                    </a:gridCol>
                    <a:gridCol w="976361">
                      <a:extLst>
                        <a:ext uri="{9D8B030D-6E8A-4147-A177-3AD203B41FA5}">
                          <a16:colId xmlns:a16="http://schemas.microsoft.com/office/drawing/2014/main" val="1259960200"/>
                        </a:ext>
                      </a:extLst>
                    </a:gridCol>
                  </a:tblGrid>
                  <a:tr h="963297">
                    <a:tc>
                      <a:txBody>
                        <a:bodyPr/>
                        <a:lstStyle/>
                        <a:p>
                          <a:pPr marL="0" marR="0" lvl="0" indent="0" algn="ctr" defTabSz="914400" rtl="0" eaLnBrk="1" fontAlgn="auto" latinLnBrk="1" hangingPunct="1">
                            <a:lnSpc>
                              <a:spcPct val="100000"/>
                            </a:lnSpc>
                            <a:spcBef>
                              <a:spcPts val="0"/>
                            </a:spcBef>
                            <a:spcAft>
                              <a:spcPts val="0"/>
                            </a:spcAft>
                            <a:buClrTx/>
                            <a:buSzTx/>
                            <a:buFontTx/>
                            <a:buNone/>
                            <a:tabLst/>
                            <a:defRPr/>
                          </a:pPr>
                          <a14:m>
                            <m:oMathPara xmlns:m="http://schemas.openxmlformats.org/officeDocument/2006/math">
                              <m:oMath>
                                <m:sSub>
                                  <m:sSubPr>
                                    <m:ctrlPr>
                                      <a:rPr kumimoji="0" lang="en-US" altLang="ko-KR" sz="3000" b="0" i="1" u="none" strike="noStrike" kern="1200" cap="none" spc="0" normalizeH="0" baseline="0" noProof="0" smtClean="0">
                                        <a:ln>
                                          <a:noFill/>
                                        </a:ln>
                                        <a:solidFill>
                                          <a:prstClr val="black"/>
                                        </a:solidFill>
                                        <a:effectLst/>
                                        <a:uLnTx/>
                                        <a:uFillTx/>
                                        <a:latin typeface="Cambria Math" panose="02040503050406030204" pitchFamily="18" charset="0"/>
                                        <a:cs typeface="+mn-cs"/>
                                      </a:rPr>
                                    </m:ctrlPr>
                                  </m:sSubPr>
                                  <m:e>
                                    <m:r>
                                      <a:rPr kumimoji="0" lang="en-US" altLang="ko-KR" sz="3000" b="0" i="1" u="none" strike="noStrike" kern="1200" cap="none" spc="0" normalizeH="0" baseline="0" noProof="0" smtClean="0">
                                        <a:ln>
                                          <a:noFill/>
                                        </a:ln>
                                        <a:solidFill>
                                          <a:prstClr val="black"/>
                                        </a:solidFill>
                                        <a:effectLst/>
                                        <a:uLnTx/>
                                        <a:uFillTx/>
                                        <a:latin typeface="Cambria Math" panose="02040503050406030204" pitchFamily="18" charset="0"/>
                                        <a:cs typeface="+mn-cs"/>
                                      </a:rPr>
                                      <m:t>𝑔</m:t>
                                    </m:r>
                                  </m:e>
                                  <m:sub>
                                    <m:r>
                                      <a:rPr kumimoji="0" lang="en-US" altLang="ko-KR" sz="3000" b="0" i="1" u="none" strike="noStrike" kern="1200" cap="none" spc="0" normalizeH="0" baseline="0" noProof="0" smtClean="0">
                                        <a:ln>
                                          <a:noFill/>
                                        </a:ln>
                                        <a:solidFill>
                                          <a:prstClr val="black"/>
                                        </a:solidFill>
                                        <a:effectLst/>
                                        <a:uLnTx/>
                                        <a:uFillTx/>
                                        <a:latin typeface="Cambria Math" panose="02040503050406030204" pitchFamily="18" charset="0"/>
                                        <a:cs typeface="+mn-cs"/>
                                      </a:rPr>
                                      <m:t>00</m:t>
                                    </m:r>
                                  </m:sub>
                                </m:sSub>
                              </m:oMath>
                            </m:oMathPara>
                          </a14:m>
                          <a:endParaRPr kumimoji="0" lang="ko-KR" altLang="en-US" sz="3000" b="0" i="0" u="none" strike="noStrike" kern="1200" cap="none" spc="0" normalizeH="0" baseline="0" noProof="0" dirty="0">
                            <a:ln>
                              <a:noFill/>
                            </a:ln>
                            <a:solidFill>
                              <a:prstClr val="black"/>
                            </a:solidFill>
                            <a:effectLst/>
                            <a:uLnTx/>
                            <a:uFillTx/>
                            <a:latin typeface="Calibri"/>
                            <a:ea typeface="맑은 고딕" panose="020B0503020000020004" pitchFamily="50" charset="-127"/>
                            <a:cs typeface="+mn-cs"/>
                          </a:endParaRPr>
                        </a:p>
                      </a:txBody>
                      <a:tcPr anchor="ctr">
                        <a:lnL w="12700" cmpd="sng">
                          <a:noFill/>
                        </a:lnL>
                        <a:lnR w="12700" cmpd="sng">
                          <a:noFill/>
                        </a:lnR>
                        <a:lnT w="12700" cmpd="sng">
                          <a:noFill/>
                        </a:lnT>
                        <a:lnB w="38100" cmpd="sng">
                          <a:noFill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  <a:solidFill>
                          <a:srgbClr val="F8F9FC"/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pPr marL="0" marR="0" lvl="0" indent="0" algn="ctr" defTabSz="914400" rtl="0" eaLnBrk="1" fontAlgn="auto" latinLnBrk="1" hangingPunct="1">
                            <a:lnSpc>
                              <a:spcPct val="100000"/>
                            </a:lnSpc>
                            <a:spcBef>
                              <a:spcPts val="0"/>
                            </a:spcBef>
                            <a:spcAft>
                              <a:spcPts val="0"/>
                            </a:spcAft>
                            <a:buClrTx/>
                            <a:buSzTx/>
                            <a:buFontTx/>
                            <a:buNone/>
                            <a:tabLst/>
                            <a:defRPr/>
                          </a:pPr>
                          <a14:m>
                            <m:oMathPara xmlns:m="http://schemas.openxmlformats.org/officeDocument/2006/math">
                              <m:oMath>
                                <m:sSub>
                                  <m:sSubPr>
                                    <m:ctrlPr>
                                      <a:rPr kumimoji="0" lang="en-US" altLang="ko-KR" sz="3000" b="0" i="1" u="none" strike="noStrike" kern="1200" cap="none" spc="0" normalizeH="0" baseline="0" noProof="0" smtClean="0">
                                        <a:ln>
                                          <a:noFill/>
                                        </a:ln>
                                        <a:solidFill>
                                          <a:prstClr val="black"/>
                                        </a:solidFill>
                                        <a:effectLst/>
                                        <a:uLnTx/>
                                        <a:uFillTx/>
                                        <a:latin typeface="Cambria Math" panose="02040503050406030204" pitchFamily="18" charset="0"/>
                                        <a:cs typeface="+mn-cs"/>
                                      </a:rPr>
                                    </m:ctrlPr>
                                  </m:sSubPr>
                                  <m:e>
                                    <m:r>
                                      <a:rPr kumimoji="0" lang="en-US" altLang="ko-KR" sz="3000" b="0" i="1" u="none" strike="noStrike" kern="1200" cap="none" spc="0" normalizeH="0" baseline="0" noProof="0" smtClean="0">
                                        <a:ln>
                                          <a:noFill/>
                                        </a:ln>
                                        <a:solidFill>
                                          <a:prstClr val="black"/>
                                        </a:solidFill>
                                        <a:effectLst/>
                                        <a:uLnTx/>
                                        <a:uFillTx/>
                                        <a:latin typeface="Cambria Math" panose="02040503050406030204" pitchFamily="18" charset="0"/>
                                        <a:cs typeface="+mn-cs"/>
                                      </a:rPr>
                                      <m:t>𝑔</m:t>
                                    </m:r>
                                  </m:e>
                                  <m:sub>
                                    <m:r>
                                      <a:rPr kumimoji="0" lang="en-US" altLang="ko-KR" sz="3000" b="0" i="1" u="none" strike="noStrike" kern="1200" cap="none" spc="0" normalizeH="0" baseline="0" noProof="0" smtClean="0">
                                        <a:ln>
                                          <a:noFill/>
                                        </a:ln>
                                        <a:solidFill>
                                          <a:prstClr val="black"/>
                                        </a:solidFill>
                                        <a:effectLst/>
                                        <a:uLnTx/>
                                        <a:uFillTx/>
                                        <a:latin typeface="Cambria Math" panose="02040503050406030204" pitchFamily="18" charset="0"/>
                                        <a:cs typeface="+mn-cs"/>
                                      </a:rPr>
                                      <m:t>01</m:t>
                                    </m:r>
                                  </m:sub>
                                </m:sSub>
                              </m:oMath>
                            </m:oMathPara>
                          </a14:m>
                          <a:endParaRPr kumimoji="0" lang="ko-KR" altLang="en-US" sz="3000" b="0" i="0" u="none" strike="noStrike" kern="1200" cap="none" spc="0" normalizeH="0" baseline="0" noProof="0" dirty="0">
                            <a:ln>
                              <a:noFill/>
                            </a:ln>
                            <a:solidFill>
                              <a:prstClr val="black"/>
                            </a:solidFill>
                            <a:effectLst/>
                            <a:uLnTx/>
                            <a:uFillTx/>
                            <a:latin typeface="Calibri"/>
                            <a:ea typeface="맑은 고딕" panose="020B0503020000020004" pitchFamily="50" charset="-127"/>
                            <a:cs typeface="+mn-cs"/>
                          </a:endParaRPr>
                        </a:p>
                      </a:txBody>
                      <a:tcPr anchor="ctr">
                        <a:lnL w="12700" cmpd="sng">
                          <a:noFill/>
                        </a:lnL>
                        <a:lnR w="12700" cmpd="sng">
                          <a:noFill/>
                        </a:lnR>
                        <a:lnT w="12700" cmpd="sng">
                          <a:noFill/>
                        </a:lnT>
                        <a:lnB w="38100" cmpd="sng">
                          <a:noFill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  <a:solidFill>
                          <a:srgbClr val="F8F9FC"/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pPr marL="0" marR="0" lvl="0" indent="0" algn="ctr" defTabSz="914400" rtl="0" eaLnBrk="1" fontAlgn="auto" latinLnBrk="1" hangingPunct="1">
                            <a:lnSpc>
                              <a:spcPct val="100000"/>
                            </a:lnSpc>
                            <a:spcBef>
                              <a:spcPts val="0"/>
                            </a:spcBef>
                            <a:spcAft>
                              <a:spcPts val="0"/>
                            </a:spcAft>
                            <a:buClrTx/>
                            <a:buSzTx/>
                            <a:buFontTx/>
                            <a:buNone/>
                            <a:tabLst/>
                            <a:defRPr/>
                          </a:pPr>
                          <a14:m>
                            <m:oMathPara xmlns:m="http://schemas.openxmlformats.org/officeDocument/2006/math">
                              <m:oMath>
                                <m:sSub>
                                  <m:sSubPr>
                                    <m:ctrlPr>
                                      <a:rPr kumimoji="0" lang="en-US" altLang="ko-KR" sz="3000" b="0" i="1" u="none" strike="noStrike" kern="1200" cap="none" spc="0" normalizeH="0" baseline="0" noProof="0" smtClean="0">
                                        <a:ln>
                                          <a:noFill/>
                                        </a:ln>
                                        <a:solidFill>
                                          <a:prstClr val="black"/>
                                        </a:solidFill>
                                        <a:effectLst/>
                                        <a:uLnTx/>
                                        <a:uFillTx/>
                                        <a:latin typeface="Cambria Math" panose="02040503050406030204" pitchFamily="18" charset="0"/>
                                        <a:cs typeface="+mn-cs"/>
                                      </a:rPr>
                                    </m:ctrlPr>
                                  </m:sSubPr>
                                  <m:e>
                                    <m:r>
                                      <a:rPr kumimoji="0" lang="en-US" altLang="ko-KR" sz="3000" b="0" i="1" u="none" strike="noStrike" kern="1200" cap="none" spc="0" normalizeH="0" baseline="0" noProof="0" smtClean="0">
                                        <a:ln>
                                          <a:noFill/>
                                        </a:ln>
                                        <a:solidFill>
                                          <a:prstClr val="black"/>
                                        </a:solidFill>
                                        <a:effectLst/>
                                        <a:uLnTx/>
                                        <a:uFillTx/>
                                        <a:latin typeface="Cambria Math" panose="02040503050406030204" pitchFamily="18" charset="0"/>
                                        <a:cs typeface="+mn-cs"/>
                                      </a:rPr>
                                      <m:t>𝑔</m:t>
                                    </m:r>
                                  </m:e>
                                  <m:sub>
                                    <m:r>
                                      <a:rPr kumimoji="0" lang="en-US" altLang="ko-KR" sz="3000" b="0" i="1" u="none" strike="noStrike" kern="1200" cap="none" spc="0" normalizeH="0" baseline="0" noProof="0" smtClean="0">
                                        <a:ln>
                                          <a:noFill/>
                                        </a:ln>
                                        <a:solidFill>
                                          <a:prstClr val="black"/>
                                        </a:solidFill>
                                        <a:effectLst/>
                                        <a:uLnTx/>
                                        <a:uFillTx/>
                                        <a:latin typeface="Cambria Math" panose="02040503050406030204" pitchFamily="18" charset="0"/>
                                        <a:cs typeface="+mn-cs"/>
                                      </a:rPr>
                                      <m:t>02</m:t>
                                    </m:r>
                                  </m:sub>
                                </m:sSub>
                              </m:oMath>
                            </m:oMathPara>
                          </a14:m>
                          <a:endParaRPr kumimoji="0" lang="ko-KR" altLang="en-US" sz="3000" b="0" i="0" u="none" strike="noStrike" kern="1200" cap="none" spc="0" normalizeH="0" baseline="0" noProof="0" dirty="0">
                            <a:ln>
                              <a:noFill/>
                            </a:ln>
                            <a:solidFill>
                              <a:prstClr val="black"/>
                            </a:solidFill>
                            <a:effectLst/>
                            <a:uLnTx/>
                            <a:uFillTx/>
                            <a:latin typeface="Calibri"/>
                            <a:ea typeface="맑은 고딕" panose="020B0503020000020004" pitchFamily="50" charset="-127"/>
                            <a:cs typeface="+mn-cs"/>
                          </a:endParaRPr>
                        </a:p>
                      </a:txBody>
                      <a:tcPr anchor="ctr">
                        <a:lnL w="12700" cmpd="sng">
                          <a:noFill/>
                        </a:lnL>
                        <a:lnR w="12700" cmpd="sng">
                          <a:noFill/>
                        </a:lnR>
                        <a:lnT w="12700" cmpd="sng">
                          <a:noFill/>
                        </a:lnT>
                        <a:lnB w="38100" cmpd="sng">
                          <a:noFill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  <a:solidFill>
                          <a:srgbClr val="F8F9FC"/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pPr marL="0" marR="0" lvl="0" indent="0" algn="ctr" defTabSz="914400" rtl="0" eaLnBrk="1" fontAlgn="auto" latinLnBrk="1" hangingPunct="1">
                            <a:lnSpc>
                              <a:spcPct val="100000"/>
                            </a:lnSpc>
                            <a:spcBef>
                              <a:spcPts val="0"/>
                            </a:spcBef>
                            <a:spcAft>
                              <a:spcPts val="0"/>
                            </a:spcAft>
                            <a:buClrTx/>
                            <a:buSzTx/>
                            <a:buFontTx/>
                            <a:buNone/>
                            <a:tabLst/>
                            <a:defRPr/>
                          </a:pPr>
                          <a14:m>
                            <m:oMathPara xmlns:m="http://schemas.openxmlformats.org/officeDocument/2006/math">
                              <m:oMath>
                                <m:sSub>
                                  <m:sSubPr>
                                    <m:ctrlPr>
                                      <a:rPr kumimoji="0" lang="en-US" altLang="ko-KR" sz="3000" b="0" i="1" u="none" strike="noStrike" kern="1200" cap="none" spc="0" normalizeH="0" baseline="0" noProof="0" smtClean="0">
                                        <a:ln>
                                          <a:noFill/>
                                        </a:ln>
                                        <a:solidFill>
                                          <a:prstClr val="black"/>
                                        </a:solidFill>
                                        <a:effectLst/>
                                        <a:uLnTx/>
                                        <a:uFillTx/>
                                        <a:latin typeface="Cambria Math" panose="02040503050406030204" pitchFamily="18" charset="0"/>
                                        <a:cs typeface="+mn-cs"/>
                                      </a:rPr>
                                    </m:ctrlPr>
                                  </m:sSubPr>
                                  <m:e>
                                    <m:r>
                                      <a:rPr kumimoji="0" lang="en-US" altLang="ko-KR" sz="3000" b="0" i="1" u="none" strike="noStrike" kern="1200" cap="none" spc="0" normalizeH="0" baseline="0" noProof="0" smtClean="0">
                                        <a:ln>
                                          <a:noFill/>
                                        </a:ln>
                                        <a:solidFill>
                                          <a:prstClr val="black"/>
                                        </a:solidFill>
                                        <a:effectLst/>
                                        <a:uLnTx/>
                                        <a:uFillTx/>
                                        <a:latin typeface="Cambria Math" panose="02040503050406030204" pitchFamily="18" charset="0"/>
                                        <a:cs typeface="+mn-cs"/>
                                      </a:rPr>
                                      <m:t>𝑔</m:t>
                                    </m:r>
                                  </m:e>
                                  <m:sub>
                                    <m:r>
                                      <a:rPr kumimoji="0" lang="en-US" altLang="ko-KR" sz="3000" b="0" i="1" u="none" strike="noStrike" kern="1200" cap="none" spc="0" normalizeH="0" baseline="0" noProof="0" smtClean="0">
                                        <a:ln>
                                          <a:noFill/>
                                        </a:ln>
                                        <a:solidFill>
                                          <a:prstClr val="black"/>
                                        </a:solidFill>
                                        <a:effectLst/>
                                        <a:uLnTx/>
                                        <a:uFillTx/>
                                        <a:latin typeface="Cambria Math" panose="02040503050406030204" pitchFamily="18" charset="0"/>
                                        <a:cs typeface="+mn-cs"/>
                                      </a:rPr>
                                      <m:t>03</m:t>
                                    </m:r>
                                  </m:sub>
                                </m:sSub>
                              </m:oMath>
                            </m:oMathPara>
                          </a14:m>
                          <a:endParaRPr kumimoji="0" lang="ko-KR" altLang="en-US" sz="3000" b="0" i="0" u="none" strike="noStrike" kern="1200" cap="none" spc="0" normalizeH="0" baseline="0" noProof="0" dirty="0">
                            <a:ln>
                              <a:noFill/>
                            </a:ln>
                            <a:solidFill>
                              <a:prstClr val="black"/>
                            </a:solidFill>
                            <a:effectLst/>
                            <a:uLnTx/>
                            <a:uFillTx/>
                            <a:latin typeface="Calibri"/>
                            <a:ea typeface="맑은 고딕" panose="020B0503020000020004" pitchFamily="50" charset="-127"/>
                            <a:cs typeface="+mn-cs"/>
                          </a:endParaRPr>
                        </a:p>
                      </a:txBody>
                      <a:tcPr anchor="ctr">
                        <a:lnL w="12700" cmpd="sng">
                          <a:noFill/>
                        </a:lnL>
                        <a:lnR w="12700" cmpd="sng">
                          <a:noFill/>
                        </a:lnR>
                        <a:lnT w="12700" cmpd="sng">
                          <a:noFill/>
                        </a:lnT>
                        <a:lnB w="38100" cmpd="sng">
                          <a:noFill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  <a:solidFill>
                          <a:srgbClr val="F8F9FC"/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pPr marL="0" marR="0" lvl="0" indent="0" algn="ctr" defTabSz="914400" rtl="0" eaLnBrk="1" fontAlgn="auto" latinLnBrk="1" hangingPunct="1">
                            <a:lnSpc>
                              <a:spcPct val="100000"/>
                            </a:lnSpc>
                            <a:spcBef>
                              <a:spcPts val="0"/>
                            </a:spcBef>
                            <a:spcAft>
                              <a:spcPts val="0"/>
                            </a:spcAft>
                            <a:buClrTx/>
                            <a:buSzTx/>
                            <a:buFontTx/>
                            <a:buNone/>
                            <a:tabLst/>
                            <a:defRPr/>
                          </a:pPr>
                          <a14:m>
                            <m:oMathPara xmlns:m="http://schemas.openxmlformats.org/officeDocument/2006/math">
                              <m:oMath>
                                <m:sSub>
                                  <m:sSubPr>
                                    <m:ctrlPr>
                                      <a:rPr kumimoji="0" lang="en-US" altLang="ko-KR" sz="3000" b="0" i="1" u="none" strike="noStrike" kern="1200" cap="none" spc="0" normalizeH="0" baseline="0" noProof="0" smtClean="0">
                                        <a:ln>
                                          <a:noFill/>
                                        </a:ln>
                                        <a:solidFill>
                                          <a:prstClr val="black"/>
                                        </a:solidFill>
                                        <a:effectLst/>
                                        <a:uLnTx/>
                                        <a:uFillTx/>
                                        <a:latin typeface="Cambria Math" panose="02040503050406030204" pitchFamily="18" charset="0"/>
                                        <a:cs typeface="+mn-cs"/>
                                      </a:rPr>
                                    </m:ctrlPr>
                                  </m:sSubPr>
                                  <m:e>
                                    <m:r>
                                      <a:rPr kumimoji="0" lang="en-US" altLang="ko-KR" sz="3000" b="0" i="1" u="none" strike="noStrike" kern="1200" cap="none" spc="0" normalizeH="0" baseline="0" noProof="0" smtClean="0">
                                        <a:ln>
                                          <a:noFill/>
                                        </a:ln>
                                        <a:solidFill>
                                          <a:prstClr val="black"/>
                                        </a:solidFill>
                                        <a:effectLst/>
                                        <a:uLnTx/>
                                        <a:uFillTx/>
                                        <a:latin typeface="Cambria Math" panose="02040503050406030204" pitchFamily="18" charset="0"/>
                                        <a:cs typeface="+mn-cs"/>
                                      </a:rPr>
                                      <m:t>𝑔</m:t>
                                    </m:r>
                                  </m:e>
                                  <m:sub>
                                    <m:r>
                                      <a:rPr kumimoji="0" lang="en-US" altLang="ko-KR" sz="3000" b="0" i="1" u="none" strike="noStrike" kern="1200" cap="none" spc="0" normalizeH="0" baseline="0" noProof="0" smtClean="0">
                                        <a:ln>
                                          <a:noFill/>
                                        </a:ln>
                                        <a:solidFill>
                                          <a:prstClr val="black"/>
                                        </a:solidFill>
                                        <a:effectLst/>
                                        <a:uLnTx/>
                                        <a:uFillTx/>
                                        <a:latin typeface="Cambria Math" panose="02040503050406030204" pitchFamily="18" charset="0"/>
                                        <a:cs typeface="+mn-cs"/>
                                      </a:rPr>
                                      <m:t>04</m:t>
                                    </m:r>
                                  </m:sub>
                                </m:sSub>
                              </m:oMath>
                            </m:oMathPara>
                          </a14:m>
                          <a:endParaRPr kumimoji="0" lang="ko-KR" altLang="en-US" sz="3000" b="0" i="0" u="none" strike="noStrike" kern="1200" cap="none" spc="0" normalizeH="0" baseline="0" noProof="0" dirty="0">
                            <a:ln>
                              <a:noFill/>
                            </a:ln>
                            <a:solidFill>
                              <a:prstClr val="black"/>
                            </a:solidFill>
                            <a:effectLst/>
                            <a:uLnTx/>
                            <a:uFillTx/>
                            <a:latin typeface="Calibri"/>
                            <a:ea typeface="맑은 고딕" panose="020B0503020000020004" pitchFamily="50" charset="-127"/>
                            <a:cs typeface="+mn-cs"/>
                          </a:endParaRPr>
                        </a:p>
                      </a:txBody>
                      <a:tcPr anchor="ctr">
                        <a:lnL w="12700" cmpd="sng">
                          <a:noFill/>
                        </a:lnL>
                        <a:lnR w="12700" cmpd="sng">
                          <a:noFill/>
                        </a:lnR>
                        <a:lnT w="12700" cmpd="sng">
                          <a:noFill/>
                        </a:lnT>
                        <a:lnB w="38100" cmpd="sng">
                          <a:noFill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  <a:solidFill>
                          <a:srgbClr val="F8F9FC"/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pPr marL="0" marR="0" lvl="0" indent="0" algn="ctr" defTabSz="914400" rtl="0" eaLnBrk="1" fontAlgn="auto" latinLnBrk="1" hangingPunct="1">
                            <a:lnSpc>
                              <a:spcPct val="100000"/>
                            </a:lnSpc>
                            <a:spcBef>
                              <a:spcPts val="0"/>
                            </a:spcBef>
                            <a:spcAft>
                              <a:spcPts val="0"/>
                            </a:spcAft>
                            <a:buClrTx/>
                            <a:buSzTx/>
                            <a:buFontTx/>
                            <a:buNone/>
                            <a:tabLst/>
                            <a:defRPr/>
                          </a:pPr>
                          <a14:m>
                            <m:oMathPara xmlns:m="http://schemas.openxmlformats.org/officeDocument/2006/math">
                              <m:oMath>
                                <m:sSub>
                                  <m:sSubPr>
                                    <m:ctrlPr>
                                      <a:rPr kumimoji="0" lang="en-US" altLang="ko-KR" sz="3000" b="0" i="1" u="none" strike="noStrike" kern="1200" cap="none" spc="0" normalizeH="0" baseline="0" noProof="0" smtClean="0">
                                        <a:ln>
                                          <a:noFill/>
                                        </a:ln>
                                        <a:solidFill>
                                          <a:prstClr val="black"/>
                                        </a:solidFill>
                                        <a:effectLst/>
                                        <a:uLnTx/>
                                        <a:uFillTx/>
                                        <a:latin typeface="Cambria Math" panose="02040503050406030204" pitchFamily="18" charset="0"/>
                                        <a:cs typeface="+mn-cs"/>
                                      </a:rPr>
                                    </m:ctrlPr>
                                  </m:sSubPr>
                                  <m:e>
                                    <m:r>
                                      <a:rPr kumimoji="0" lang="en-US" altLang="ko-KR" sz="3000" b="0" i="1" u="none" strike="noStrike" kern="1200" cap="none" spc="0" normalizeH="0" baseline="0" noProof="0" smtClean="0">
                                        <a:ln>
                                          <a:noFill/>
                                        </a:ln>
                                        <a:solidFill>
                                          <a:prstClr val="black"/>
                                        </a:solidFill>
                                        <a:effectLst/>
                                        <a:uLnTx/>
                                        <a:uFillTx/>
                                        <a:latin typeface="Cambria Math" panose="02040503050406030204" pitchFamily="18" charset="0"/>
                                        <a:cs typeface="+mn-cs"/>
                                      </a:rPr>
                                      <m:t>𝑔</m:t>
                                    </m:r>
                                  </m:e>
                                  <m:sub>
                                    <m:r>
                                      <a:rPr kumimoji="0" lang="en-US" altLang="ko-KR" sz="3000" b="0" i="1" u="none" strike="noStrike" kern="1200" cap="none" spc="0" normalizeH="0" baseline="0" noProof="0" smtClean="0">
                                        <a:ln>
                                          <a:noFill/>
                                        </a:ln>
                                        <a:solidFill>
                                          <a:prstClr val="black"/>
                                        </a:solidFill>
                                        <a:effectLst/>
                                        <a:uLnTx/>
                                        <a:uFillTx/>
                                        <a:latin typeface="Cambria Math" panose="02040503050406030204" pitchFamily="18" charset="0"/>
                                        <a:cs typeface="+mn-cs"/>
                                      </a:rPr>
                                      <m:t>05</m:t>
                                    </m:r>
                                  </m:sub>
                                </m:sSub>
                              </m:oMath>
                            </m:oMathPara>
                          </a14:m>
                          <a:endParaRPr kumimoji="0" lang="ko-KR" altLang="en-US" sz="3000" b="0" i="0" u="none" strike="noStrike" kern="1200" cap="none" spc="0" normalizeH="0" baseline="0" noProof="0" dirty="0">
                            <a:ln>
                              <a:noFill/>
                            </a:ln>
                            <a:solidFill>
                              <a:prstClr val="black"/>
                            </a:solidFill>
                            <a:effectLst/>
                            <a:uLnTx/>
                            <a:uFillTx/>
                            <a:latin typeface="Calibri"/>
                            <a:ea typeface="맑은 고딕" panose="020B0503020000020004" pitchFamily="50" charset="-127"/>
                            <a:cs typeface="+mn-cs"/>
                          </a:endParaRPr>
                        </a:p>
                      </a:txBody>
                      <a:tcPr anchor="ctr">
                        <a:lnL w="12700" cmpd="sng">
                          <a:noFill/>
                        </a:lnL>
                        <a:lnR w="12700" cmpd="sng">
                          <a:noFill/>
                        </a:lnR>
                        <a:lnT w="12700" cmpd="sng">
                          <a:noFill/>
                        </a:lnT>
                        <a:lnB w="38100" cmpd="sng">
                          <a:noFill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  <a:solidFill>
                          <a:srgbClr val="F8F9FC"/>
                        </a:solidFill>
                      </a:tcPr>
                    </a:tc>
                    <a:extLst>
                      <a:ext uri="{0D108BD9-81ED-4DB2-BD59-A6C34878D82A}">
                        <a16:rowId xmlns:a16="http://schemas.microsoft.com/office/drawing/2014/main" val="2115575296"/>
                      </a:ext>
                    </a:extLst>
                  </a:tr>
                  <a:tr h="963297">
                    <a:tc>
                      <a:txBody>
                        <a:bodyPr/>
                        <a:lstStyle/>
                        <a:p>
                          <a:pPr marL="0" marR="0" lvl="0" indent="0" algn="ctr" defTabSz="914400" rtl="0" eaLnBrk="1" fontAlgn="auto" latinLnBrk="1" hangingPunct="1">
                            <a:lnSpc>
                              <a:spcPct val="100000"/>
                            </a:lnSpc>
                            <a:spcBef>
                              <a:spcPts val="0"/>
                            </a:spcBef>
                            <a:spcAft>
                              <a:spcPts val="0"/>
                            </a:spcAft>
                            <a:buClrTx/>
                            <a:buSzTx/>
                            <a:buFontTx/>
                            <a:buNone/>
                            <a:tabLst/>
                            <a:defRPr/>
                          </a:pPr>
                          <a14:m>
                            <m:oMathPara xmlns:m="http://schemas.openxmlformats.org/officeDocument/2006/math">
                              <m:oMath>
                                <m:sSub>
                                  <m:sSubPr>
                                    <m:ctrlPr>
                                      <a:rPr kumimoji="0" lang="en-US" altLang="ko-KR" sz="3000" b="0" i="1" u="none" strike="noStrike" kern="1200" cap="none" spc="0" normalizeH="0" baseline="0" noProof="0" smtClean="0">
                                        <a:ln>
                                          <a:noFill/>
                                        </a:ln>
                                        <a:solidFill>
                                          <a:prstClr val="black"/>
                                        </a:solidFill>
                                        <a:effectLst/>
                                        <a:uLnTx/>
                                        <a:uFillTx/>
                                        <a:latin typeface="Cambria Math" panose="02040503050406030204" pitchFamily="18" charset="0"/>
                                        <a:cs typeface="+mn-cs"/>
                                      </a:rPr>
                                    </m:ctrlPr>
                                  </m:sSubPr>
                                  <m:e>
                                    <m:r>
                                      <a:rPr kumimoji="0" lang="en-US" altLang="ko-KR" sz="3000" b="0" i="1" u="none" strike="noStrike" kern="1200" cap="none" spc="0" normalizeH="0" baseline="0" noProof="0" smtClean="0">
                                        <a:ln>
                                          <a:noFill/>
                                        </a:ln>
                                        <a:solidFill>
                                          <a:prstClr val="black"/>
                                        </a:solidFill>
                                        <a:effectLst/>
                                        <a:uLnTx/>
                                        <a:uFillTx/>
                                        <a:latin typeface="Cambria Math" panose="02040503050406030204" pitchFamily="18" charset="0"/>
                                        <a:cs typeface="+mn-cs"/>
                                      </a:rPr>
                                      <m:t>𝑔</m:t>
                                    </m:r>
                                  </m:e>
                                  <m:sub>
                                    <m:r>
                                      <a:rPr kumimoji="0" lang="en-US" altLang="ko-KR" sz="3000" b="0" i="1" u="none" strike="noStrike" kern="1200" cap="none" spc="0" normalizeH="0" baseline="0" noProof="0" smtClean="0">
                                        <a:ln>
                                          <a:noFill/>
                                        </a:ln>
                                        <a:solidFill>
                                          <a:prstClr val="black"/>
                                        </a:solidFill>
                                        <a:effectLst/>
                                        <a:uLnTx/>
                                        <a:uFillTx/>
                                        <a:latin typeface="Cambria Math" panose="02040503050406030204" pitchFamily="18" charset="0"/>
                                        <a:cs typeface="+mn-cs"/>
                                      </a:rPr>
                                      <m:t>10</m:t>
                                    </m:r>
                                  </m:sub>
                                </m:sSub>
                              </m:oMath>
                            </m:oMathPara>
                          </a14:m>
                          <a:endParaRPr kumimoji="0" lang="ko-KR" altLang="en-US" sz="3000" b="0" i="0" u="none" strike="noStrike" kern="1200" cap="none" spc="0" normalizeH="0" baseline="0" noProof="0" dirty="0">
                            <a:ln>
                              <a:noFill/>
                            </a:ln>
                            <a:solidFill>
                              <a:prstClr val="black"/>
                            </a:solidFill>
                            <a:effectLst/>
                            <a:uLnTx/>
                            <a:uFillTx/>
                            <a:latin typeface="+mn-lt"/>
                            <a:ea typeface="+mn-ea"/>
                            <a:cs typeface="+mn-cs"/>
                          </a:endParaRPr>
                        </a:p>
                      </a:txBody>
                      <a:tcPr marL="86950" marR="86950" marT="43475" marB="43475" anchor="ctr">
                        <a:lnL w="12700" cmpd="sng">
                          <a:noFill/>
                        </a:lnL>
                        <a:lnR w="12700" cmpd="sng">
                          <a:noFill/>
                        </a:lnR>
                        <a:lnT w="38100" cmpd="sng">
                          <a:noFill/>
                        </a:lnT>
                        <a:lnB w="12700" cmpd="sng">
                          <a:noFill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  <a:solidFill>
                          <a:srgbClr val="F8F9FC"/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pPr marL="0" marR="0" lvl="0" indent="0" algn="ctr" defTabSz="914400" rtl="0" eaLnBrk="1" fontAlgn="auto" latinLnBrk="1" hangingPunct="1">
                            <a:lnSpc>
                              <a:spcPct val="100000"/>
                            </a:lnSpc>
                            <a:spcBef>
                              <a:spcPts val="0"/>
                            </a:spcBef>
                            <a:spcAft>
                              <a:spcPts val="0"/>
                            </a:spcAft>
                            <a:buClrTx/>
                            <a:buSzTx/>
                            <a:buFontTx/>
                            <a:buNone/>
                            <a:tabLst/>
                            <a:defRPr/>
                          </a:pPr>
                          <a14:m>
                            <m:oMathPara xmlns:m="http://schemas.openxmlformats.org/officeDocument/2006/math">
                              <m:oMath>
                                <m:sSub>
                                  <m:sSubPr>
                                    <m:ctrlPr>
                                      <a:rPr kumimoji="0" lang="en-US" altLang="ko-KR" sz="3000" b="0" i="1" u="none" strike="noStrike" kern="1200" cap="none" spc="0" normalizeH="0" baseline="0" noProof="0" smtClean="0">
                                        <a:ln>
                                          <a:noFill/>
                                        </a:ln>
                                        <a:solidFill>
                                          <a:prstClr val="black"/>
                                        </a:solidFill>
                                        <a:effectLst/>
                                        <a:uLnTx/>
                                        <a:uFillTx/>
                                        <a:latin typeface="Cambria Math" panose="02040503050406030204" pitchFamily="18" charset="0"/>
                                        <a:cs typeface="+mn-cs"/>
                                      </a:rPr>
                                    </m:ctrlPr>
                                  </m:sSubPr>
                                  <m:e>
                                    <m:r>
                                      <a:rPr kumimoji="0" lang="en-US" altLang="ko-KR" sz="3000" b="0" i="1" u="none" strike="noStrike" kern="1200" cap="none" spc="0" normalizeH="0" baseline="0" noProof="0" smtClean="0">
                                        <a:ln>
                                          <a:noFill/>
                                        </a:ln>
                                        <a:solidFill>
                                          <a:prstClr val="black"/>
                                        </a:solidFill>
                                        <a:effectLst/>
                                        <a:uLnTx/>
                                        <a:uFillTx/>
                                        <a:latin typeface="Cambria Math" panose="02040503050406030204" pitchFamily="18" charset="0"/>
                                        <a:cs typeface="+mn-cs"/>
                                      </a:rPr>
                                      <m:t>𝑔</m:t>
                                    </m:r>
                                  </m:e>
                                  <m:sub>
                                    <m:r>
                                      <a:rPr kumimoji="0" lang="en-US" altLang="ko-KR" sz="3000" b="0" i="1" u="none" strike="noStrike" kern="1200" cap="none" spc="0" normalizeH="0" baseline="0" noProof="0" smtClean="0">
                                        <a:ln>
                                          <a:noFill/>
                                        </a:ln>
                                        <a:solidFill>
                                          <a:prstClr val="black"/>
                                        </a:solidFill>
                                        <a:effectLst/>
                                        <a:uLnTx/>
                                        <a:uFillTx/>
                                        <a:latin typeface="Cambria Math" panose="02040503050406030204" pitchFamily="18" charset="0"/>
                                        <a:cs typeface="+mn-cs"/>
                                      </a:rPr>
                                      <m:t>11</m:t>
                                    </m:r>
                                  </m:sub>
                                </m:sSub>
                              </m:oMath>
                            </m:oMathPara>
                          </a14:m>
                          <a:endParaRPr kumimoji="0" lang="ko-KR" altLang="en-US" sz="3000" b="0" i="0" u="none" strike="noStrike" kern="1200" cap="none" spc="0" normalizeH="0" baseline="0" noProof="0" dirty="0">
                            <a:ln>
                              <a:noFill/>
                            </a:ln>
                            <a:solidFill>
                              <a:prstClr val="black"/>
                            </a:solidFill>
                            <a:effectLst/>
                            <a:uLnTx/>
                            <a:uFillTx/>
                            <a:latin typeface="+mn-lt"/>
                            <a:ea typeface="+mn-ea"/>
                            <a:cs typeface="+mn-cs"/>
                          </a:endParaRPr>
                        </a:p>
                      </a:txBody>
                      <a:tcPr marL="86950" marR="86950" marT="43475" marB="43475" anchor="ctr">
                        <a:lnL w="12700" cmpd="sng">
                          <a:noFill/>
                        </a:lnL>
                        <a:lnR w="12700" cmpd="sng">
                          <a:noFill/>
                        </a:lnR>
                        <a:lnT w="38100" cmpd="sng">
                          <a:noFill/>
                        </a:lnT>
                        <a:lnB w="12700" cmpd="sng">
                          <a:noFill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  <a:solidFill>
                          <a:srgbClr val="F8F9FC"/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pPr algn="ctr" latinLnBrk="1"/>
                          <a14:m>
                            <m:oMathPara xmlns:m="http://schemas.openxmlformats.org/officeDocument/2006/math">
                              <m:oMath>
                                <m:sSub>
                                  <m:sSubPr>
                                    <m:ctrlPr>
                                      <a:rPr kumimoji="0" lang="en-US" altLang="ko-KR" sz="3000" b="0" i="1" u="none" strike="noStrike" kern="1200" cap="none" spc="0" normalizeH="0" baseline="0" noProof="0" smtClean="0">
                                        <a:ln>
                                          <a:noFill/>
                                        </a:ln>
                                        <a:solidFill>
                                          <a:prstClr val="black"/>
                                        </a:solidFill>
                                        <a:effectLst/>
                                        <a:uLnTx/>
                                        <a:uFillTx/>
                                        <a:latin typeface="Cambria Math" panose="02040503050406030204" pitchFamily="18" charset="0"/>
                                        <a:cs typeface="+mn-cs"/>
                                      </a:rPr>
                                    </m:ctrlPr>
                                  </m:sSubPr>
                                  <m:e>
                                    <m:r>
                                      <a:rPr kumimoji="0" lang="en-US" altLang="ko-KR" sz="3000" b="0" i="1" u="none" strike="noStrike" kern="1200" cap="none" spc="0" normalizeH="0" baseline="0" noProof="0" smtClean="0">
                                        <a:ln>
                                          <a:noFill/>
                                        </a:ln>
                                        <a:solidFill>
                                          <a:prstClr val="black"/>
                                        </a:solidFill>
                                        <a:effectLst/>
                                        <a:uLnTx/>
                                        <a:uFillTx/>
                                        <a:latin typeface="Cambria Math" panose="02040503050406030204" pitchFamily="18" charset="0"/>
                                        <a:cs typeface="+mn-cs"/>
                                      </a:rPr>
                                      <m:t>𝑔</m:t>
                                    </m:r>
                                  </m:e>
                                  <m:sub>
                                    <m:r>
                                      <a:rPr kumimoji="0" lang="en-US" altLang="ko-KR" sz="3000" b="0" i="1" u="none" strike="noStrike" kern="1200" cap="none" spc="0" normalizeH="0" baseline="0" noProof="0" smtClean="0">
                                        <a:ln>
                                          <a:noFill/>
                                        </a:ln>
                                        <a:solidFill>
                                          <a:prstClr val="black"/>
                                        </a:solidFill>
                                        <a:effectLst/>
                                        <a:uLnTx/>
                                        <a:uFillTx/>
                                        <a:latin typeface="Cambria Math" panose="02040503050406030204" pitchFamily="18" charset="0"/>
                                        <a:cs typeface="+mn-cs"/>
                                      </a:rPr>
                                      <m:t>12</m:t>
                                    </m:r>
                                  </m:sub>
                                </m:sSub>
                              </m:oMath>
                            </m:oMathPara>
                          </a14:m>
                          <a:endParaRPr lang="ko-KR" altLang="en-US" sz="3000" dirty="0"/>
                        </a:p>
                      </a:txBody>
                      <a:tcPr marL="86950" marR="86950" marT="43475" marB="43475" anchor="ctr">
                        <a:lnL w="12700" cmpd="sng">
                          <a:noFill/>
                        </a:lnL>
                        <a:lnR w="12700" cmpd="sng">
                          <a:noFill/>
                        </a:lnR>
                        <a:lnT w="38100" cmpd="sng">
                          <a:noFill/>
                        </a:lnT>
                        <a:lnB w="12700" cmpd="sng">
                          <a:noFill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  <a:solidFill>
                          <a:srgbClr val="F8F9FC"/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pPr algn="ctr" latinLnBrk="1"/>
                          <a14:m>
                            <m:oMathPara xmlns:m="http://schemas.openxmlformats.org/officeDocument/2006/math">
                              <m:oMath>
                                <m:sSub>
                                  <m:sSubPr>
                                    <m:ctrlPr>
                                      <a:rPr kumimoji="0" lang="en-US" altLang="ko-KR" sz="3000" b="0" i="1" u="none" strike="noStrike" kern="1200" cap="none" spc="0" normalizeH="0" baseline="0" noProof="0" smtClean="0">
                                        <a:ln>
                                          <a:noFill/>
                                        </a:ln>
                                        <a:solidFill>
                                          <a:prstClr val="black"/>
                                        </a:solidFill>
                                        <a:effectLst/>
                                        <a:uLnTx/>
                                        <a:uFillTx/>
                                        <a:latin typeface="Cambria Math" panose="02040503050406030204" pitchFamily="18" charset="0"/>
                                        <a:cs typeface="+mn-cs"/>
                                      </a:rPr>
                                    </m:ctrlPr>
                                  </m:sSubPr>
                                  <m:e>
                                    <m:r>
                                      <a:rPr kumimoji="0" lang="en-US" altLang="ko-KR" sz="3000" b="0" i="1" u="none" strike="noStrike" kern="1200" cap="none" spc="0" normalizeH="0" baseline="0" noProof="0" smtClean="0">
                                        <a:ln>
                                          <a:noFill/>
                                        </a:ln>
                                        <a:solidFill>
                                          <a:prstClr val="black"/>
                                        </a:solidFill>
                                        <a:effectLst/>
                                        <a:uLnTx/>
                                        <a:uFillTx/>
                                        <a:latin typeface="Cambria Math" panose="02040503050406030204" pitchFamily="18" charset="0"/>
                                        <a:cs typeface="+mn-cs"/>
                                      </a:rPr>
                                      <m:t>𝑔</m:t>
                                    </m:r>
                                  </m:e>
                                  <m:sub>
                                    <m:r>
                                      <a:rPr kumimoji="0" lang="en-US" altLang="ko-KR" sz="3000" b="0" i="1" u="none" strike="noStrike" kern="1200" cap="none" spc="0" normalizeH="0" baseline="0" noProof="0" smtClean="0">
                                        <a:ln>
                                          <a:noFill/>
                                        </a:ln>
                                        <a:solidFill>
                                          <a:prstClr val="black"/>
                                        </a:solidFill>
                                        <a:effectLst/>
                                        <a:uLnTx/>
                                        <a:uFillTx/>
                                        <a:latin typeface="Cambria Math" panose="02040503050406030204" pitchFamily="18" charset="0"/>
                                        <a:cs typeface="+mn-cs"/>
                                      </a:rPr>
                                      <m:t>13</m:t>
                                    </m:r>
                                  </m:sub>
                                </m:sSub>
                              </m:oMath>
                            </m:oMathPara>
                          </a14:m>
                          <a:endParaRPr lang="ko-KR" altLang="en-US" sz="3000" dirty="0"/>
                        </a:p>
                      </a:txBody>
                      <a:tcPr marL="86950" marR="86950" marT="43475" marB="43475" anchor="ctr">
                        <a:lnL w="12700" cmpd="sng">
                          <a:noFill/>
                        </a:lnL>
                        <a:lnR w="12700" cmpd="sng">
                          <a:noFill/>
                        </a:lnR>
                        <a:lnT w="38100" cmpd="sng">
                          <a:noFill/>
                        </a:lnT>
                        <a:lnB w="12700" cmpd="sng">
                          <a:noFill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  <a:solidFill>
                          <a:srgbClr val="F8F9FC"/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pPr algn="ctr" latinLnBrk="1"/>
                          <a14:m>
                            <m:oMathPara xmlns:m="http://schemas.openxmlformats.org/officeDocument/2006/math">
                              <m:oMath>
                                <m:sSub>
                                  <m:sSubPr>
                                    <m:ctrlPr>
                                      <a:rPr kumimoji="0" lang="en-US" altLang="ko-KR" sz="3000" b="0" i="1" u="none" strike="noStrike" kern="1200" cap="none" spc="0" normalizeH="0" baseline="0" noProof="0" smtClean="0">
                                        <a:ln>
                                          <a:noFill/>
                                        </a:ln>
                                        <a:solidFill>
                                          <a:prstClr val="black"/>
                                        </a:solidFill>
                                        <a:effectLst/>
                                        <a:uLnTx/>
                                        <a:uFillTx/>
                                        <a:latin typeface="Cambria Math" panose="02040503050406030204" pitchFamily="18" charset="0"/>
                                        <a:cs typeface="+mn-cs"/>
                                      </a:rPr>
                                    </m:ctrlPr>
                                  </m:sSubPr>
                                  <m:e>
                                    <m:r>
                                      <a:rPr kumimoji="0" lang="en-US" altLang="ko-KR" sz="3000" b="0" i="1" u="none" strike="noStrike" kern="1200" cap="none" spc="0" normalizeH="0" baseline="0" noProof="0" smtClean="0">
                                        <a:ln>
                                          <a:noFill/>
                                        </a:ln>
                                        <a:solidFill>
                                          <a:prstClr val="black"/>
                                        </a:solidFill>
                                        <a:effectLst/>
                                        <a:uLnTx/>
                                        <a:uFillTx/>
                                        <a:latin typeface="Cambria Math" panose="02040503050406030204" pitchFamily="18" charset="0"/>
                                        <a:cs typeface="+mn-cs"/>
                                      </a:rPr>
                                      <m:t>𝑔</m:t>
                                    </m:r>
                                  </m:e>
                                  <m:sub>
                                    <m:r>
                                      <a:rPr kumimoji="0" lang="en-US" altLang="ko-KR" sz="3000" b="0" i="1" u="none" strike="noStrike" kern="1200" cap="none" spc="0" normalizeH="0" baseline="0" noProof="0" smtClean="0">
                                        <a:ln>
                                          <a:noFill/>
                                        </a:ln>
                                        <a:solidFill>
                                          <a:prstClr val="black"/>
                                        </a:solidFill>
                                        <a:effectLst/>
                                        <a:uLnTx/>
                                        <a:uFillTx/>
                                        <a:latin typeface="Cambria Math" panose="02040503050406030204" pitchFamily="18" charset="0"/>
                                        <a:cs typeface="+mn-cs"/>
                                      </a:rPr>
                                      <m:t>14</m:t>
                                    </m:r>
                                  </m:sub>
                                </m:sSub>
                              </m:oMath>
                            </m:oMathPara>
                          </a14:m>
                          <a:endParaRPr lang="ko-KR" altLang="en-US" sz="3000" dirty="0"/>
                        </a:p>
                      </a:txBody>
                      <a:tcPr marL="86950" marR="86950" marT="43475" marB="43475" anchor="ctr">
                        <a:lnL w="12700" cmpd="sng">
                          <a:noFill/>
                        </a:lnL>
                        <a:lnR w="12700" cmpd="sng">
                          <a:noFill/>
                        </a:lnR>
                        <a:lnT w="38100" cmpd="sng">
                          <a:noFill/>
                        </a:lnT>
                        <a:lnB w="12700" cmpd="sng">
                          <a:noFill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  <a:solidFill>
                          <a:srgbClr val="F8F9FC"/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pPr algn="ctr" latinLnBrk="1"/>
                          <a14:m>
                            <m:oMathPara xmlns:m="http://schemas.openxmlformats.org/officeDocument/2006/math">
                              <m:oMath>
                                <m:sSub>
                                  <m:sSubPr>
                                    <m:ctrlPr>
                                      <a:rPr kumimoji="0" lang="en-US" altLang="ko-KR" sz="3000" b="0" i="1" u="none" strike="noStrike" kern="1200" cap="none" spc="0" normalizeH="0" baseline="0" noProof="0" smtClean="0">
                                        <a:ln>
                                          <a:noFill/>
                                        </a:ln>
                                        <a:solidFill>
                                          <a:prstClr val="black"/>
                                        </a:solidFill>
                                        <a:effectLst/>
                                        <a:uLnTx/>
                                        <a:uFillTx/>
                                        <a:latin typeface="Cambria Math" panose="02040503050406030204" pitchFamily="18" charset="0"/>
                                        <a:cs typeface="+mn-cs"/>
                                      </a:rPr>
                                    </m:ctrlPr>
                                  </m:sSubPr>
                                  <m:e>
                                    <m:r>
                                      <a:rPr kumimoji="0" lang="en-US" altLang="ko-KR" sz="3000" b="0" i="1" u="none" strike="noStrike" kern="1200" cap="none" spc="0" normalizeH="0" baseline="0" noProof="0" smtClean="0">
                                        <a:ln>
                                          <a:noFill/>
                                        </a:ln>
                                        <a:solidFill>
                                          <a:prstClr val="black"/>
                                        </a:solidFill>
                                        <a:effectLst/>
                                        <a:uLnTx/>
                                        <a:uFillTx/>
                                        <a:latin typeface="Cambria Math" panose="02040503050406030204" pitchFamily="18" charset="0"/>
                                        <a:cs typeface="+mn-cs"/>
                                      </a:rPr>
                                      <m:t>𝑔</m:t>
                                    </m:r>
                                  </m:e>
                                  <m:sub>
                                    <m:r>
                                      <a:rPr kumimoji="0" lang="en-US" altLang="ko-KR" sz="3000" b="0" i="1" u="none" strike="noStrike" kern="1200" cap="none" spc="0" normalizeH="0" baseline="0" noProof="0" smtClean="0">
                                        <a:ln>
                                          <a:noFill/>
                                        </a:ln>
                                        <a:solidFill>
                                          <a:prstClr val="black"/>
                                        </a:solidFill>
                                        <a:effectLst/>
                                        <a:uLnTx/>
                                        <a:uFillTx/>
                                        <a:latin typeface="Cambria Math" panose="02040503050406030204" pitchFamily="18" charset="0"/>
                                        <a:cs typeface="+mn-cs"/>
                                      </a:rPr>
                                      <m:t>15</m:t>
                                    </m:r>
                                  </m:sub>
                                </m:sSub>
                              </m:oMath>
                            </m:oMathPara>
                          </a14:m>
                          <a:endParaRPr lang="ko-KR" altLang="en-US" sz="3000" dirty="0"/>
                        </a:p>
                      </a:txBody>
                      <a:tcPr marL="86950" marR="86950" marT="43475" marB="43475" anchor="ctr">
                        <a:lnL w="12700" cmpd="sng">
                          <a:noFill/>
                        </a:lnL>
                        <a:lnR w="12700" cmpd="sng">
                          <a:noFill/>
                        </a:lnR>
                        <a:lnT w="38100" cmpd="sng">
                          <a:noFill/>
                        </a:lnT>
                        <a:lnB w="12700" cmpd="sng">
                          <a:noFill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  <a:solidFill>
                          <a:srgbClr val="F8F9FC"/>
                        </a:solidFill>
                      </a:tcPr>
                    </a:tc>
                    <a:extLst>
                      <a:ext uri="{0D108BD9-81ED-4DB2-BD59-A6C34878D82A}">
                        <a16:rowId xmlns:a16="http://schemas.microsoft.com/office/drawing/2014/main" val="1006389151"/>
                      </a:ext>
                    </a:extLst>
                  </a:tr>
                  <a:tr h="963297">
                    <a:tc>
                      <a:txBody>
                        <a:bodyPr/>
                        <a:lstStyle/>
                        <a:p>
                          <a:pPr marL="0" marR="0" lvl="0" indent="0" algn="ctr" defTabSz="457200" rtl="0" eaLnBrk="1" fontAlgn="auto" latinLnBrk="1" hangingPunct="1">
                            <a:lnSpc>
                              <a:spcPct val="100000"/>
                            </a:lnSpc>
                            <a:spcBef>
                              <a:spcPts val="0"/>
                            </a:spcBef>
                            <a:spcAft>
                              <a:spcPts val="0"/>
                            </a:spcAft>
                            <a:buClrTx/>
                            <a:buSzTx/>
                            <a:buFontTx/>
                            <a:buNone/>
                            <a:tabLst/>
                            <a:defRPr/>
                          </a:pPr>
                          <a14:m>
                            <m:oMathPara xmlns:m="http://schemas.openxmlformats.org/officeDocument/2006/math">
                              <m:oMath>
                                <m:sSub>
                                  <m:sSubPr>
                                    <m:ctrlPr>
                                      <a:rPr kumimoji="0" lang="en-US" altLang="ko-KR" sz="3000" b="0" i="1" u="none" strike="noStrike" kern="1200" cap="none" spc="0" normalizeH="0" baseline="0" noProof="0" smtClean="0">
                                        <a:ln>
                                          <a:noFill/>
                                        </a:ln>
                                        <a:solidFill>
                                          <a:prstClr val="black"/>
                                        </a:solidFill>
                                        <a:effectLst/>
                                        <a:uLnTx/>
                                        <a:uFillTx/>
                                        <a:latin typeface="Cambria Math" panose="02040503050406030204" pitchFamily="18" charset="0"/>
                                        <a:cs typeface="+mn-cs"/>
                                      </a:rPr>
                                    </m:ctrlPr>
                                  </m:sSubPr>
                                  <m:e>
                                    <m:r>
                                      <a:rPr kumimoji="0" lang="en-US" altLang="ko-KR" sz="3000" b="0" i="1" u="none" strike="noStrike" kern="1200" cap="none" spc="0" normalizeH="0" baseline="0" noProof="0" smtClean="0">
                                        <a:ln>
                                          <a:noFill/>
                                        </a:ln>
                                        <a:solidFill>
                                          <a:prstClr val="black"/>
                                        </a:solidFill>
                                        <a:effectLst/>
                                        <a:uLnTx/>
                                        <a:uFillTx/>
                                        <a:latin typeface="Cambria Math" panose="02040503050406030204" pitchFamily="18" charset="0"/>
                                        <a:cs typeface="+mn-cs"/>
                                      </a:rPr>
                                      <m:t>𝑔</m:t>
                                    </m:r>
                                  </m:e>
                                  <m:sub>
                                    <m:r>
                                      <a:rPr kumimoji="0" lang="en-US" altLang="ko-KR" sz="3000" b="0" i="1" u="none" strike="noStrike" kern="1200" cap="none" spc="0" normalizeH="0" baseline="0" noProof="0" smtClean="0">
                                        <a:ln>
                                          <a:noFill/>
                                        </a:ln>
                                        <a:solidFill>
                                          <a:prstClr val="black"/>
                                        </a:solidFill>
                                        <a:effectLst/>
                                        <a:uLnTx/>
                                        <a:uFillTx/>
                                        <a:latin typeface="Cambria Math" panose="02040503050406030204" pitchFamily="18" charset="0"/>
                                        <a:cs typeface="+mn-cs"/>
                                      </a:rPr>
                                      <m:t>20</m:t>
                                    </m:r>
                                  </m:sub>
                                </m:sSub>
                              </m:oMath>
                            </m:oMathPara>
                          </a14:m>
                          <a:endParaRPr lang="ko-KR" altLang="en-US" sz="3000" dirty="0"/>
                        </a:p>
                      </a:txBody>
                      <a:tcPr marL="86950" marR="86950" marT="43475" marB="43475" anchor="ctr">
                        <a:lnL w="12700" cmpd="sng">
                          <a:noFill/>
                        </a:lnL>
                        <a:lnR w="12700" cmpd="sng">
                          <a:noFill/>
                        </a:lnR>
                        <a:lnT w="12700" cmpd="sng">
                          <a:noFill/>
                        </a:lnT>
                        <a:lnB w="12700" cmpd="sng">
                          <a:noFill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  <a:solidFill>
                          <a:srgbClr val="F8F9FC"/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pPr marL="0" marR="0" lvl="0" indent="0" algn="ctr" defTabSz="457200" rtl="0" eaLnBrk="1" fontAlgn="auto" latinLnBrk="1" hangingPunct="1">
                            <a:lnSpc>
                              <a:spcPct val="100000"/>
                            </a:lnSpc>
                            <a:spcBef>
                              <a:spcPts val="0"/>
                            </a:spcBef>
                            <a:spcAft>
                              <a:spcPts val="0"/>
                            </a:spcAft>
                            <a:buClrTx/>
                            <a:buSzTx/>
                            <a:buFontTx/>
                            <a:buNone/>
                            <a:tabLst/>
                            <a:defRPr/>
                          </a:pPr>
                          <a14:m>
                            <m:oMathPara xmlns:m="http://schemas.openxmlformats.org/officeDocument/2006/math">
                              <m:oMath>
                                <m:sSub>
                                  <m:sSubPr>
                                    <m:ctrlPr>
                                      <a:rPr kumimoji="0" lang="en-US" altLang="ko-KR" sz="3000" b="0" i="1" u="none" strike="noStrike" kern="1200" cap="none" spc="0" normalizeH="0" baseline="0" noProof="0" smtClean="0">
                                        <a:ln>
                                          <a:noFill/>
                                        </a:ln>
                                        <a:solidFill>
                                          <a:prstClr val="black"/>
                                        </a:solidFill>
                                        <a:effectLst/>
                                        <a:uLnTx/>
                                        <a:uFillTx/>
                                        <a:latin typeface="Cambria Math" panose="02040503050406030204" pitchFamily="18" charset="0"/>
                                        <a:cs typeface="+mn-cs"/>
                                      </a:rPr>
                                    </m:ctrlPr>
                                  </m:sSubPr>
                                  <m:e>
                                    <m:r>
                                      <a:rPr kumimoji="0" lang="en-US" altLang="ko-KR" sz="3000" b="0" i="1" u="none" strike="noStrike" kern="1200" cap="none" spc="0" normalizeH="0" baseline="0" noProof="0" smtClean="0">
                                        <a:ln>
                                          <a:noFill/>
                                        </a:ln>
                                        <a:solidFill>
                                          <a:prstClr val="black"/>
                                        </a:solidFill>
                                        <a:effectLst/>
                                        <a:uLnTx/>
                                        <a:uFillTx/>
                                        <a:latin typeface="Cambria Math" panose="02040503050406030204" pitchFamily="18" charset="0"/>
                                        <a:cs typeface="+mn-cs"/>
                                      </a:rPr>
                                      <m:t>𝑔</m:t>
                                    </m:r>
                                  </m:e>
                                  <m:sub>
                                    <m:r>
                                      <a:rPr kumimoji="0" lang="en-US" altLang="ko-KR" sz="3000" b="0" i="1" u="none" strike="noStrike" kern="1200" cap="none" spc="0" normalizeH="0" baseline="0" noProof="0" smtClean="0">
                                        <a:ln>
                                          <a:noFill/>
                                        </a:ln>
                                        <a:solidFill>
                                          <a:prstClr val="black"/>
                                        </a:solidFill>
                                        <a:effectLst/>
                                        <a:uLnTx/>
                                        <a:uFillTx/>
                                        <a:latin typeface="Cambria Math" panose="02040503050406030204" pitchFamily="18" charset="0"/>
                                        <a:cs typeface="+mn-cs"/>
                                      </a:rPr>
                                      <m:t>21</m:t>
                                    </m:r>
                                  </m:sub>
                                </m:sSub>
                              </m:oMath>
                            </m:oMathPara>
                          </a14:m>
                          <a:endParaRPr lang="ko-KR" altLang="en-US" sz="3000" dirty="0"/>
                        </a:p>
                      </a:txBody>
                      <a:tcPr marL="86950" marR="86950" marT="43475" marB="43475" anchor="ctr">
                        <a:lnL w="12700" cmpd="sng">
                          <a:noFill/>
                        </a:lnL>
                        <a:lnR w="12700" cmpd="sng">
                          <a:noFill/>
                        </a:lnR>
                        <a:lnT w="12700" cmpd="sng">
                          <a:noFill/>
                        </a:lnT>
                        <a:lnB w="12700" cmpd="sng">
                          <a:noFill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  <a:solidFill>
                          <a:srgbClr val="F8F9FC"/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pPr marL="0" marR="0" lvl="0" indent="0" algn="ctr" defTabSz="457200" rtl="0" eaLnBrk="1" fontAlgn="auto" latinLnBrk="1" hangingPunct="1">
                            <a:lnSpc>
                              <a:spcPct val="100000"/>
                            </a:lnSpc>
                            <a:spcBef>
                              <a:spcPts val="0"/>
                            </a:spcBef>
                            <a:spcAft>
                              <a:spcPts val="0"/>
                            </a:spcAft>
                            <a:buClrTx/>
                            <a:buSzTx/>
                            <a:buFontTx/>
                            <a:buNone/>
                            <a:tabLst/>
                            <a:defRPr/>
                          </a:pPr>
                          <a14:m>
                            <m:oMathPara xmlns:m="http://schemas.openxmlformats.org/officeDocument/2006/math">
                              <m:oMath>
                                <m:sSub>
                                  <m:sSubPr>
                                    <m:ctrlPr>
                                      <a:rPr kumimoji="0" lang="en-US" altLang="ko-KR" sz="3000" b="0" i="1" u="none" strike="noStrike" kern="1200" cap="none" spc="0" normalizeH="0" baseline="0" noProof="0" smtClean="0">
                                        <a:ln>
                                          <a:noFill/>
                                        </a:ln>
                                        <a:solidFill>
                                          <a:prstClr val="black"/>
                                        </a:solidFill>
                                        <a:effectLst/>
                                        <a:uLnTx/>
                                        <a:uFillTx/>
                                        <a:latin typeface="Cambria Math" panose="02040503050406030204" pitchFamily="18" charset="0"/>
                                        <a:cs typeface="+mn-cs"/>
                                      </a:rPr>
                                    </m:ctrlPr>
                                  </m:sSubPr>
                                  <m:e>
                                    <m:r>
                                      <a:rPr kumimoji="0" lang="en-US" altLang="ko-KR" sz="3000" b="0" i="1" u="none" strike="noStrike" kern="1200" cap="none" spc="0" normalizeH="0" baseline="0" noProof="0" smtClean="0">
                                        <a:ln>
                                          <a:noFill/>
                                        </a:ln>
                                        <a:solidFill>
                                          <a:prstClr val="black"/>
                                        </a:solidFill>
                                        <a:effectLst/>
                                        <a:uLnTx/>
                                        <a:uFillTx/>
                                        <a:latin typeface="Cambria Math" panose="02040503050406030204" pitchFamily="18" charset="0"/>
                                        <a:cs typeface="+mn-cs"/>
                                      </a:rPr>
                                      <m:t>𝑔</m:t>
                                    </m:r>
                                  </m:e>
                                  <m:sub>
                                    <m:r>
                                      <a:rPr kumimoji="0" lang="en-US" altLang="ko-KR" sz="3000" b="0" i="1" u="none" strike="noStrike" kern="1200" cap="none" spc="0" normalizeH="0" baseline="0" noProof="0" smtClean="0">
                                        <a:ln>
                                          <a:noFill/>
                                        </a:ln>
                                        <a:solidFill>
                                          <a:prstClr val="black"/>
                                        </a:solidFill>
                                        <a:effectLst/>
                                        <a:uLnTx/>
                                        <a:uFillTx/>
                                        <a:latin typeface="Cambria Math" panose="02040503050406030204" pitchFamily="18" charset="0"/>
                                        <a:cs typeface="+mn-cs"/>
                                      </a:rPr>
                                      <m:t>22</m:t>
                                    </m:r>
                                  </m:sub>
                                </m:sSub>
                              </m:oMath>
                            </m:oMathPara>
                          </a14:m>
                          <a:endParaRPr lang="ko-KR" altLang="en-US" sz="3000" dirty="0"/>
                        </a:p>
                      </a:txBody>
                      <a:tcPr marL="86950" marR="86950" marT="43475" marB="43475" anchor="ctr">
                        <a:lnL w="12700" cmpd="sng">
                          <a:noFill/>
                        </a:lnL>
                        <a:lnR w="12700" cmpd="sng">
                          <a:noFill/>
                        </a:lnR>
                        <a:lnT w="12700" cmpd="sng">
                          <a:noFill/>
                        </a:lnT>
                        <a:lnB w="12700" cmpd="sng">
                          <a:noFill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  <a:solidFill>
                          <a:srgbClr val="F8F9FC"/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pPr marL="0" marR="0" lvl="0" indent="0" algn="ctr" defTabSz="457200" rtl="0" eaLnBrk="1" fontAlgn="auto" latinLnBrk="1" hangingPunct="1">
                            <a:lnSpc>
                              <a:spcPct val="100000"/>
                            </a:lnSpc>
                            <a:spcBef>
                              <a:spcPts val="0"/>
                            </a:spcBef>
                            <a:spcAft>
                              <a:spcPts val="0"/>
                            </a:spcAft>
                            <a:buClrTx/>
                            <a:buSzTx/>
                            <a:buFontTx/>
                            <a:buNone/>
                            <a:tabLst/>
                            <a:defRPr/>
                          </a:pPr>
                          <a14:m>
                            <m:oMathPara xmlns:m="http://schemas.openxmlformats.org/officeDocument/2006/math">
                              <m:oMath>
                                <m:sSub>
                                  <m:sSubPr>
                                    <m:ctrlPr>
                                      <a:rPr kumimoji="0" lang="en-US" altLang="ko-KR" sz="3000" b="0" i="1" u="none" strike="noStrike" kern="1200" cap="none" spc="0" normalizeH="0" baseline="0" noProof="0" smtClean="0">
                                        <a:ln>
                                          <a:noFill/>
                                        </a:ln>
                                        <a:solidFill>
                                          <a:prstClr val="black"/>
                                        </a:solidFill>
                                        <a:effectLst/>
                                        <a:uLnTx/>
                                        <a:uFillTx/>
                                        <a:latin typeface="Cambria Math" panose="02040503050406030204" pitchFamily="18" charset="0"/>
                                        <a:cs typeface="+mn-cs"/>
                                      </a:rPr>
                                    </m:ctrlPr>
                                  </m:sSubPr>
                                  <m:e>
                                    <m:r>
                                      <a:rPr kumimoji="0" lang="en-US" altLang="ko-KR" sz="3000" b="0" i="1" u="none" strike="noStrike" kern="1200" cap="none" spc="0" normalizeH="0" baseline="0" noProof="0" smtClean="0">
                                        <a:ln>
                                          <a:noFill/>
                                        </a:ln>
                                        <a:solidFill>
                                          <a:prstClr val="black"/>
                                        </a:solidFill>
                                        <a:effectLst/>
                                        <a:uLnTx/>
                                        <a:uFillTx/>
                                        <a:latin typeface="Cambria Math" panose="02040503050406030204" pitchFamily="18" charset="0"/>
                                        <a:cs typeface="+mn-cs"/>
                                      </a:rPr>
                                      <m:t>𝑔</m:t>
                                    </m:r>
                                  </m:e>
                                  <m:sub>
                                    <m:r>
                                      <a:rPr kumimoji="0" lang="en-US" altLang="ko-KR" sz="3000" b="0" i="1" u="none" strike="noStrike" kern="1200" cap="none" spc="0" normalizeH="0" baseline="0" noProof="0" smtClean="0">
                                        <a:ln>
                                          <a:noFill/>
                                        </a:ln>
                                        <a:solidFill>
                                          <a:prstClr val="black"/>
                                        </a:solidFill>
                                        <a:effectLst/>
                                        <a:uLnTx/>
                                        <a:uFillTx/>
                                        <a:latin typeface="Cambria Math" panose="02040503050406030204" pitchFamily="18" charset="0"/>
                                        <a:cs typeface="+mn-cs"/>
                                      </a:rPr>
                                      <m:t>23</m:t>
                                    </m:r>
                                  </m:sub>
                                </m:sSub>
                              </m:oMath>
                            </m:oMathPara>
                          </a14:m>
                          <a:endParaRPr lang="ko-KR" altLang="en-US" sz="3000" dirty="0"/>
                        </a:p>
                      </a:txBody>
                      <a:tcPr marL="86950" marR="86950" marT="43475" marB="43475" anchor="ctr">
                        <a:lnL w="12700" cmpd="sng">
                          <a:noFill/>
                        </a:lnL>
                        <a:lnR w="12700" cmpd="sng">
                          <a:noFill/>
                        </a:lnR>
                        <a:lnT w="12700" cmpd="sng">
                          <a:noFill/>
                        </a:lnT>
                        <a:lnB w="12700" cmpd="sng">
                          <a:noFill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  <a:solidFill>
                          <a:srgbClr val="F8F9FC"/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pPr algn="ctr" latinLnBrk="1"/>
                          <a14:m>
                            <m:oMathPara xmlns:m="http://schemas.openxmlformats.org/officeDocument/2006/math">
                              <m:oMath>
                                <m:sSub>
                                  <m:sSubPr>
                                    <m:ctrlPr>
                                      <a:rPr kumimoji="0" lang="en-US" altLang="ko-KR" sz="3000" b="0" i="1" u="none" strike="noStrike" kern="1200" cap="none" spc="0" normalizeH="0" baseline="0" noProof="0" smtClean="0">
                                        <a:ln>
                                          <a:noFill/>
                                        </a:ln>
                                        <a:solidFill>
                                          <a:prstClr val="black"/>
                                        </a:solidFill>
                                        <a:effectLst/>
                                        <a:uLnTx/>
                                        <a:uFillTx/>
                                        <a:latin typeface="Cambria Math" panose="02040503050406030204" pitchFamily="18" charset="0"/>
                                        <a:cs typeface="+mn-cs"/>
                                      </a:rPr>
                                    </m:ctrlPr>
                                  </m:sSubPr>
                                  <m:e>
                                    <m:r>
                                      <a:rPr kumimoji="0" lang="en-US" altLang="ko-KR" sz="3000" b="0" i="1" u="none" strike="noStrike" kern="1200" cap="none" spc="0" normalizeH="0" baseline="0" noProof="0" smtClean="0">
                                        <a:ln>
                                          <a:noFill/>
                                        </a:ln>
                                        <a:solidFill>
                                          <a:prstClr val="black"/>
                                        </a:solidFill>
                                        <a:effectLst/>
                                        <a:uLnTx/>
                                        <a:uFillTx/>
                                        <a:latin typeface="Cambria Math" panose="02040503050406030204" pitchFamily="18" charset="0"/>
                                        <a:cs typeface="+mn-cs"/>
                                      </a:rPr>
                                      <m:t>𝑔</m:t>
                                    </m:r>
                                  </m:e>
                                  <m:sub>
                                    <m:r>
                                      <a:rPr kumimoji="0" lang="en-US" altLang="ko-KR" sz="3000" b="0" i="1" u="none" strike="noStrike" kern="1200" cap="none" spc="0" normalizeH="0" baseline="0" noProof="0" smtClean="0">
                                        <a:ln>
                                          <a:noFill/>
                                        </a:ln>
                                        <a:solidFill>
                                          <a:prstClr val="black"/>
                                        </a:solidFill>
                                        <a:effectLst/>
                                        <a:uLnTx/>
                                        <a:uFillTx/>
                                        <a:latin typeface="Cambria Math" panose="02040503050406030204" pitchFamily="18" charset="0"/>
                                        <a:cs typeface="+mn-cs"/>
                                      </a:rPr>
                                      <m:t>24</m:t>
                                    </m:r>
                                  </m:sub>
                                </m:sSub>
                              </m:oMath>
                            </m:oMathPara>
                          </a14:m>
                          <a:endParaRPr lang="ko-KR" altLang="en-US" sz="3000" dirty="0"/>
                        </a:p>
                      </a:txBody>
                      <a:tcPr marL="86950" marR="86950" marT="43475" marB="43475" anchor="ctr">
                        <a:lnL w="12700" cmpd="sng">
                          <a:noFill/>
                        </a:lnL>
                        <a:lnR w="12700" cmpd="sng">
                          <a:noFill/>
                        </a:lnR>
                        <a:lnT w="12700" cmpd="sng">
                          <a:noFill/>
                        </a:lnT>
                        <a:lnB w="12700" cmpd="sng">
                          <a:noFill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  <a:solidFill>
                          <a:srgbClr val="F8F9FC"/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pPr algn="ctr" latinLnBrk="1"/>
                          <a14:m>
                            <m:oMathPara xmlns:m="http://schemas.openxmlformats.org/officeDocument/2006/math">
                              <m:oMath>
                                <m:sSub>
                                  <m:sSubPr>
                                    <m:ctrlPr>
                                      <a:rPr kumimoji="0" lang="en-US" altLang="ko-KR" sz="3000" b="0" i="1" u="none" strike="noStrike" kern="1200" cap="none" spc="0" normalizeH="0" baseline="0" noProof="0" smtClean="0">
                                        <a:ln>
                                          <a:noFill/>
                                        </a:ln>
                                        <a:solidFill>
                                          <a:prstClr val="black"/>
                                        </a:solidFill>
                                        <a:effectLst/>
                                        <a:uLnTx/>
                                        <a:uFillTx/>
                                        <a:latin typeface="Cambria Math" panose="02040503050406030204" pitchFamily="18" charset="0"/>
                                        <a:cs typeface="+mn-cs"/>
                                      </a:rPr>
                                    </m:ctrlPr>
                                  </m:sSubPr>
                                  <m:e>
                                    <m:r>
                                      <a:rPr kumimoji="0" lang="en-US" altLang="ko-KR" sz="3000" b="0" i="1" u="none" strike="noStrike" kern="1200" cap="none" spc="0" normalizeH="0" baseline="0" noProof="0" smtClean="0">
                                        <a:ln>
                                          <a:noFill/>
                                        </a:ln>
                                        <a:solidFill>
                                          <a:prstClr val="black"/>
                                        </a:solidFill>
                                        <a:effectLst/>
                                        <a:uLnTx/>
                                        <a:uFillTx/>
                                        <a:latin typeface="Cambria Math" panose="02040503050406030204" pitchFamily="18" charset="0"/>
                                        <a:cs typeface="+mn-cs"/>
                                      </a:rPr>
                                      <m:t>𝑔</m:t>
                                    </m:r>
                                  </m:e>
                                  <m:sub>
                                    <m:r>
                                      <a:rPr kumimoji="0" lang="en-US" altLang="ko-KR" sz="3000" b="0" i="1" u="none" strike="noStrike" kern="1200" cap="none" spc="0" normalizeH="0" baseline="0" noProof="0" smtClean="0">
                                        <a:ln>
                                          <a:noFill/>
                                        </a:ln>
                                        <a:solidFill>
                                          <a:prstClr val="black"/>
                                        </a:solidFill>
                                        <a:effectLst/>
                                        <a:uLnTx/>
                                        <a:uFillTx/>
                                        <a:latin typeface="Cambria Math" panose="02040503050406030204" pitchFamily="18" charset="0"/>
                                        <a:cs typeface="+mn-cs"/>
                                      </a:rPr>
                                      <m:t>25</m:t>
                                    </m:r>
                                  </m:sub>
                                </m:sSub>
                              </m:oMath>
                            </m:oMathPara>
                          </a14:m>
                          <a:endParaRPr lang="ko-KR" altLang="en-US" sz="3000" dirty="0"/>
                        </a:p>
                      </a:txBody>
                      <a:tcPr marL="86950" marR="86950" marT="43475" marB="43475" anchor="ctr">
                        <a:lnL w="12700" cmpd="sng">
                          <a:noFill/>
                        </a:lnL>
                        <a:lnR w="12700" cmpd="sng">
                          <a:noFill/>
                        </a:lnR>
                        <a:lnT w="12700" cmpd="sng">
                          <a:noFill/>
                        </a:lnT>
                        <a:lnB w="12700" cmpd="sng">
                          <a:noFill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  <a:solidFill>
                          <a:srgbClr val="F8F9FC"/>
                        </a:solidFill>
                      </a:tcPr>
                    </a:tc>
                    <a:extLst>
                      <a:ext uri="{0D108BD9-81ED-4DB2-BD59-A6C34878D82A}">
                        <a16:rowId xmlns:a16="http://schemas.microsoft.com/office/drawing/2014/main" val="491478089"/>
                      </a:ext>
                    </a:extLst>
                  </a:tr>
                  <a:tr h="963297">
                    <a:tc>
                      <a:txBody>
                        <a:bodyPr/>
                        <a:lstStyle/>
                        <a:p>
                          <a:pPr algn="ctr" latinLnBrk="1"/>
                          <a14:m>
                            <m:oMathPara xmlns:m="http://schemas.openxmlformats.org/officeDocument/2006/math">
                              <m:oMath>
                                <m:sSub>
                                  <m:sSubPr>
                                    <m:ctrlPr>
                                      <a:rPr kumimoji="0" lang="en-US" altLang="ko-KR" sz="3000" b="0" i="1" u="none" strike="noStrike" kern="1200" cap="none" spc="0" normalizeH="0" baseline="0" noProof="0" smtClean="0">
                                        <a:ln>
                                          <a:noFill/>
                                        </a:ln>
                                        <a:solidFill>
                                          <a:prstClr val="black"/>
                                        </a:solidFill>
                                        <a:effectLst/>
                                        <a:uLnTx/>
                                        <a:uFillTx/>
                                        <a:latin typeface="Cambria Math" panose="02040503050406030204" pitchFamily="18" charset="0"/>
                                        <a:cs typeface="+mn-cs"/>
                                      </a:rPr>
                                    </m:ctrlPr>
                                  </m:sSubPr>
                                  <m:e>
                                    <m:r>
                                      <a:rPr kumimoji="0" lang="en-US" altLang="ko-KR" sz="3000" b="0" i="1" u="none" strike="noStrike" kern="1200" cap="none" spc="0" normalizeH="0" baseline="0" noProof="0" smtClean="0">
                                        <a:ln>
                                          <a:noFill/>
                                        </a:ln>
                                        <a:solidFill>
                                          <a:prstClr val="black"/>
                                        </a:solidFill>
                                        <a:effectLst/>
                                        <a:uLnTx/>
                                        <a:uFillTx/>
                                        <a:latin typeface="Cambria Math" panose="02040503050406030204" pitchFamily="18" charset="0"/>
                                        <a:cs typeface="+mn-cs"/>
                                      </a:rPr>
                                      <m:t>𝑔</m:t>
                                    </m:r>
                                  </m:e>
                                  <m:sub>
                                    <m:r>
                                      <a:rPr kumimoji="0" lang="en-US" altLang="ko-KR" sz="3000" b="0" i="1" u="none" strike="noStrike" kern="1200" cap="none" spc="0" normalizeH="0" baseline="0" noProof="0" smtClean="0">
                                        <a:ln>
                                          <a:noFill/>
                                        </a:ln>
                                        <a:solidFill>
                                          <a:prstClr val="black"/>
                                        </a:solidFill>
                                        <a:effectLst/>
                                        <a:uLnTx/>
                                        <a:uFillTx/>
                                        <a:latin typeface="Cambria Math" panose="02040503050406030204" pitchFamily="18" charset="0"/>
                                        <a:cs typeface="+mn-cs"/>
                                      </a:rPr>
                                      <m:t>30</m:t>
                                    </m:r>
                                  </m:sub>
                                </m:sSub>
                              </m:oMath>
                            </m:oMathPara>
                          </a14:m>
                          <a:endParaRPr lang="ko-KR" altLang="en-US" sz="3000" dirty="0"/>
                        </a:p>
                      </a:txBody>
                      <a:tcPr marL="86950" marR="86950" marT="43475" marB="43475" anchor="ctr">
                        <a:lnL w="12700" cmpd="sng">
                          <a:noFill/>
                        </a:lnL>
                        <a:lnR w="12700" cmpd="sng">
                          <a:noFill/>
                        </a:lnR>
                        <a:lnT w="12700" cmpd="sng">
                          <a:noFill/>
                        </a:lnT>
                        <a:lnB w="12700" cmpd="sng">
                          <a:noFill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  <a:solidFill>
                          <a:srgbClr val="F8F9FC"/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pPr algn="ctr" latinLnBrk="1"/>
                          <a14:m>
                            <m:oMathPara xmlns:m="http://schemas.openxmlformats.org/officeDocument/2006/math">
                              <m:oMath>
                                <m:sSub>
                                  <m:sSubPr>
                                    <m:ctrlPr>
                                      <a:rPr kumimoji="0" lang="en-US" altLang="ko-KR" sz="3000" b="0" i="1" u="none" strike="noStrike" kern="1200" cap="none" spc="0" normalizeH="0" baseline="0" noProof="0" smtClean="0">
                                        <a:ln>
                                          <a:noFill/>
                                        </a:ln>
                                        <a:solidFill>
                                          <a:prstClr val="black"/>
                                        </a:solidFill>
                                        <a:effectLst/>
                                        <a:uLnTx/>
                                        <a:uFillTx/>
                                        <a:latin typeface="Cambria Math" panose="02040503050406030204" pitchFamily="18" charset="0"/>
                                        <a:cs typeface="+mn-cs"/>
                                      </a:rPr>
                                    </m:ctrlPr>
                                  </m:sSubPr>
                                  <m:e>
                                    <m:r>
                                      <a:rPr kumimoji="0" lang="en-US" altLang="ko-KR" sz="3000" b="0" i="1" u="none" strike="noStrike" kern="1200" cap="none" spc="0" normalizeH="0" baseline="0" noProof="0" smtClean="0">
                                        <a:ln>
                                          <a:noFill/>
                                        </a:ln>
                                        <a:solidFill>
                                          <a:prstClr val="black"/>
                                        </a:solidFill>
                                        <a:effectLst/>
                                        <a:uLnTx/>
                                        <a:uFillTx/>
                                        <a:latin typeface="Cambria Math" panose="02040503050406030204" pitchFamily="18" charset="0"/>
                                        <a:cs typeface="+mn-cs"/>
                                      </a:rPr>
                                      <m:t>𝑔</m:t>
                                    </m:r>
                                  </m:e>
                                  <m:sub>
                                    <m:r>
                                      <a:rPr kumimoji="0" lang="en-US" altLang="ko-KR" sz="3000" b="0" i="1" u="none" strike="noStrike" kern="1200" cap="none" spc="0" normalizeH="0" baseline="0" noProof="0" smtClean="0">
                                        <a:ln>
                                          <a:noFill/>
                                        </a:ln>
                                        <a:solidFill>
                                          <a:prstClr val="black"/>
                                        </a:solidFill>
                                        <a:effectLst/>
                                        <a:uLnTx/>
                                        <a:uFillTx/>
                                        <a:latin typeface="Cambria Math" panose="02040503050406030204" pitchFamily="18" charset="0"/>
                                        <a:cs typeface="+mn-cs"/>
                                      </a:rPr>
                                      <m:t>31</m:t>
                                    </m:r>
                                  </m:sub>
                                </m:sSub>
                              </m:oMath>
                            </m:oMathPara>
                          </a14:m>
                          <a:endParaRPr lang="ko-KR" altLang="en-US" sz="3000" dirty="0"/>
                        </a:p>
                      </a:txBody>
                      <a:tcPr marL="86950" marR="86950" marT="43475" marB="43475" anchor="ctr">
                        <a:lnL w="12700" cmpd="sng">
                          <a:noFill/>
                        </a:lnL>
                        <a:lnR w="12700" cmpd="sng">
                          <a:noFill/>
                        </a:lnR>
                        <a:lnT w="12700" cmpd="sng">
                          <a:noFill/>
                        </a:lnT>
                        <a:lnB w="12700" cmpd="sng">
                          <a:noFill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  <a:solidFill>
                          <a:srgbClr val="F8F9FC"/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pPr algn="ctr" latinLnBrk="1"/>
                          <a14:m>
                            <m:oMathPara xmlns:m="http://schemas.openxmlformats.org/officeDocument/2006/math">
                              <m:oMath>
                                <m:sSub>
                                  <m:sSubPr>
                                    <m:ctrlPr>
                                      <a:rPr kumimoji="0" lang="en-US" altLang="ko-KR" sz="3000" b="0" i="1" u="none" strike="noStrike" kern="1200" cap="none" spc="0" normalizeH="0" baseline="0" noProof="0" smtClean="0">
                                        <a:ln>
                                          <a:noFill/>
                                        </a:ln>
                                        <a:solidFill>
                                          <a:prstClr val="black"/>
                                        </a:solidFill>
                                        <a:effectLst/>
                                        <a:uLnTx/>
                                        <a:uFillTx/>
                                        <a:latin typeface="Cambria Math" panose="02040503050406030204" pitchFamily="18" charset="0"/>
                                        <a:cs typeface="+mn-cs"/>
                                      </a:rPr>
                                    </m:ctrlPr>
                                  </m:sSubPr>
                                  <m:e>
                                    <m:r>
                                      <a:rPr kumimoji="0" lang="en-US" altLang="ko-KR" sz="3000" b="0" i="1" u="none" strike="noStrike" kern="1200" cap="none" spc="0" normalizeH="0" baseline="0" noProof="0" smtClean="0">
                                        <a:ln>
                                          <a:noFill/>
                                        </a:ln>
                                        <a:solidFill>
                                          <a:prstClr val="black"/>
                                        </a:solidFill>
                                        <a:effectLst/>
                                        <a:uLnTx/>
                                        <a:uFillTx/>
                                        <a:latin typeface="Cambria Math" panose="02040503050406030204" pitchFamily="18" charset="0"/>
                                        <a:cs typeface="+mn-cs"/>
                                      </a:rPr>
                                      <m:t>𝑔</m:t>
                                    </m:r>
                                  </m:e>
                                  <m:sub>
                                    <m:r>
                                      <a:rPr kumimoji="0" lang="en-US" altLang="ko-KR" sz="3000" b="0" i="1" u="none" strike="noStrike" kern="1200" cap="none" spc="0" normalizeH="0" baseline="0" noProof="0" smtClean="0">
                                        <a:ln>
                                          <a:noFill/>
                                        </a:ln>
                                        <a:solidFill>
                                          <a:prstClr val="black"/>
                                        </a:solidFill>
                                        <a:effectLst/>
                                        <a:uLnTx/>
                                        <a:uFillTx/>
                                        <a:latin typeface="Cambria Math" panose="02040503050406030204" pitchFamily="18" charset="0"/>
                                        <a:cs typeface="+mn-cs"/>
                                      </a:rPr>
                                      <m:t>32</m:t>
                                    </m:r>
                                  </m:sub>
                                </m:sSub>
                              </m:oMath>
                            </m:oMathPara>
                          </a14:m>
                          <a:endParaRPr lang="ko-KR" altLang="en-US" sz="3000" dirty="0"/>
                        </a:p>
                      </a:txBody>
                      <a:tcPr marL="86950" marR="86950" marT="43475" marB="43475" anchor="ctr">
                        <a:lnL w="12700" cmpd="sng">
                          <a:noFill/>
                        </a:lnL>
                        <a:lnR w="12700" cmpd="sng">
                          <a:noFill/>
                        </a:lnR>
                        <a:lnT w="12700" cmpd="sng">
                          <a:noFill/>
                        </a:lnT>
                        <a:lnB w="12700" cmpd="sng">
                          <a:noFill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  <a:solidFill>
                          <a:srgbClr val="F8F9FC"/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pPr algn="ctr" latinLnBrk="1"/>
                          <a14:m>
                            <m:oMathPara xmlns:m="http://schemas.openxmlformats.org/officeDocument/2006/math">
                              <m:oMath>
                                <m:sSub>
                                  <m:sSubPr>
                                    <m:ctrlPr>
                                      <a:rPr kumimoji="0" lang="en-US" altLang="ko-KR" sz="3000" b="0" i="1" u="none" strike="noStrike" kern="1200" cap="none" spc="0" normalizeH="0" baseline="0" noProof="0" smtClean="0">
                                        <a:ln>
                                          <a:noFill/>
                                        </a:ln>
                                        <a:solidFill>
                                          <a:prstClr val="black"/>
                                        </a:solidFill>
                                        <a:effectLst/>
                                        <a:uLnTx/>
                                        <a:uFillTx/>
                                        <a:latin typeface="Cambria Math" panose="02040503050406030204" pitchFamily="18" charset="0"/>
                                        <a:cs typeface="+mn-cs"/>
                                      </a:rPr>
                                    </m:ctrlPr>
                                  </m:sSubPr>
                                  <m:e>
                                    <m:r>
                                      <a:rPr kumimoji="0" lang="en-US" altLang="ko-KR" sz="3000" b="0" i="1" u="none" strike="noStrike" kern="1200" cap="none" spc="0" normalizeH="0" baseline="0" noProof="0" smtClean="0">
                                        <a:ln>
                                          <a:noFill/>
                                        </a:ln>
                                        <a:solidFill>
                                          <a:prstClr val="black"/>
                                        </a:solidFill>
                                        <a:effectLst/>
                                        <a:uLnTx/>
                                        <a:uFillTx/>
                                        <a:latin typeface="Cambria Math" panose="02040503050406030204" pitchFamily="18" charset="0"/>
                                        <a:cs typeface="+mn-cs"/>
                                      </a:rPr>
                                      <m:t>𝑔</m:t>
                                    </m:r>
                                  </m:e>
                                  <m:sub>
                                    <m:r>
                                      <a:rPr kumimoji="0" lang="en-US" altLang="ko-KR" sz="3000" b="0" i="1" u="none" strike="noStrike" kern="1200" cap="none" spc="0" normalizeH="0" baseline="0" noProof="0" smtClean="0">
                                        <a:ln>
                                          <a:noFill/>
                                        </a:ln>
                                        <a:solidFill>
                                          <a:prstClr val="black"/>
                                        </a:solidFill>
                                        <a:effectLst/>
                                        <a:uLnTx/>
                                        <a:uFillTx/>
                                        <a:latin typeface="Cambria Math" panose="02040503050406030204" pitchFamily="18" charset="0"/>
                                        <a:cs typeface="+mn-cs"/>
                                      </a:rPr>
                                      <m:t>33</m:t>
                                    </m:r>
                                  </m:sub>
                                </m:sSub>
                              </m:oMath>
                            </m:oMathPara>
                          </a14:m>
                          <a:endParaRPr lang="ko-KR" altLang="en-US" sz="3000" dirty="0"/>
                        </a:p>
                      </a:txBody>
                      <a:tcPr marL="86950" marR="86950" marT="43475" marB="43475" anchor="ctr">
                        <a:lnL w="12700" cmpd="sng">
                          <a:noFill/>
                        </a:lnL>
                        <a:lnR w="12700" cmpd="sng">
                          <a:noFill/>
                        </a:lnR>
                        <a:lnT w="12700" cmpd="sng">
                          <a:noFill/>
                        </a:lnT>
                        <a:lnB w="12700" cmpd="sng">
                          <a:noFill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  <a:solidFill>
                          <a:srgbClr val="F8F9FC"/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pPr algn="ctr" latinLnBrk="1"/>
                          <a14:m>
                            <m:oMathPara xmlns:m="http://schemas.openxmlformats.org/officeDocument/2006/math">
                              <m:oMath>
                                <m:sSub>
                                  <m:sSubPr>
                                    <m:ctrlPr>
                                      <a:rPr kumimoji="0" lang="en-US" altLang="ko-KR" sz="3000" b="0" i="1" u="none" strike="noStrike" kern="1200" cap="none" spc="0" normalizeH="0" baseline="0" noProof="0" smtClean="0">
                                        <a:ln>
                                          <a:noFill/>
                                        </a:ln>
                                        <a:solidFill>
                                          <a:prstClr val="black"/>
                                        </a:solidFill>
                                        <a:effectLst/>
                                        <a:uLnTx/>
                                        <a:uFillTx/>
                                        <a:latin typeface="Cambria Math" panose="02040503050406030204" pitchFamily="18" charset="0"/>
                                        <a:cs typeface="+mn-cs"/>
                                      </a:rPr>
                                    </m:ctrlPr>
                                  </m:sSubPr>
                                  <m:e>
                                    <m:r>
                                      <a:rPr kumimoji="0" lang="en-US" altLang="ko-KR" sz="3000" b="0" i="1" u="none" strike="noStrike" kern="1200" cap="none" spc="0" normalizeH="0" baseline="0" noProof="0" smtClean="0">
                                        <a:ln>
                                          <a:noFill/>
                                        </a:ln>
                                        <a:solidFill>
                                          <a:prstClr val="black"/>
                                        </a:solidFill>
                                        <a:effectLst/>
                                        <a:uLnTx/>
                                        <a:uFillTx/>
                                        <a:latin typeface="Cambria Math" panose="02040503050406030204" pitchFamily="18" charset="0"/>
                                        <a:cs typeface="+mn-cs"/>
                                      </a:rPr>
                                      <m:t>𝑔</m:t>
                                    </m:r>
                                  </m:e>
                                  <m:sub>
                                    <m:r>
                                      <a:rPr kumimoji="0" lang="en-US" altLang="ko-KR" sz="3000" b="0" i="1" u="none" strike="noStrike" kern="1200" cap="none" spc="0" normalizeH="0" baseline="0" noProof="0" smtClean="0">
                                        <a:ln>
                                          <a:noFill/>
                                        </a:ln>
                                        <a:solidFill>
                                          <a:prstClr val="black"/>
                                        </a:solidFill>
                                        <a:effectLst/>
                                        <a:uLnTx/>
                                        <a:uFillTx/>
                                        <a:latin typeface="Cambria Math" panose="02040503050406030204" pitchFamily="18" charset="0"/>
                                        <a:cs typeface="+mn-cs"/>
                                      </a:rPr>
                                      <m:t>34</m:t>
                                    </m:r>
                                  </m:sub>
                                </m:sSub>
                              </m:oMath>
                            </m:oMathPara>
                          </a14:m>
                          <a:endParaRPr lang="ko-KR" altLang="en-US" sz="3000" dirty="0"/>
                        </a:p>
                      </a:txBody>
                      <a:tcPr marL="86950" marR="86950" marT="43475" marB="43475" anchor="ctr">
                        <a:lnL w="12700" cmpd="sng">
                          <a:noFill/>
                        </a:lnL>
                        <a:lnR w="12700" cmpd="sng">
                          <a:noFill/>
                        </a:lnR>
                        <a:lnT w="12700" cmpd="sng">
                          <a:noFill/>
                        </a:lnT>
                        <a:lnB w="12700" cmpd="sng">
                          <a:noFill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  <a:solidFill>
                          <a:srgbClr val="F8F9FC"/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pPr algn="ctr" latinLnBrk="1"/>
                          <a14:m>
                            <m:oMathPara xmlns:m="http://schemas.openxmlformats.org/officeDocument/2006/math">
                              <m:oMath>
                                <m:sSub>
                                  <m:sSubPr>
                                    <m:ctrlPr>
                                      <a:rPr kumimoji="0" lang="en-US" altLang="ko-KR" sz="3000" b="0" i="1" u="none" strike="noStrike" kern="1200" cap="none" spc="0" normalizeH="0" baseline="0" noProof="0" smtClean="0">
                                        <a:ln>
                                          <a:noFill/>
                                        </a:ln>
                                        <a:solidFill>
                                          <a:prstClr val="black"/>
                                        </a:solidFill>
                                        <a:effectLst/>
                                        <a:uLnTx/>
                                        <a:uFillTx/>
                                        <a:latin typeface="Cambria Math" panose="02040503050406030204" pitchFamily="18" charset="0"/>
                                        <a:cs typeface="+mn-cs"/>
                                      </a:rPr>
                                    </m:ctrlPr>
                                  </m:sSubPr>
                                  <m:e>
                                    <m:r>
                                      <a:rPr kumimoji="0" lang="en-US" altLang="ko-KR" sz="3000" b="0" i="1" u="none" strike="noStrike" kern="1200" cap="none" spc="0" normalizeH="0" baseline="0" noProof="0" smtClean="0">
                                        <a:ln>
                                          <a:noFill/>
                                        </a:ln>
                                        <a:solidFill>
                                          <a:prstClr val="black"/>
                                        </a:solidFill>
                                        <a:effectLst/>
                                        <a:uLnTx/>
                                        <a:uFillTx/>
                                        <a:latin typeface="Cambria Math" panose="02040503050406030204" pitchFamily="18" charset="0"/>
                                        <a:cs typeface="+mn-cs"/>
                                      </a:rPr>
                                      <m:t>𝑔</m:t>
                                    </m:r>
                                  </m:e>
                                  <m:sub>
                                    <m:r>
                                      <a:rPr kumimoji="0" lang="en-US" altLang="ko-KR" sz="3000" b="0" i="1" u="none" strike="noStrike" kern="1200" cap="none" spc="0" normalizeH="0" baseline="0" noProof="0" smtClean="0">
                                        <a:ln>
                                          <a:noFill/>
                                        </a:ln>
                                        <a:solidFill>
                                          <a:prstClr val="black"/>
                                        </a:solidFill>
                                        <a:effectLst/>
                                        <a:uLnTx/>
                                        <a:uFillTx/>
                                        <a:latin typeface="Cambria Math" panose="02040503050406030204" pitchFamily="18" charset="0"/>
                                        <a:cs typeface="+mn-cs"/>
                                      </a:rPr>
                                      <m:t>35</m:t>
                                    </m:r>
                                  </m:sub>
                                </m:sSub>
                              </m:oMath>
                            </m:oMathPara>
                          </a14:m>
                          <a:endParaRPr lang="ko-KR" altLang="en-US" sz="3000" dirty="0"/>
                        </a:p>
                      </a:txBody>
                      <a:tcPr marL="86950" marR="86950" marT="43475" marB="43475" anchor="ctr">
                        <a:lnL w="12700" cmpd="sng">
                          <a:noFill/>
                        </a:lnL>
                        <a:lnR w="12700" cmpd="sng">
                          <a:noFill/>
                        </a:lnR>
                        <a:lnT w="12700" cmpd="sng">
                          <a:noFill/>
                        </a:lnT>
                        <a:lnB w="12700" cmpd="sng">
                          <a:noFill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  <a:solidFill>
                          <a:srgbClr val="F8F9FC"/>
                        </a:solidFill>
                      </a:tcPr>
                    </a:tc>
                    <a:extLst>
                      <a:ext uri="{0D108BD9-81ED-4DB2-BD59-A6C34878D82A}">
                        <a16:rowId xmlns:a16="http://schemas.microsoft.com/office/drawing/2014/main" val="4032775834"/>
                      </a:ext>
                    </a:extLst>
                  </a:tr>
                  <a:tr h="963297">
                    <a:tc>
                      <a:txBody>
                        <a:bodyPr/>
                        <a:lstStyle/>
                        <a:p>
                          <a:pPr algn="ctr" latinLnBrk="1"/>
                          <a14:m>
                            <m:oMathPara xmlns:m="http://schemas.openxmlformats.org/officeDocument/2006/math">
                              <m:oMath>
                                <m:sSub>
                                  <m:sSubPr>
                                    <m:ctrlPr>
                                      <a:rPr kumimoji="0" lang="en-US" altLang="ko-KR" sz="3000" b="0" i="1" u="none" strike="noStrike" kern="1200" cap="none" spc="0" normalizeH="0" baseline="0" noProof="0" smtClean="0">
                                        <a:ln>
                                          <a:noFill/>
                                        </a:ln>
                                        <a:solidFill>
                                          <a:prstClr val="black"/>
                                        </a:solidFill>
                                        <a:effectLst/>
                                        <a:uLnTx/>
                                        <a:uFillTx/>
                                        <a:latin typeface="Cambria Math" panose="02040503050406030204" pitchFamily="18" charset="0"/>
                                        <a:cs typeface="+mn-cs"/>
                                      </a:rPr>
                                    </m:ctrlPr>
                                  </m:sSubPr>
                                  <m:e>
                                    <m:r>
                                      <a:rPr kumimoji="0" lang="en-US" altLang="ko-KR" sz="3000" b="0" i="1" u="none" strike="noStrike" kern="1200" cap="none" spc="0" normalizeH="0" baseline="0" noProof="0" smtClean="0">
                                        <a:ln>
                                          <a:noFill/>
                                        </a:ln>
                                        <a:solidFill>
                                          <a:prstClr val="black"/>
                                        </a:solidFill>
                                        <a:effectLst/>
                                        <a:uLnTx/>
                                        <a:uFillTx/>
                                        <a:latin typeface="Cambria Math" panose="02040503050406030204" pitchFamily="18" charset="0"/>
                                        <a:cs typeface="+mn-cs"/>
                                      </a:rPr>
                                      <m:t>𝑔</m:t>
                                    </m:r>
                                  </m:e>
                                  <m:sub>
                                    <m:r>
                                      <a:rPr kumimoji="0" lang="en-US" altLang="ko-KR" sz="3000" b="0" i="1" u="none" strike="noStrike" kern="1200" cap="none" spc="0" normalizeH="0" baseline="0" noProof="0" smtClean="0">
                                        <a:ln>
                                          <a:noFill/>
                                        </a:ln>
                                        <a:solidFill>
                                          <a:prstClr val="black"/>
                                        </a:solidFill>
                                        <a:effectLst/>
                                        <a:uLnTx/>
                                        <a:uFillTx/>
                                        <a:latin typeface="Cambria Math" panose="02040503050406030204" pitchFamily="18" charset="0"/>
                                        <a:cs typeface="+mn-cs"/>
                                      </a:rPr>
                                      <m:t>40</m:t>
                                    </m:r>
                                  </m:sub>
                                </m:sSub>
                              </m:oMath>
                            </m:oMathPara>
                          </a14:m>
                          <a:endParaRPr lang="ko-KR" altLang="en-US" sz="3000" dirty="0"/>
                        </a:p>
                      </a:txBody>
                      <a:tcPr marL="86950" marR="86950" marT="43475" marB="43475" anchor="ctr">
                        <a:lnL w="12700" cmpd="sng">
                          <a:noFill/>
                        </a:lnL>
                        <a:lnR w="12700" cmpd="sng">
                          <a:noFill/>
                        </a:lnR>
                        <a:lnT w="12700" cmpd="sng">
                          <a:noFill/>
                        </a:lnT>
                        <a:lnB w="12700" cmpd="sng">
                          <a:noFill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  <a:solidFill>
                          <a:srgbClr val="F8F9FC"/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pPr algn="ctr" latinLnBrk="1"/>
                          <a14:m>
                            <m:oMathPara xmlns:m="http://schemas.openxmlformats.org/officeDocument/2006/math">
                              <m:oMath>
                                <m:sSub>
                                  <m:sSubPr>
                                    <m:ctrlPr>
                                      <a:rPr kumimoji="0" lang="en-US" altLang="ko-KR" sz="3000" b="0" i="1" u="none" strike="noStrike" kern="1200" cap="none" spc="0" normalizeH="0" baseline="0" noProof="0" smtClean="0">
                                        <a:ln>
                                          <a:noFill/>
                                        </a:ln>
                                        <a:solidFill>
                                          <a:prstClr val="black"/>
                                        </a:solidFill>
                                        <a:effectLst/>
                                        <a:uLnTx/>
                                        <a:uFillTx/>
                                        <a:latin typeface="Cambria Math" panose="02040503050406030204" pitchFamily="18" charset="0"/>
                                        <a:cs typeface="+mn-cs"/>
                                      </a:rPr>
                                    </m:ctrlPr>
                                  </m:sSubPr>
                                  <m:e>
                                    <m:r>
                                      <a:rPr kumimoji="0" lang="en-US" altLang="ko-KR" sz="3000" b="0" i="1" u="none" strike="noStrike" kern="1200" cap="none" spc="0" normalizeH="0" baseline="0" noProof="0" smtClean="0">
                                        <a:ln>
                                          <a:noFill/>
                                        </a:ln>
                                        <a:solidFill>
                                          <a:prstClr val="black"/>
                                        </a:solidFill>
                                        <a:effectLst/>
                                        <a:uLnTx/>
                                        <a:uFillTx/>
                                        <a:latin typeface="Cambria Math" panose="02040503050406030204" pitchFamily="18" charset="0"/>
                                        <a:cs typeface="+mn-cs"/>
                                      </a:rPr>
                                      <m:t>𝑔</m:t>
                                    </m:r>
                                  </m:e>
                                  <m:sub>
                                    <m:r>
                                      <a:rPr kumimoji="0" lang="en-US" altLang="ko-KR" sz="3000" b="0" i="1" u="none" strike="noStrike" kern="1200" cap="none" spc="0" normalizeH="0" baseline="0" noProof="0" smtClean="0">
                                        <a:ln>
                                          <a:noFill/>
                                        </a:ln>
                                        <a:solidFill>
                                          <a:prstClr val="black"/>
                                        </a:solidFill>
                                        <a:effectLst/>
                                        <a:uLnTx/>
                                        <a:uFillTx/>
                                        <a:latin typeface="Cambria Math" panose="02040503050406030204" pitchFamily="18" charset="0"/>
                                        <a:cs typeface="+mn-cs"/>
                                      </a:rPr>
                                      <m:t>41</m:t>
                                    </m:r>
                                  </m:sub>
                                </m:sSub>
                              </m:oMath>
                            </m:oMathPara>
                          </a14:m>
                          <a:endParaRPr lang="ko-KR" altLang="en-US" sz="3000" dirty="0"/>
                        </a:p>
                      </a:txBody>
                      <a:tcPr marL="86950" marR="86950" marT="43475" marB="43475" anchor="ctr">
                        <a:lnL w="12700" cmpd="sng">
                          <a:noFill/>
                        </a:lnL>
                        <a:lnR w="12700" cmpd="sng">
                          <a:noFill/>
                        </a:lnR>
                        <a:lnT w="12700" cmpd="sng">
                          <a:noFill/>
                        </a:lnT>
                        <a:lnB w="12700" cmpd="sng">
                          <a:noFill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  <a:solidFill>
                          <a:srgbClr val="F8F9FC"/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pPr algn="ctr" latinLnBrk="1"/>
                          <a14:m>
                            <m:oMathPara xmlns:m="http://schemas.openxmlformats.org/officeDocument/2006/math">
                              <m:oMath>
                                <m:sSub>
                                  <m:sSubPr>
                                    <m:ctrlPr>
                                      <a:rPr kumimoji="0" lang="en-US" altLang="ko-KR" sz="3000" b="0" i="1" u="none" strike="noStrike" kern="1200" cap="none" spc="0" normalizeH="0" baseline="0" noProof="0" smtClean="0">
                                        <a:ln>
                                          <a:noFill/>
                                        </a:ln>
                                        <a:solidFill>
                                          <a:prstClr val="black"/>
                                        </a:solidFill>
                                        <a:effectLst/>
                                        <a:uLnTx/>
                                        <a:uFillTx/>
                                        <a:latin typeface="Cambria Math" panose="02040503050406030204" pitchFamily="18" charset="0"/>
                                        <a:cs typeface="+mn-cs"/>
                                      </a:rPr>
                                    </m:ctrlPr>
                                  </m:sSubPr>
                                  <m:e>
                                    <m:r>
                                      <a:rPr kumimoji="0" lang="en-US" altLang="ko-KR" sz="3000" b="0" i="1" u="none" strike="noStrike" kern="1200" cap="none" spc="0" normalizeH="0" baseline="0" noProof="0" smtClean="0">
                                        <a:ln>
                                          <a:noFill/>
                                        </a:ln>
                                        <a:solidFill>
                                          <a:prstClr val="black"/>
                                        </a:solidFill>
                                        <a:effectLst/>
                                        <a:uLnTx/>
                                        <a:uFillTx/>
                                        <a:latin typeface="Cambria Math" panose="02040503050406030204" pitchFamily="18" charset="0"/>
                                        <a:cs typeface="+mn-cs"/>
                                      </a:rPr>
                                      <m:t>𝑔</m:t>
                                    </m:r>
                                  </m:e>
                                  <m:sub>
                                    <m:r>
                                      <a:rPr kumimoji="0" lang="en-US" altLang="ko-KR" sz="3000" b="0" i="1" u="none" strike="noStrike" kern="1200" cap="none" spc="0" normalizeH="0" baseline="0" noProof="0" smtClean="0">
                                        <a:ln>
                                          <a:noFill/>
                                        </a:ln>
                                        <a:solidFill>
                                          <a:prstClr val="black"/>
                                        </a:solidFill>
                                        <a:effectLst/>
                                        <a:uLnTx/>
                                        <a:uFillTx/>
                                        <a:latin typeface="Cambria Math" panose="02040503050406030204" pitchFamily="18" charset="0"/>
                                        <a:cs typeface="+mn-cs"/>
                                      </a:rPr>
                                      <m:t>42</m:t>
                                    </m:r>
                                  </m:sub>
                                </m:sSub>
                              </m:oMath>
                            </m:oMathPara>
                          </a14:m>
                          <a:endParaRPr lang="ko-KR" altLang="en-US" sz="3000" dirty="0"/>
                        </a:p>
                      </a:txBody>
                      <a:tcPr marL="86950" marR="86950" marT="43475" marB="43475" anchor="ctr">
                        <a:lnL w="12700" cmpd="sng">
                          <a:noFill/>
                        </a:lnL>
                        <a:lnR w="12700" cmpd="sng">
                          <a:noFill/>
                        </a:lnR>
                        <a:lnT w="12700" cmpd="sng">
                          <a:noFill/>
                        </a:lnT>
                        <a:lnB w="12700" cmpd="sng">
                          <a:noFill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  <a:solidFill>
                          <a:srgbClr val="F8F9FC"/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pPr algn="ctr" latinLnBrk="1"/>
                          <a14:m>
                            <m:oMathPara xmlns:m="http://schemas.openxmlformats.org/officeDocument/2006/math">
                              <m:oMath>
                                <m:sSub>
                                  <m:sSubPr>
                                    <m:ctrlPr>
                                      <a:rPr kumimoji="0" lang="en-US" altLang="ko-KR" sz="3000" b="0" i="1" u="none" strike="noStrike" kern="1200" cap="none" spc="0" normalizeH="0" baseline="0" noProof="0" smtClean="0">
                                        <a:ln>
                                          <a:noFill/>
                                        </a:ln>
                                        <a:solidFill>
                                          <a:prstClr val="black"/>
                                        </a:solidFill>
                                        <a:effectLst/>
                                        <a:uLnTx/>
                                        <a:uFillTx/>
                                        <a:latin typeface="Cambria Math" panose="02040503050406030204" pitchFamily="18" charset="0"/>
                                        <a:cs typeface="+mn-cs"/>
                                      </a:rPr>
                                    </m:ctrlPr>
                                  </m:sSubPr>
                                  <m:e>
                                    <m:r>
                                      <a:rPr kumimoji="0" lang="en-US" altLang="ko-KR" sz="3000" b="0" i="1" u="none" strike="noStrike" kern="1200" cap="none" spc="0" normalizeH="0" baseline="0" noProof="0" smtClean="0">
                                        <a:ln>
                                          <a:noFill/>
                                        </a:ln>
                                        <a:solidFill>
                                          <a:prstClr val="black"/>
                                        </a:solidFill>
                                        <a:effectLst/>
                                        <a:uLnTx/>
                                        <a:uFillTx/>
                                        <a:latin typeface="Cambria Math" panose="02040503050406030204" pitchFamily="18" charset="0"/>
                                        <a:cs typeface="+mn-cs"/>
                                      </a:rPr>
                                      <m:t>𝑔</m:t>
                                    </m:r>
                                  </m:e>
                                  <m:sub>
                                    <m:r>
                                      <a:rPr kumimoji="0" lang="en-US" altLang="ko-KR" sz="3000" b="0" i="1" u="none" strike="noStrike" kern="1200" cap="none" spc="0" normalizeH="0" baseline="0" noProof="0" smtClean="0">
                                        <a:ln>
                                          <a:noFill/>
                                        </a:ln>
                                        <a:solidFill>
                                          <a:prstClr val="black"/>
                                        </a:solidFill>
                                        <a:effectLst/>
                                        <a:uLnTx/>
                                        <a:uFillTx/>
                                        <a:latin typeface="Cambria Math" panose="02040503050406030204" pitchFamily="18" charset="0"/>
                                        <a:cs typeface="+mn-cs"/>
                                      </a:rPr>
                                      <m:t>43</m:t>
                                    </m:r>
                                  </m:sub>
                                </m:sSub>
                              </m:oMath>
                            </m:oMathPara>
                          </a14:m>
                          <a:endParaRPr lang="ko-KR" altLang="en-US" sz="3000" dirty="0"/>
                        </a:p>
                      </a:txBody>
                      <a:tcPr marL="86950" marR="86950" marT="43475" marB="43475" anchor="ctr">
                        <a:lnL w="12700" cmpd="sng">
                          <a:noFill/>
                        </a:lnL>
                        <a:lnR w="12700" cmpd="sng">
                          <a:noFill/>
                        </a:lnR>
                        <a:lnT w="12700" cmpd="sng">
                          <a:noFill/>
                        </a:lnT>
                        <a:lnB w="12700" cmpd="sng">
                          <a:noFill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  <a:solidFill>
                          <a:srgbClr val="F8F9FC"/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pPr algn="ctr" latinLnBrk="1"/>
                          <a14:m>
                            <m:oMathPara xmlns:m="http://schemas.openxmlformats.org/officeDocument/2006/math">
                              <m:oMath>
                                <m:sSub>
                                  <m:sSubPr>
                                    <m:ctrlPr>
                                      <a:rPr kumimoji="0" lang="en-US" altLang="ko-KR" sz="3000" b="0" i="1" u="none" strike="noStrike" kern="1200" cap="none" spc="0" normalizeH="0" baseline="0" noProof="0" smtClean="0">
                                        <a:ln>
                                          <a:noFill/>
                                        </a:ln>
                                        <a:solidFill>
                                          <a:prstClr val="black"/>
                                        </a:solidFill>
                                        <a:effectLst/>
                                        <a:uLnTx/>
                                        <a:uFillTx/>
                                        <a:latin typeface="Cambria Math" panose="02040503050406030204" pitchFamily="18" charset="0"/>
                                        <a:cs typeface="+mn-cs"/>
                                      </a:rPr>
                                    </m:ctrlPr>
                                  </m:sSubPr>
                                  <m:e>
                                    <m:r>
                                      <a:rPr kumimoji="0" lang="en-US" altLang="ko-KR" sz="3000" b="0" i="1" u="none" strike="noStrike" kern="1200" cap="none" spc="0" normalizeH="0" baseline="0" noProof="0" smtClean="0">
                                        <a:ln>
                                          <a:noFill/>
                                        </a:ln>
                                        <a:solidFill>
                                          <a:prstClr val="black"/>
                                        </a:solidFill>
                                        <a:effectLst/>
                                        <a:uLnTx/>
                                        <a:uFillTx/>
                                        <a:latin typeface="Cambria Math" panose="02040503050406030204" pitchFamily="18" charset="0"/>
                                        <a:cs typeface="+mn-cs"/>
                                      </a:rPr>
                                      <m:t>𝑔</m:t>
                                    </m:r>
                                  </m:e>
                                  <m:sub>
                                    <m:r>
                                      <a:rPr kumimoji="0" lang="en-US" altLang="ko-KR" sz="3000" b="0" i="1" u="none" strike="noStrike" kern="1200" cap="none" spc="0" normalizeH="0" baseline="0" noProof="0" smtClean="0">
                                        <a:ln>
                                          <a:noFill/>
                                        </a:ln>
                                        <a:solidFill>
                                          <a:prstClr val="black"/>
                                        </a:solidFill>
                                        <a:effectLst/>
                                        <a:uLnTx/>
                                        <a:uFillTx/>
                                        <a:latin typeface="Cambria Math" panose="02040503050406030204" pitchFamily="18" charset="0"/>
                                        <a:cs typeface="+mn-cs"/>
                                      </a:rPr>
                                      <m:t>44</m:t>
                                    </m:r>
                                  </m:sub>
                                </m:sSub>
                              </m:oMath>
                            </m:oMathPara>
                          </a14:m>
                          <a:endParaRPr lang="ko-KR" altLang="en-US" sz="3000" dirty="0"/>
                        </a:p>
                      </a:txBody>
                      <a:tcPr marL="86950" marR="86950" marT="43475" marB="43475" anchor="ctr">
                        <a:lnL w="12700" cmpd="sng">
                          <a:noFill/>
                        </a:lnL>
                        <a:lnR w="12700" cmpd="sng">
                          <a:noFill/>
                        </a:lnR>
                        <a:lnT w="12700" cmpd="sng">
                          <a:noFill/>
                        </a:lnT>
                        <a:lnB w="12700" cmpd="sng">
                          <a:noFill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  <a:solidFill>
                          <a:srgbClr val="F8F9FC"/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pPr algn="ctr" latinLnBrk="1"/>
                          <a14:m>
                            <m:oMathPara xmlns:m="http://schemas.openxmlformats.org/officeDocument/2006/math">
                              <m:oMath>
                                <m:sSub>
                                  <m:sSubPr>
                                    <m:ctrlPr>
                                      <a:rPr kumimoji="0" lang="en-US" altLang="ko-KR" sz="3000" b="0" i="1" u="none" strike="noStrike" kern="1200" cap="none" spc="0" normalizeH="0" baseline="0" noProof="0" smtClean="0">
                                        <a:ln>
                                          <a:noFill/>
                                        </a:ln>
                                        <a:solidFill>
                                          <a:prstClr val="black"/>
                                        </a:solidFill>
                                        <a:effectLst/>
                                        <a:uLnTx/>
                                        <a:uFillTx/>
                                        <a:latin typeface="Cambria Math" panose="02040503050406030204" pitchFamily="18" charset="0"/>
                                        <a:cs typeface="+mn-cs"/>
                                      </a:rPr>
                                    </m:ctrlPr>
                                  </m:sSubPr>
                                  <m:e>
                                    <m:r>
                                      <a:rPr kumimoji="0" lang="en-US" altLang="ko-KR" sz="3000" b="0" i="1" u="none" strike="noStrike" kern="1200" cap="none" spc="0" normalizeH="0" baseline="0" noProof="0" smtClean="0">
                                        <a:ln>
                                          <a:noFill/>
                                        </a:ln>
                                        <a:solidFill>
                                          <a:prstClr val="black"/>
                                        </a:solidFill>
                                        <a:effectLst/>
                                        <a:uLnTx/>
                                        <a:uFillTx/>
                                        <a:latin typeface="Cambria Math" panose="02040503050406030204" pitchFamily="18" charset="0"/>
                                        <a:cs typeface="+mn-cs"/>
                                      </a:rPr>
                                      <m:t>𝑔</m:t>
                                    </m:r>
                                  </m:e>
                                  <m:sub>
                                    <m:r>
                                      <a:rPr kumimoji="0" lang="en-US" altLang="ko-KR" sz="3000" b="0" i="1" u="none" strike="noStrike" kern="1200" cap="none" spc="0" normalizeH="0" baseline="0" noProof="0" smtClean="0">
                                        <a:ln>
                                          <a:noFill/>
                                        </a:ln>
                                        <a:solidFill>
                                          <a:prstClr val="black"/>
                                        </a:solidFill>
                                        <a:effectLst/>
                                        <a:uLnTx/>
                                        <a:uFillTx/>
                                        <a:latin typeface="Cambria Math" panose="02040503050406030204" pitchFamily="18" charset="0"/>
                                        <a:cs typeface="+mn-cs"/>
                                      </a:rPr>
                                      <m:t>45</m:t>
                                    </m:r>
                                  </m:sub>
                                </m:sSub>
                              </m:oMath>
                            </m:oMathPara>
                          </a14:m>
                          <a:endParaRPr lang="ko-KR" altLang="en-US" sz="3000" dirty="0"/>
                        </a:p>
                      </a:txBody>
                      <a:tcPr marL="86950" marR="86950" marT="43475" marB="43475" anchor="ctr">
                        <a:lnL w="12700" cmpd="sng">
                          <a:noFill/>
                        </a:lnL>
                        <a:lnR w="12700" cmpd="sng">
                          <a:noFill/>
                        </a:lnR>
                        <a:lnT w="12700" cmpd="sng">
                          <a:noFill/>
                        </a:lnT>
                        <a:lnB w="12700" cmpd="sng">
                          <a:noFill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  <a:solidFill>
                          <a:srgbClr val="F8F9FC"/>
                        </a:solidFill>
                      </a:tcPr>
                    </a:tc>
                    <a:extLst>
                      <a:ext uri="{0D108BD9-81ED-4DB2-BD59-A6C34878D82A}">
                        <a16:rowId xmlns:a16="http://schemas.microsoft.com/office/drawing/2014/main" val="670153430"/>
                      </a:ext>
                    </a:extLst>
                  </a:tr>
                  <a:tr h="963297">
                    <a:tc>
                      <a:txBody>
                        <a:bodyPr/>
                        <a:lstStyle/>
                        <a:p>
                          <a:pPr algn="ctr" latinLnBrk="1"/>
                          <a14:m>
                            <m:oMathPara xmlns:m="http://schemas.openxmlformats.org/officeDocument/2006/math">
                              <m:oMath>
                                <m:sSub>
                                  <m:sSubPr>
                                    <m:ctrlPr>
                                      <a:rPr kumimoji="0" lang="en-US" altLang="ko-KR" sz="3000" b="0" i="1" u="none" strike="noStrike" kern="1200" cap="none" spc="0" normalizeH="0" baseline="0" noProof="0" smtClean="0">
                                        <a:ln>
                                          <a:noFill/>
                                        </a:ln>
                                        <a:solidFill>
                                          <a:prstClr val="black"/>
                                        </a:solidFill>
                                        <a:effectLst/>
                                        <a:uLnTx/>
                                        <a:uFillTx/>
                                        <a:latin typeface="Cambria Math" panose="02040503050406030204" pitchFamily="18" charset="0"/>
                                        <a:cs typeface="+mn-cs"/>
                                      </a:rPr>
                                    </m:ctrlPr>
                                  </m:sSubPr>
                                  <m:e>
                                    <m:r>
                                      <a:rPr kumimoji="0" lang="en-US" altLang="ko-KR" sz="3000" b="0" i="1" u="none" strike="noStrike" kern="1200" cap="none" spc="0" normalizeH="0" baseline="0" noProof="0" smtClean="0">
                                        <a:ln>
                                          <a:noFill/>
                                        </a:ln>
                                        <a:solidFill>
                                          <a:prstClr val="black"/>
                                        </a:solidFill>
                                        <a:effectLst/>
                                        <a:uLnTx/>
                                        <a:uFillTx/>
                                        <a:latin typeface="Cambria Math" panose="02040503050406030204" pitchFamily="18" charset="0"/>
                                        <a:cs typeface="+mn-cs"/>
                                      </a:rPr>
                                      <m:t>𝑔</m:t>
                                    </m:r>
                                  </m:e>
                                  <m:sub>
                                    <m:r>
                                      <a:rPr kumimoji="0" lang="en-US" altLang="ko-KR" sz="3000" b="0" i="1" u="none" strike="noStrike" kern="1200" cap="none" spc="0" normalizeH="0" baseline="0" noProof="0" smtClean="0">
                                        <a:ln>
                                          <a:noFill/>
                                        </a:ln>
                                        <a:solidFill>
                                          <a:prstClr val="black"/>
                                        </a:solidFill>
                                        <a:effectLst/>
                                        <a:uLnTx/>
                                        <a:uFillTx/>
                                        <a:latin typeface="Cambria Math" panose="02040503050406030204" pitchFamily="18" charset="0"/>
                                        <a:cs typeface="+mn-cs"/>
                                      </a:rPr>
                                      <m:t>50</m:t>
                                    </m:r>
                                  </m:sub>
                                </m:sSub>
                              </m:oMath>
                            </m:oMathPara>
                          </a14:m>
                          <a:endParaRPr lang="ko-KR" altLang="en-US" sz="3000" dirty="0"/>
                        </a:p>
                      </a:txBody>
                      <a:tcPr marL="86950" marR="86950" marT="43475" marB="43475" anchor="ctr">
                        <a:lnL w="12700" cmpd="sng">
                          <a:noFill/>
                        </a:lnL>
                        <a:lnR w="12700" cmpd="sng">
                          <a:noFill/>
                        </a:lnR>
                        <a:lnT w="12700" cmpd="sng">
                          <a:noFill/>
                        </a:lnT>
                        <a:lnB w="12700" cmpd="sng">
                          <a:noFill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  <a:solidFill>
                          <a:srgbClr val="F8F9FC"/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pPr algn="ctr" latinLnBrk="1"/>
                          <a14:m>
                            <m:oMathPara xmlns:m="http://schemas.openxmlformats.org/officeDocument/2006/math">
                              <m:oMath>
                                <m:sSub>
                                  <m:sSubPr>
                                    <m:ctrlPr>
                                      <a:rPr kumimoji="0" lang="en-US" altLang="ko-KR" sz="3000" b="0" i="1" u="none" strike="noStrike" kern="1200" cap="none" spc="0" normalizeH="0" baseline="0" noProof="0" smtClean="0">
                                        <a:ln>
                                          <a:noFill/>
                                        </a:ln>
                                        <a:solidFill>
                                          <a:prstClr val="black"/>
                                        </a:solidFill>
                                        <a:effectLst/>
                                        <a:uLnTx/>
                                        <a:uFillTx/>
                                        <a:latin typeface="Cambria Math" panose="02040503050406030204" pitchFamily="18" charset="0"/>
                                        <a:cs typeface="+mn-cs"/>
                                      </a:rPr>
                                    </m:ctrlPr>
                                  </m:sSubPr>
                                  <m:e>
                                    <m:r>
                                      <a:rPr kumimoji="0" lang="en-US" altLang="ko-KR" sz="3000" b="0" i="1" u="none" strike="noStrike" kern="1200" cap="none" spc="0" normalizeH="0" baseline="0" noProof="0" smtClean="0">
                                        <a:ln>
                                          <a:noFill/>
                                        </a:ln>
                                        <a:solidFill>
                                          <a:prstClr val="black"/>
                                        </a:solidFill>
                                        <a:effectLst/>
                                        <a:uLnTx/>
                                        <a:uFillTx/>
                                        <a:latin typeface="Cambria Math" panose="02040503050406030204" pitchFamily="18" charset="0"/>
                                        <a:cs typeface="+mn-cs"/>
                                      </a:rPr>
                                      <m:t>𝑔</m:t>
                                    </m:r>
                                  </m:e>
                                  <m:sub>
                                    <m:r>
                                      <a:rPr kumimoji="0" lang="en-US" altLang="ko-KR" sz="3000" b="0" i="1" u="none" strike="noStrike" kern="1200" cap="none" spc="0" normalizeH="0" baseline="0" noProof="0" smtClean="0">
                                        <a:ln>
                                          <a:noFill/>
                                        </a:ln>
                                        <a:solidFill>
                                          <a:prstClr val="black"/>
                                        </a:solidFill>
                                        <a:effectLst/>
                                        <a:uLnTx/>
                                        <a:uFillTx/>
                                        <a:latin typeface="Cambria Math" panose="02040503050406030204" pitchFamily="18" charset="0"/>
                                        <a:cs typeface="+mn-cs"/>
                                      </a:rPr>
                                      <m:t>51</m:t>
                                    </m:r>
                                  </m:sub>
                                </m:sSub>
                              </m:oMath>
                            </m:oMathPara>
                          </a14:m>
                          <a:endParaRPr lang="ko-KR" altLang="en-US" sz="3000" dirty="0"/>
                        </a:p>
                      </a:txBody>
                      <a:tcPr marL="86950" marR="86950" marT="43475" marB="43475" anchor="ctr">
                        <a:lnL w="12700" cmpd="sng">
                          <a:noFill/>
                        </a:lnL>
                        <a:lnR w="12700" cmpd="sng">
                          <a:noFill/>
                        </a:lnR>
                        <a:lnT w="12700" cmpd="sng">
                          <a:noFill/>
                        </a:lnT>
                        <a:lnB w="12700" cmpd="sng">
                          <a:noFill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  <a:solidFill>
                          <a:srgbClr val="F8F9FC"/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pPr algn="ctr" latinLnBrk="1"/>
                          <a14:m>
                            <m:oMathPara xmlns:m="http://schemas.openxmlformats.org/officeDocument/2006/math">
                              <m:oMath>
                                <m:sSub>
                                  <m:sSubPr>
                                    <m:ctrlPr>
                                      <a:rPr kumimoji="0" lang="en-US" altLang="ko-KR" sz="3000" b="0" i="1" u="none" strike="noStrike" kern="1200" cap="none" spc="0" normalizeH="0" baseline="0" noProof="0" smtClean="0">
                                        <a:ln>
                                          <a:noFill/>
                                        </a:ln>
                                        <a:solidFill>
                                          <a:prstClr val="black"/>
                                        </a:solidFill>
                                        <a:effectLst/>
                                        <a:uLnTx/>
                                        <a:uFillTx/>
                                        <a:latin typeface="Cambria Math" panose="02040503050406030204" pitchFamily="18" charset="0"/>
                                        <a:cs typeface="+mn-cs"/>
                                      </a:rPr>
                                    </m:ctrlPr>
                                  </m:sSubPr>
                                  <m:e>
                                    <m:r>
                                      <a:rPr kumimoji="0" lang="en-US" altLang="ko-KR" sz="3000" b="0" i="1" u="none" strike="noStrike" kern="1200" cap="none" spc="0" normalizeH="0" baseline="0" noProof="0" smtClean="0">
                                        <a:ln>
                                          <a:noFill/>
                                        </a:ln>
                                        <a:solidFill>
                                          <a:prstClr val="black"/>
                                        </a:solidFill>
                                        <a:effectLst/>
                                        <a:uLnTx/>
                                        <a:uFillTx/>
                                        <a:latin typeface="Cambria Math" panose="02040503050406030204" pitchFamily="18" charset="0"/>
                                        <a:cs typeface="+mn-cs"/>
                                      </a:rPr>
                                      <m:t>𝑔</m:t>
                                    </m:r>
                                  </m:e>
                                  <m:sub>
                                    <m:r>
                                      <a:rPr kumimoji="0" lang="en-US" altLang="ko-KR" sz="3000" b="0" i="1" u="none" strike="noStrike" kern="1200" cap="none" spc="0" normalizeH="0" baseline="0" noProof="0" smtClean="0">
                                        <a:ln>
                                          <a:noFill/>
                                        </a:ln>
                                        <a:solidFill>
                                          <a:prstClr val="black"/>
                                        </a:solidFill>
                                        <a:effectLst/>
                                        <a:uLnTx/>
                                        <a:uFillTx/>
                                        <a:latin typeface="Cambria Math" panose="02040503050406030204" pitchFamily="18" charset="0"/>
                                        <a:cs typeface="+mn-cs"/>
                                      </a:rPr>
                                      <m:t>52</m:t>
                                    </m:r>
                                  </m:sub>
                                </m:sSub>
                              </m:oMath>
                            </m:oMathPara>
                          </a14:m>
                          <a:endParaRPr lang="ko-KR" altLang="en-US" sz="3000" dirty="0"/>
                        </a:p>
                      </a:txBody>
                      <a:tcPr marL="86950" marR="86950" marT="43475" marB="43475" anchor="ctr">
                        <a:lnL w="12700" cmpd="sng">
                          <a:noFill/>
                        </a:lnL>
                        <a:lnR w="12700" cmpd="sng">
                          <a:noFill/>
                        </a:lnR>
                        <a:lnT w="12700" cmpd="sng">
                          <a:noFill/>
                        </a:lnT>
                        <a:lnB w="12700" cmpd="sng">
                          <a:noFill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  <a:solidFill>
                          <a:srgbClr val="F8F9FC"/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pPr algn="ctr" latinLnBrk="1"/>
                          <a14:m>
                            <m:oMathPara xmlns:m="http://schemas.openxmlformats.org/officeDocument/2006/math">
                              <m:oMath>
                                <m:sSub>
                                  <m:sSubPr>
                                    <m:ctrlPr>
                                      <a:rPr kumimoji="0" lang="en-US" altLang="ko-KR" sz="3000" b="0" i="1" u="none" strike="noStrike" kern="1200" cap="none" spc="0" normalizeH="0" baseline="0" noProof="0" smtClean="0">
                                        <a:ln>
                                          <a:noFill/>
                                        </a:ln>
                                        <a:solidFill>
                                          <a:prstClr val="black"/>
                                        </a:solidFill>
                                        <a:effectLst/>
                                        <a:uLnTx/>
                                        <a:uFillTx/>
                                        <a:latin typeface="Cambria Math" panose="02040503050406030204" pitchFamily="18" charset="0"/>
                                        <a:cs typeface="+mn-cs"/>
                                      </a:rPr>
                                    </m:ctrlPr>
                                  </m:sSubPr>
                                  <m:e>
                                    <m:r>
                                      <a:rPr kumimoji="0" lang="en-US" altLang="ko-KR" sz="3000" b="0" i="1" u="none" strike="noStrike" kern="1200" cap="none" spc="0" normalizeH="0" baseline="0" noProof="0" smtClean="0">
                                        <a:ln>
                                          <a:noFill/>
                                        </a:ln>
                                        <a:solidFill>
                                          <a:prstClr val="black"/>
                                        </a:solidFill>
                                        <a:effectLst/>
                                        <a:uLnTx/>
                                        <a:uFillTx/>
                                        <a:latin typeface="Cambria Math" panose="02040503050406030204" pitchFamily="18" charset="0"/>
                                        <a:cs typeface="+mn-cs"/>
                                      </a:rPr>
                                      <m:t>𝑔</m:t>
                                    </m:r>
                                  </m:e>
                                  <m:sub>
                                    <m:r>
                                      <a:rPr kumimoji="0" lang="en-US" altLang="ko-KR" sz="3000" b="0" i="1" u="none" strike="noStrike" kern="1200" cap="none" spc="0" normalizeH="0" baseline="0" noProof="0" smtClean="0">
                                        <a:ln>
                                          <a:noFill/>
                                        </a:ln>
                                        <a:solidFill>
                                          <a:prstClr val="black"/>
                                        </a:solidFill>
                                        <a:effectLst/>
                                        <a:uLnTx/>
                                        <a:uFillTx/>
                                        <a:latin typeface="Cambria Math" panose="02040503050406030204" pitchFamily="18" charset="0"/>
                                        <a:cs typeface="+mn-cs"/>
                                      </a:rPr>
                                      <m:t>53</m:t>
                                    </m:r>
                                  </m:sub>
                                </m:sSub>
                              </m:oMath>
                            </m:oMathPara>
                          </a14:m>
                          <a:endParaRPr lang="ko-KR" altLang="en-US" sz="3000" dirty="0"/>
                        </a:p>
                      </a:txBody>
                      <a:tcPr marL="86950" marR="86950" marT="43475" marB="43475" anchor="ctr">
                        <a:lnL w="12700" cmpd="sng">
                          <a:noFill/>
                        </a:lnL>
                        <a:lnR w="12700" cmpd="sng">
                          <a:noFill/>
                        </a:lnR>
                        <a:lnT w="12700" cmpd="sng">
                          <a:noFill/>
                        </a:lnT>
                        <a:lnB w="12700" cmpd="sng">
                          <a:noFill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  <a:solidFill>
                          <a:srgbClr val="F8F9FC"/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pPr algn="ctr" latinLnBrk="1"/>
                          <a14:m>
                            <m:oMathPara xmlns:m="http://schemas.openxmlformats.org/officeDocument/2006/math">
                              <m:oMath>
                                <m:sSub>
                                  <m:sSubPr>
                                    <m:ctrlPr>
                                      <a:rPr kumimoji="0" lang="en-US" altLang="ko-KR" sz="3000" b="0" i="1" u="none" strike="noStrike" kern="1200" cap="none" spc="0" normalizeH="0" baseline="0" noProof="0" smtClean="0">
                                        <a:ln>
                                          <a:noFill/>
                                        </a:ln>
                                        <a:solidFill>
                                          <a:prstClr val="black"/>
                                        </a:solidFill>
                                        <a:effectLst/>
                                        <a:uLnTx/>
                                        <a:uFillTx/>
                                        <a:latin typeface="Cambria Math" panose="02040503050406030204" pitchFamily="18" charset="0"/>
                                        <a:cs typeface="+mn-cs"/>
                                      </a:rPr>
                                    </m:ctrlPr>
                                  </m:sSubPr>
                                  <m:e>
                                    <m:r>
                                      <a:rPr kumimoji="0" lang="en-US" altLang="ko-KR" sz="3000" b="0" i="1" u="none" strike="noStrike" kern="1200" cap="none" spc="0" normalizeH="0" baseline="0" noProof="0" smtClean="0">
                                        <a:ln>
                                          <a:noFill/>
                                        </a:ln>
                                        <a:solidFill>
                                          <a:prstClr val="black"/>
                                        </a:solidFill>
                                        <a:effectLst/>
                                        <a:uLnTx/>
                                        <a:uFillTx/>
                                        <a:latin typeface="Cambria Math" panose="02040503050406030204" pitchFamily="18" charset="0"/>
                                        <a:cs typeface="+mn-cs"/>
                                      </a:rPr>
                                      <m:t>𝑔</m:t>
                                    </m:r>
                                  </m:e>
                                  <m:sub>
                                    <m:r>
                                      <a:rPr kumimoji="0" lang="en-US" altLang="ko-KR" sz="3000" b="0" i="1" u="none" strike="noStrike" kern="1200" cap="none" spc="0" normalizeH="0" baseline="0" noProof="0" smtClean="0">
                                        <a:ln>
                                          <a:noFill/>
                                        </a:ln>
                                        <a:solidFill>
                                          <a:prstClr val="black"/>
                                        </a:solidFill>
                                        <a:effectLst/>
                                        <a:uLnTx/>
                                        <a:uFillTx/>
                                        <a:latin typeface="Cambria Math" panose="02040503050406030204" pitchFamily="18" charset="0"/>
                                        <a:cs typeface="+mn-cs"/>
                                      </a:rPr>
                                      <m:t>54</m:t>
                                    </m:r>
                                  </m:sub>
                                </m:sSub>
                              </m:oMath>
                            </m:oMathPara>
                          </a14:m>
                          <a:endParaRPr lang="ko-KR" altLang="en-US" sz="3000" dirty="0"/>
                        </a:p>
                      </a:txBody>
                      <a:tcPr marL="86950" marR="86950" marT="43475" marB="43475" anchor="ctr">
                        <a:lnL w="12700" cmpd="sng">
                          <a:noFill/>
                        </a:lnL>
                        <a:lnR w="12700" cmpd="sng">
                          <a:noFill/>
                        </a:lnR>
                        <a:lnT w="12700" cmpd="sng">
                          <a:noFill/>
                        </a:lnT>
                        <a:lnB w="12700" cmpd="sng">
                          <a:noFill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  <a:solidFill>
                          <a:srgbClr val="F8F9FC"/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pPr algn="ctr" latinLnBrk="1"/>
                          <a14:m>
                            <m:oMathPara xmlns:m="http://schemas.openxmlformats.org/officeDocument/2006/math">
                              <m:oMath>
                                <m:sSub>
                                  <m:sSubPr>
                                    <m:ctrlPr>
                                      <a:rPr kumimoji="0" lang="en-US" altLang="ko-KR" sz="3000" b="0" i="1" u="none" strike="noStrike" kern="1200" cap="none" spc="0" normalizeH="0" baseline="0" noProof="0" smtClean="0">
                                        <a:ln>
                                          <a:noFill/>
                                        </a:ln>
                                        <a:solidFill>
                                          <a:prstClr val="black"/>
                                        </a:solidFill>
                                        <a:effectLst/>
                                        <a:uLnTx/>
                                        <a:uFillTx/>
                                        <a:latin typeface="Cambria Math" panose="02040503050406030204" pitchFamily="18" charset="0"/>
                                        <a:cs typeface="+mn-cs"/>
                                      </a:rPr>
                                    </m:ctrlPr>
                                  </m:sSubPr>
                                  <m:e>
                                    <m:r>
                                      <a:rPr kumimoji="0" lang="en-US" altLang="ko-KR" sz="3000" b="0" i="1" u="none" strike="noStrike" kern="1200" cap="none" spc="0" normalizeH="0" baseline="0" noProof="0" smtClean="0">
                                        <a:ln>
                                          <a:noFill/>
                                        </a:ln>
                                        <a:solidFill>
                                          <a:prstClr val="black"/>
                                        </a:solidFill>
                                        <a:effectLst/>
                                        <a:uLnTx/>
                                        <a:uFillTx/>
                                        <a:latin typeface="Cambria Math" panose="02040503050406030204" pitchFamily="18" charset="0"/>
                                        <a:cs typeface="+mn-cs"/>
                                      </a:rPr>
                                      <m:t>𝑔</m:t>
                                    </m:r>
                                  </m:e>
                                  <m:sub>
                                    <m:r>
                                      <a:rPr kumimoji="0" lang="en-US" altLang="ko-KR" sz="3000" b="0" i="1" u="none" strike="noStrike" kern="1200" cap="none" spc="0" normalizeH="0" baseline="0" noProof="0" smtClean="0">
                                        <a:ln>
                                          <a:noFill/>
                                        </a:ln>
                                        <a:solidFill>
                                          <a:prstClr val="black"/>
                                        </a:solidFill>
                                        <a:effectLst/>
                                        <a:uLnTx/>
                                        <a:uFillTx/>
                                        <a:latin typeface="Cambria Math" panose="02040503050406030204" pitchFamily="18" charset="0"/>
                                        <a:cs typeface="+mn-cs"/>
                                      </a:rPr>
                                      <m:t>55</m:t>
                                    </m:r>
                                  </m:sub>
                                </m:sSub>
                              </m:oMath>
                            </m:oMathPara>
                          </a14:m>
                          <a:endParaRPr lang="ko-KR" altLang="en-US" sz="3000" dirty="0"/>
                        </a:p>
                      </a:txBody>
                      <a:tcPr marL="86950" marR="86950" marT="43475" marB="43475" anchor="ctr">
                        <a:lnL w="12700" cmpd="sng">
                          <a:noFill/>
                        </a:lnL>
                        <a:lnR w="12700" cmpd="sng">
                          <a:noFill/>
                        </a:lnR>
                        <a:lnT w="12700" cmpd="sng">
                          <a:noFill/>
                        </a:lnT>
                        <a:lnB w="12700" cmpd="sng">
                          <a:noFill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  <a:solidFill>
                          <a:srgbClr val="F8F9FC"/>
                        </a:solidFill>
                      </a:tcPr>
                    </a:tc>
                    <a:extLst>
                      <a:ext uri="{0D108BD9-81ED-4DB2-BD59-A6C34878D82A}">
                        <a16:rowId xmlns:a16="http://schemas.microsoft.com/office/drawing/2014/main" val="420736974"/>
                      </a:ext>
                    </a:extLst>
                  </a:tr>
                </a:tbl>
              </a:graphicData>
            </a:graphic>
          </p:graphicFrame>
        </mc:Choice>
        <mc:Fallback xmlns="">
          <p:graphicFrame>
            <p:nvGraphicFramePr>
              <p:cNvPr id="7" name="표 6">
                <a:extLst>
                  <a:ext uri="{FF2B5EF4-FFF2-40B4-BE49-F238E27FC236}">
                    <a16:creationId xmlns:a16="http://schemas.microsoft.com/office/drawing/2014/main" id="{151FDD4D-6169-13D4-BD42-E81C5D3FC67E}"/>
                  </a:ext>
                </a:extLst>
              </p:cNvPr>
              <p:cNvGraphicFramePr>
                <a:graphicFrameLocks noGrp="1"/>
              </p:cNvGraphicFramePr>
              <p:nvPr/>
            </p:nvGraphicFramePr>
            <p:xfrm>
              <a:off x="4149634" y="783772"/>
              <a:ext cx="5858166" cy="5779782"/>
            </p:xfrm>
            <a:graphic>
              <a:graphicData uri="http://schemas.openxmlformats.org/drawingml/2006/table">
                <a:tbl>
                  <a:tblPr firstRow="1" bandRow="1">
                    <a:tableStyleId>{5C22544A-7EE6-4342-B048-85BDC9FD1C3A}</a:tableStyleId>
                  </a:tblPr>
                  <a:tblGrid>
                    <a:gridCol w="976361">
                      <a:extLst>
                        <a:ext uri="{9D8B030D-6E8A-4147-A177-3AD203B41FA5}">
                          <a16:colId xmlns:a16="http://schemas.microsoft.com/office/drawing/2014/main" val="1869280964"/>
                        </a:ext>
                      </a:extLst>
                    </a:gridCol>
                    <a:gridCol w="976361">
                      <a:extLst>
                        <a:ext uri="{9D8B030D-6E8A-4147-A177-3AD203B41FA5}">
                          <a16:colId xmlns:a16="http://schemas.microsoft.com/office/drawing/2014/main" val="2322392675"/>
                        </a:ext>
                      </a:extLst>
                    </a:gridCol>
                    <a:gridCol w="976361">
                      <a:extLst>
                        <a:ext uri="{9D8B030D-6E8A-4147-A177-3AD203B41FA5}">
                          <a16:colId xmlns:a16="http://schemas.microsoft.com/office/drawing/2014/main" val="2012919836"/>
                        </a:ext>
                      </a:extLst>
                    </a:gridCol>
                    <a:gridCol w="976361">
                      <a:extLst>
                        <a:ext uri="{9D8B030D-6E8A-4147-A177-3AD203B41FA5}">
                          <a16:colId xmlns:a16="http://schemas.microsoft.com/office/drawing/2014/main" val="3166245656"/>
                        </a:ext>
                      </a:extLst>
                    </a:gridCol>
                    <a:gridCol w="976361">
                      <a:extLst>
                        <a:ext uri="{9D8B030D-6E8A-4147-A177-3AD203B41FA5}">
                          <a16:colId xmlns:a16="http://schemas.microsoft.com/office/drawing/2014/main" val="2754483447"/>
                        </a:ext>
                      </a:extLst>
                    </a:gridCol>
                    <a:gridCol w="976361">
                      <a:extLst>
                        <a:ext uri="{9D8B030D-6E8A-4147-A177-3AD203B41FA5}">
                          <a16:colId xmlns:a16="http://schemas.microsoft.com/office/drawing/2014/main" val="1259960200"/>
                        </a:ext>
                      </a:extLst>
                    </a:gridCol>
                  </a:tblGrid>
                  <a:tr h="963297">
                    <a:tc>
                      <a:txBody>
                        <a:bodyPr/>
                        <a:lstStyle/>
                        <a:p>
                          <a:endParaRPr lang="ko-KR"/>
                        </a:p>
                      </a:txBody>
                      <a:tcPr anchor="ctr">
                        <a:lnL w="12700" cmpd="sng">
                          <a:noFill/>
                        </a:lnL>
                        <a:lnR w="12700" cmpd="sng">
                          <a:noFill/>
                        </a:lnR>
                        <a:lnT w="12700" cmpd="sng">
                          <a:noFill/>
                        </a:lnT>
                        <a:lnB w="38100" cmpd="sng">
                          <a:noFill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  <a:blipFill>
                          <a:blip r:embed="rId4"/>
                          <a:stretch>
                            <a:fillRect r="-501250" b="-500633"/>
                          </a:stretch>
                        </a:blipFill>
                      </a:tcPr>
                    </a:tc>
                    <a:tc>
                      <a:txBody>
                        <a:bodyPr/>
                        <a:lstStyle/>
                        <a:p>
                          <a:endParaRPr lang="ko-KR"/>
                        </a:p>
                      </a:txBody>
                      <a:tcPr anchor="ctr">
                        <a:lnL w="12700" cmpd="sng">
                          <a:noFill/>
                        </a:lnL>
                        <a:lnR w="12700" cmpd="sng">
                          <a:noFill/>
                        </a:lnR>
                        <a:lnT w="12700" cmpd="sng">
                          <a:noFill/>
                        </a:lnT>
                        <a:lnB w="38100" cmpd="sng">
                          <a:noFill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  <a:blipFill>
                          <a:blip r:embed="rId4"/>
                          <a:stretch>
                            <a:fillRect l="-99379" r="-398137" b="-500633"/>
                          </a:stretch>
                        </a:blipFill>
                      </a:tcPr>
                    </a:tc>
                    <a:tc>
                      <a:txBody>
                        <a:bodyPr/>
                        <a:lstStyle/>
                        <a:p>
                          <a:endParaRPr lang="ko-KR"/>
                        </a:p>
                      </a:txBody>
                      <a:tcPr anchor="ctr">
                        <a:lnL w="12700" cmpd="sng">
                          <a:noFill/>
                        </a:lnL>
                        <a:lnR w="12700" cmpd="sng">
                          <a:noFill/>
                        </a:lnR>
                        <a:lnT w="12700" cmpd="sng">
                          <a:noFill/>
                        </a:lnT>
                        <a:lnB w="38100" cmpd="sng">
                          <a:noFill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  <a:blipFill>
                          <a:blip r:embed="rId4"/>
                          <a:stretch>
                            <a:fillRect l="-200625" r="-300625" b="-500633"/>
                          </a:stretch>
                        </a:blipFill>
                      </a:tcPr>
                    </a:tc>
                    <a:tc>
                      <a:txBody>
                        <a:bodyPr/>
                        <a:lstStyle/>
                        <a:p>
                          <a:endParaRPr lang="ko-KR"/>
                        </a:p>
                      </a:txBody>
                      <a:tcPr anchor="ctr">
                        <a:lnL w="12700" cmpd="sng">
                          <a:noFill/>
                        </a:lnL>
                        <a:lnR w="12700" cmpd="sng">
                          <a:noFill/>
                        </a:lnR>
                        <a:lnT w="12700" cmpd="sng">
                          <a:noFill/>
                        </a:lnT>
                        <a:lnB w="38100" cmpd="sng">
                          <a:noFill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  <a:blipFill>
                          <a:blip r:embed="rId4"/>
                          <a:stretch>
                            <a:fillRect l="-300625" r="-200625" b="-500633"/>
                          </a:stretch>
                        </a:blipFill>
                      </a:tcPr>
                    </a:tc>
                    <a:tc>
                      <a:txBody>
                        <a:bodyPr/>
                        <a:lstStyle/>
                        <a:p>
                          <a:endParaRPr lang="ko-KR"/>
                        </a:p>
                      </a:txBody>
                      <a:tcPr anchor="ctr">
                        <a:lnL w="12700" cmpd="sng">
                          <a:noFill/>
                        </a:lnL>
                        <a:lnR w="12700" cmpd="sng">
                          <a:noFill/>
                        </a:lnR>
                        <a:lnT w="12700" cmpd="sng">
                          <a:noFill/>
                        </a:lnT>
                        <a:lnB w="38100" cmpd="sng">
                          <a:noFill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  <a:blipFill>
                          <a:blip r:embed="rId4"/>
                          <a:stretch>
                            <a:fillRect l="-398137" r="-99379" b="-500633"/>
                          </a:stretch>
                        </a:blipFill>
                      </a:tcPr>
                    </a:tc>
                    <a:tc>
                      <a:txBody>
                        <a:bodyPr/>
                        <a:lstStyle/>
                        <a:p>
                          <a:endParaRPr lang="ko-KR"/>
                        </a:p>
                      </a:txBody>
                      <a:tcPr anchor="ctr">
                        <a:lnL w="12700" cmpd="sng">
                          <a:noFill/>
                        </a:lnL>
                        <a:lnR w="12700" cmpd="sng">
                          <a:noFill/>
                        </a:lnR>
                        <a:lnT w="12700" cmpd="sng">
                          <a:noFill/>
                        </a:lnT>
                        <a:lnB w="38100" cmpd="sng">
                          <a:noFill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  <a:blipFill>
                          <a:blip r:embed="rId4"/>
                          <a:stretch>
                            <a:fillRect l="-501250" b="-500633"/>
                          </a:stretch>
                        </a:blipFill>
                      </a:tcPr>
                    </a:tc>
                    <a:extLst>
                      <a:ext uri="{0D108BD9-81ED-4DB2-BD59-A6C34878D82A}">
                        <a16:rowId xmlns:a16="http://schemas.microsoft.com/office/drawing/2014/main" val="2115575296"/>
                      </a:ext>
                    </a:extLst>
                  </a:tr>
                  <a:tr h="963297">
                    <a:tc>
                      <a:txBody>
                        <a:bodyPr/>
                        <a:lstStyle/>
                        <a:p>
                          <a:endParaRPr lang="ko-KR"/>
                        </a:p>
                      </a:txBody>
                      <a:tcPr marL="86950" marR="86950" marT="43475" marB="43475" anchor="ctr">
                        <a:lnL w="12700" cmpd="sng">
                          <a:noFill/>
                        </a:lnL>
                        <a:lnR w="12700" cmpd="sng">
                          <a:noFill/>
                        </a:lnR>
                        <a:lnT w="38100" cmpd="sng">
                          <a:noFill/>
                        </a:lnT>
                        <a:lnB w="12700" cmpd="sng">
                          <a:noFill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  <a:blipFill>
                          <a:blip r:embed="rId4"/>
                          <a:stretch>
                            <a:fillRect t="-100000" r="-501250" b="-400633"/>
                          </a:stretch>
                        </a:blipFill>
                      </a:tcPr>
                    </a:tc>
                    <a:tc>
                      <a:txBody>
                        <a:bodyPr/>
                        <a:lstStyle/>
                        <a:p>
                          <a:endParaRPr lang="ko-KR"/>
                        </a:p>
                      </a:txBody>
                      <a:tcPr marL="86950" marR="86950" marT="43475" marB="43475" anchor="ctr">
                        <a:lnL w="12700" cmpd="sng">
                          <a:noFill/>
                        </a:lnL>
                        <a:lnR w="12700" cmpd="sng">
                          <a:noFill/>
                        </a:lnR>
                        <a:lnT w="38100" cmpd="sng">
                          <a:noFill/>
                        </a:lnT>
                        <a:lnB w="12700" cmpd="sng">
                          <a:noFill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  <a:blipFill>
                          <a:blip r:embed="rId4"/>
                          <a:stretch>
                            <a:fillRect l="-99379" t="-100000" r="-398137" b="-400633"/>
                          </a:stretch>
                        </a:blipFill>
                      </a:tcPr>
                    </a:tc>
                    <a:tc>
                      <a:txBody>
                        <a:bodyPr/>
                        <a:lstStyle/>
                        <a:p>
                          <a:endParaRPr lang="ko-KR"/>
                        </a:p>
                      </a:txBody>
                      <a:tcPr marL="86950" marR="86950" marT="43475" marB="43475" anchor="ctr">
                        <a:lnL w="12700" cmpd="sng">
                          <a:noFill/>
                        </a:lnL>
                        <a:lnR w="12700" cmpd="sng">
                          <a:noFill/>
                        </a:lnR>
                        <a:lnT w="38100" cmpd="sng">
                          <a:noFill/>
                        </a:lnT>
                        <a:lnB w="12700" cmpd="sng">
                          <a:noFill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  <a:blipFill>
                          <a:blip r:embed="rId4"/>
                          <a:stretch>
                            <a:fillRect l="-200625" t="-100000" r="-300625" b="-400633"/>
                          </a:stretch>
                        </a:blipFill>
                      </a:tcPr>
                    </a:tc>
                    <a:tc>
                      <a:txBody>
                        <a:bodyPr/>
                        <a:lstStyle/>
                        <a:p>
                          <a:endParaRPr lang="ko-KR"/>
                        </a:p>
                      </a:txBody>
                      <a:tcPr marL="86950" marR="86950" marT="43475" marB="43475" anchor="ctr">
                        <a:lnL w="12700" cmpd="sng">
                          <a:noFill/>
                        </a:lnL>
                        <a:lnR w="12700" cmpd="sng">
                          <a:noFill/>
                        </a:lnR>
                        <a:lnT w="38100" cmpd="sng">
                          <a:noFill/>
                        </a:lnT>
                        <a:lnB w="12700" cmpd="sng">
                          <a:noFill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  <a:blipFill>
                          <a:blip r:embed="rId4"/>
                          <a:stretch>
                            <a:fillRect l="-300625" t="-100000" r="-200625" b="-400633"/>
                          </a:stretch>
                        </a:blipFill>
                      </a:tcPr>
                    </a:tc>
                    <a:tc>
                      <a:txBody>
                        <a:bodyPr/>
                        <a:lstStyle/>
                        <a:p>
                          <a:endParaRPr lang="ko-KR"/>
                        </a:p>
                      </a:txBody>
                      <a:tcPr marL="86950" marR="86950" marT="43475" marB="43475" anchor="ctr">
                        <a:lnL w="12700" cmpd="sng">
                          <a:noFill/>
                        </a:lnL>
                        <a:lnR w="12700" cmpd="sng">
                          <a:noFill/>
                        </a:lnR>
                        <a:lnT w="38100" cmpd="sng">
                          <a:noFill/>
                        </a:lnT>
                        <a:lnB w="12700" cmpd="sng">
                          <a:noFill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  <a:blipFill>
                          <a:blip r:embed="rId4"/>
                          <a:stretch>
                            <a:fillRect l="-398137" t="-100000" r="-99379" b="-400633"/>
                          </a:stretch>
                        </a:blipFill>
                      </a:tcPr>
                    </a:tc>
                    <a:tc>
                      <a:txBody>
                        <a:bodyPr/>
                        <a:lstStyle/>
                        <a:p>
                          <a:endParaRPr lang="ko-KR"/>
                        </a:p>
                      </a:txBody>
                      <a:tcPr marL="86950" marR="86950" marT="43475" marB="43475" anchor="ctr">
                        <a:lnL w="12700" cmpd="sng">
                          <a:noFill/>
                        </a:lnL>
                        <a:lnR w="12700" cmpd="sng">
                          <a:noFill/>
                        </a:lnR>
                        <a:lnT w="38100" cmpd="sng">
                          <a:noFill/>
                        </a:lnT>
                        <a:lnB w="12700" cmpd="sng">
                          <a:noFill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  <a:blipFill>
                          <a:blip r:embed="rId4"/>
                          <a:stretch>
                            <a:fillRect l="-501250" t="-100000" b="-400633"/>
                          </a:stretch>
                        </a:blipFill>
                      </a:tcPr>
                    </a:tc>
                    <a:extLst>
                      <a:ext uri="{0D108BD9-81ED-4DB2-BD59-A6C34878D82A}">
                        <a16:rowId xmlns:a16="http://schemas.microsoft.com/office/drawing/2014/main" val="1006389151"/>
                      </a:ext>
                    </a:extLst>
                  </a:tr>
                  <a:tr h="963297">
                    <a:tc>
                      <a:txBody>
                        <a:bodyPr/>
                        <a:lstStyle/>
                        <a:p>
                          <a:endParaRPr lang="ko-KR"/>
                        </a:p>
                      </a:txBody>
                      <a:tcPr marL="86950" marR="86950" marT="43475" marB="43475" anchor="ctr">
                        <a:lnL w="12700" cmpd="sng">
                          <a:noFill/>
                        </a:lnL>
                        <a:lnR w="12700" cmpd="sng">
                          <a:noFill/>
                        </a:lnR>
                        <a:lnT w="12700" cmpd="sng">
                          <a:noFill/>
                        </a:lnT>
                        <a:lnB w="12700" cmpd="sng">
                          <a:noFill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  <a:blipFill>
                          <a:blip r:embed="rId4"/>
                          <a:stretch>
                            <a:fillRect t="-198742" r="-501250" b="-298113"/>
                          </a:stretch>
                        </a:blipFill>
                      </a:tcPr>
                    </a:tc>
                    <a:tc>
                      <a:txBody>
                        <a:bodyPr/>
                        <a:lstStyle/>
                        <a:p>
                          <a:endParaRPr lang="ko-KR"/>
                        </a:p>
                      </a:txBody>
                      <a:tcPr marL="86950" marR="86950" marT="43475" marB="43475" anchor="ctr">
                        <a:lnL w="12700" cmpd="sng">
                          <a:noFill/>
                        </a:lnL>
                        <a:lnR w="12700" cmpd="sng">
                          <a:noFill/>
                        </a:lnR>
                        <a:lnT w="12700" cmpd="sng">
                          <a:noFill/>
                        </a:lnT>
                        <a:lnB w="12700" cmpd="sng">
                          <a:noFill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  <a:blipFill>
                          <a:blip r:embed="rId4"/>
                          <a:stretch>
                            <a:fillRect l="-99379" t="-198742" r="-398137" b="-298113"/>
                          </a:stretch>
                        </a:blipFill>
                      </a:tcPr>
                    </a:tc>
                    <a:tc>
                      <a:txBody>
                        <a:bodyPr/>
                        <a:lstStyle/>
                        <a:p>
                          <a:endParaRPr lang="ko-KR"/>
                        </a:p>
                      </a:txBody>
                      <a:tcPr marL="86950" marR="86950" marT="43475" marB="43475" anchor="ctr">
                        <a:lnL w="12700" cmpd="sng">
                          <a:noFill/>
                        </a:lnL>
                        <a:lnR w="12700" cmpd="sng">
                          <a:noFill/>
                        </a:lnR>
                        <a:lnT w="12700" cmpd="sng">
                          <a:noFill/>
                        </a:lnT>
                        <a:lnB w="12700" cmpd="sng">
                          <a:noFill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  <a:blipFill>
                          <a:blip r:embed="rId4"/>
                          <a:stretch>
                            <a:fillRect l="-200625" t="-198742" r="-300625" b="-298113"/>
                          </a:stretch>
                        </a:blipFill>
                      </a:tcPr>
                    </a:tc>
                    <a:tc>
                      <a:txBody>
                        <a:bodyPr/>
                        <a:lstStyle/>
                        <a:p>
                          <a:endParaRPr lang="ko-KR"/>
                        </a:p>
                      </a:txBody>
                      <a:tcPr marL="86950" marR="86950" marT="43475" marB="43475" anchor="ctr">
                        <a:lnL w="12700" cmpd="sng">
                          <a:noFill/>
                        </a:lnL>
                        <a:lnR w="12700" cmpd="sng">
                          <a:noFill/>
                        </a:lnR>
                        <a:lnT w="12700" cmpd="sng">
                          <a:noFill/>
                        </a:lnT>
                        <a:lnB w="12700" cmpd="sng">
                          <a:noFill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  <a:blipFill>
                          <a:blip r:embed="rId4"/>
                          <a:stretch>
                            <a:fillRect l="-300625" t="-198742" r="-200625" b="-298113"/>
                          </a:stretch>
                        </a:blipFill>
                      </a:tcPr>
                    </a:tc>
                    <a:tc>
                      <a:txBody>
                        <a:bodyPr/>
                        <a:lstStyle/>
                        <a:p>
                          <a:endParaRPr lang="ko-KR"/>
                        </a:p>
                      </a:txBody>
                      <a:tcPr marL="86950" marR="86950" marT="43475" marB="43475" anchor="ctr">
                        <a:lnL w="12700" cmpd="sng">
                          <a:noFill/>
                        </a:lnL>
                        <a:lnR w="12700" cmpd="sng">
                          <a:noFill/>
                        </a:lnR>
                        <a:lnT w="12700" cmpd="sng">
                          <a:noFill/>
                        </a:lnT>
                        <a:lnB w="12700" cmpd="sng">
                          <a:noFill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  <a:blipFill>
                          <a:blip r:embed="rId4"/>
                          <a:stretch>
                            <a:fillRect l="-398137" t="-198742" r="-99379" b="-298113"/>
                          </a:stretch>
                        </a:blipFill>
                      </a:tcPr>
                    </a:tc>
                    <a:tc>
                      <a:txBody>
                        <a:bodyPr/>
                        <a:lstStyle/>
                        <a:p>
                          <a:endParaRPr lang="ko-KR"/>
                        </a:p>
                      </a:txBody>
                      <a:tcPr marL="86950" marR="86950" marT="43475" marB="43475" anchor="ctr">
                        <a:lnL w="12700" cmpd="sng">
                          <a:noFill/>
                        </a:lnL>
                        <a:lnR w="12700" cmpd="sng">
                          <a:noFill/>
                        </a:lnR>
                        <a:lnT w="12700" cmpd="sng">
                          <a:noFill/>
                        </a:lnT>
                        <a:lnB w="12700" cmpd="sng">
                          <a:noFill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  <a:blipFill>
                          <a:blip r:embed="rId4"/>
                          <a:stretch>
                            <a:fillRect l="-501250" t="-198742" b="-298113"/>
                          </a:stretch>
                        </a:blipFill>
                      </a:tcPr>
                    </a:tc>
                    <a:extLst>
                      <a:ext uri="{0D108BD9-81ED-4DB2-BD59-A6C34878D82A}">
                        <a16:rowId xmlns:a16="http://schemas.microsoft.com/office/drawing/2014/main" val="491478089"/>
                      </a:ext>
                    </a:extLst>
                  </a:tr>
                  <a:tr h="963297">
                    <a:tc>
                      <a:txBody>
                        <a:bodyPr/>
                        <a:lstStyle/>
                        <a:p>
                          <a:endParaRPr lang="ko-KR"/>
                        </a:p>
                      </a:txBody>
                      <a:tcPr marL="86950" marR="86950" marT="43475" marB="43475" anchor="ctr">
                        <a:lnL w="12700" cmpd="sng">
                          <a:noFill/>
                        </a:lnL>
                        <a:lnR w="12700" cmpd="sng">
                          <a:noFill/>
                        </a:lnR>
                        <a:lnT w="12700" cmpd="sng">
                          <a:noFill/>
                        </a:lnT>
                        <a:lnB w="12700" cmpd="sng">
                          <a:noFill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  <a:blipFill>
                          <a:blip r:embed="rId4"/>
                          <a:stretch>
                            <a:fillRect t="-300633" r="-501250" b="-200000"/>
                          </a:stretch>
                        </a:blipFill>
                      </a:tcPr>
                    </a:tc>
                    <a:tc>
                      <a:txBody>
                        <a:bodyPr/>
                        <a:lstStyle/>
                        <a:p>
                          <a:endParaRPr lang="ko-KR"/>
                        </a:p>
                      </a:txBody>
                      <a:tcPr marL="86950" marR="86950" marT="43475" marB="43475" anchor="ctr">
                        <a:lnL w="12700" cmpd="sng">
                          <a:noFill/>
                        </a:lnL>
                        <a:lnR w="12700" cmpd="sng">
                          <a:noFill/>
                        </a:lnR>
                        <a:lnT w="12700" cmpd="sng">
                          <a:noFill/>
                        </a:lnT>
                        <a:lnB w="12700" cmpd="sng">
                          <a:noFill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  <a:blipFill>
                          <a:blip r:embed="rId4"/>
                          <a:stretch>
                            <a:fillRect l="-99379" t="-300633" r="-398137" b="-200000"/>
                          </a:stretch>
                        </a:blipFill>
                      </a:tcPr>
                    </a:tc>
                    <a:tc>
                      <a:txBody>
                        <a:bodyPr/>
                        <a:lstStyle/>
                        <a:p>
                          <a:endParaRPr lang="ko-KR"/>
                        </a:p>
                      </a:txBody>
                      <a:tcPr marL="86950" marR="86950" marT="43475" marB="43475" anchor="ctr">
                        <a:lnL w="12700" cmpd="sng">
                          <a:noFill/>
                        </a:lnL>
                        <a:lnR w="12700" cmpd="sng">
                          <a:noFill/>
                        </a:lnR>
                        <a:lnT w="12700" cmpd="sng">
                          <a:noFill/>
                        </a:lnT>
                        <a:lnB w="12700" cmpd="sng">
                          <a:noFill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  <a:blipFill>
                          <a:blip r:embed="rId4"/>
                          <a:stretch>
                            <a:fillRect l="-200625" t="-300633" r="-300625" b="-200000"/>
                          </a:stretch>
                        </a:blipFill>
                      </a:tcPr>
                    </a:tc>
                    <a:tc>
                      <a:txBody>
                        <a:bodyPr/>
                        <a:lstStyle/>
                        <a:p>
                          <a:endParaRPr lang="ko-KR"/>
                        </a:p>
                      </a:txBody>
                      <a:tcPr marL="86950" marR="86950" marT="43475" marB="43475" anchor="ctr">
                        <a:lnL w="12700" cmpd="sng">
                          <a:noFill/>
                        </a:lnL>
                        <a:lnR w="12700" cmpd="sng">
                          <a:noFill/>
                        </a:lnR>
                        <a:lnT w="12700" cmpd="sng">
                          <a:noFill/>
                        </a:lnT>
                        <a:lnB w="12700" cmpd="sng">
                          <a:noFill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  <a:blipFill>
                          <a:blip r:embed="rId4"/>
                          <a:stretch>
                            <a:fillRect l="-300625" t="-300633" r="-200625" b="-200000"/>
                          </a:stretch>
                        </a:blipFill>
                      </a:tcPr>
                    </a:tc>
                    <a:tc>
                      <a:txBody>
                        <a:bodyPr/>
                        <a:lstStyle/>
                        <a:p>
                          <a:endParaRPr lang="ko-KR"/>
                        </a:p>
                      </a:txBody>
                      <a:tcPr marL="86950" marR="86950" marT="43475" marB="43475" anchor="ctr">
                        <a:lnL w="12700" cmpd="sng">
                          <a:noFill/>
                        </a:lnL>
                        <a:lnR w="12700" cmpd="sng">
                          <a:noFill/>
                        </a:lnR>
                        <a:lnT w="12700" cmpd="sng">
                          <a:noFill/>
                        </a:lnT>
                        <a:lnB w="12700" cmpd="sng">
                          <a:noFill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  <a:blipFill>
                          <a:blip r:embed="rId4"/>
                          <a:stretch>
                            <a:fillRect l="-398137" t="-300633" r="-99379" b="-200000"/>
                          </a:stretch>
                        </a:blipFill>
                      </a:tcPr>
                    </a:tc>
                    <a:tc>
                      <a:txBody>
                        <a:bodyPr/>
                        <a:lstStyle/>
                        <a:p>
                          <a:endParaRPr lang="ko-KR"/>
                        </a:p>
                      </a:txBody>
                      <a:tcPr marL="86950" marR="86950" marT="43475" marB="43475" anchor="ctr">
                        <a:lnL w="12700" cmpd="sng">
                          <a:noFill/>
                        </a:lnL>
                        <a:lnR w="12700" cmpd="sng">
                          <a:noFill/>
                        </a:lnR>
                        <a:lnT w="12700" cmpd="sng">
                          <a:noFill/>
                        </a:lnT>
                        <a:lnB w="12700" cmpd="sng">
                          <a:noFill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  <a:blipFill>
                          <a:blip r:embed="rId4"/>
                          <a:stretch>
                            <a:fillRect l="-501250" t="-300633" b="-200000"/>
                          </a:stretch>
                        </a:blipFill>
                      </a:tcPr>
                    </a:tc>
                    <a:extLst>
                      <a:ext uri="{0D108BD9-81ED-4DB2-BD59-A6C34878D82A}">
                        <a16:rowId xmlns:a16="http://schemas.microsoft.com/office/drawing/2014/main" val="4032775834"/>
                      </a:ext>
                    </a:extLst>
                  </a:tr>
                  <a:tr h="963297">
                    <a:tc>
                      <a:txBody>
                        <a:bodyPr/>
                        <a:lstStyle/>
                        <a:p>
                          <a:endParaRPr lang="ko-KR"/>
                        </a:p>
                      </a:txBody>
                      <a:tcPr marL="86950" marR="86950" marT="43475" marB="43475" anchor="ctr">
                        <a:lnL w="12700" cmpd="sng">
                          <a:noFill/>
                        </a:lnL>
                        <a:lnR w="12700" cmpd="sng">
                          <a:noFill/>
                        </a:lnR>
                        <a:lnT w="12700" cmpd="sng">
                          <a:noFill/>
                        </a:lnT>
                        <a:lnB w="12700" cmpd="sng">
                          <a:noFill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  <a:blipFill>
                          <a:blip r:embed="rId4"/>
                          <a:stretch>
                            <a:fillRect t="-400633" r="-501250" b="-100000"/>
                          </a:stretch>
                        </a:blipFill>
                      </a:tcPr>
                    </a:tc>
                    <a:tc>
                      <a:txBody>
                        <a:bodyPr/>
                        <a:lstStyle/>
                        <a:p>
                          <a:endParaRPr lang="ko-KR"/>
                        </a:p>
                      </a:txBody>
                      <a:tcPr marL="86950" marR="86950" marT="43475" marB="43475" anchor="ctr">
                        <a:lnL w="12700" cmpd="sng">
                          <a:noFill/>
                        </a:lnL>
                        <a:lnR w="12700" cmpd="sng">
                          <a:noFill/>
                        </a:lnR>
                        <a:lnT w="12700" cmpd="sng">
                          <a:noFill/>
                        </a:lnT>
                        <a:lnB w="12700" cmpd="sng">
                          <a:noFill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  <a:blipFill>
                          <a:blip r:embed="rId4"/>
                          <a:stretch>
                            <a:fillRect l="-99379" t="-400633" r="-398137" b="-100000"/>
                          </a:stretch>
                        </a:blipFill>
                      </a:tcPr>
                    </a:tc>
                    <a:tc>
                      <a:txBody>
                        <a:bodyPr/>
                        <a:lstStyle/>
                        <a:p>
                          <a:endParaRPr lang="ko-KR"/>
                        </a:p>
                      </a:txBody>
                      <a:tcPr marL="86950" marR="86950" marT="43475" marB="43475" anchor="ctr">
                        <a:lnL w="12700" cmpd="sng">
                          <a:noFill/>
                        </a:lnL>
                        <a:lnR w="12700" cmpd="sng">
                          <a:noFill/>
                        </a:lnR>
                        <a:lnT w="12700" cmpd="sng">
                          <a:noFill/>
                        </a:lnT>
                        <a:lnB w="12700" cmpd="sng">
                          <a:noFill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  <a:blipFill>
                          <a:blip r:embed="rId4"/>
                          <a:stretch>
                            <a:fillRect l="-200625" t="-400633" r="-300625" b="-100000"/>
                          </a:stretch>
                        </a:blipFill>
                      </a:tcPr>
                    </a:tc>
                    <a:tc>
                      <a:txBody>
                        <a:bodyPr/>
                        <a:lstStyle/>
                        <a:p>
                          <a:endParaRPr lang="ko-KR"/>
                        </a:p>
                      </a:txBody>
                      <a:tcPr marL="86950" marR="86950" marT="43475" marB="43475" anchor="ctr">
                        <a:lnL w="12700" cmpd="sng">
                          <a:noFill/>
                        </a:lnL>
                        <a:lnR w="12700" cmpd="sng">
                          <a:noFill/>
                        </a:lnR>
                        <a:lnT w="12700" cmpd="sng">
                          <a:noFill/>
                        </a:lnT>
                        <a:lnB w="12700" cmpd="sng">
                          <a:noFill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  <a:blipFill>
                          <a:blip r:embed="rId4"/>
                          <a:stretch>
                            <a:fillRect l="-300625" t="-400633" r="-200625" b="-100000"/>
                          </a:stretch>
                        </a:blipFill>
                      </a:tcPr>
                    </a:tc>
                    <a:tc>
                      <a:txBody>
                        <a:bodyPr/>
                        <a:lstStyle/>
                        <a:p>
                          <a:endParaRPr lang="ko-KR"/>
                        </a:p>
                      </a:txBody>
                      <a:tcPr marL="86950" marR="86950" marT="43475" marB="43475" anchor="ctr">
                        <a:lnL w="12700" cmpd="sng">
                          <a:noFill/>
                        </a:lnL>
                        <a:lnR w="12700" cmpd="sng">
                          <a:noFill/>
                        </a:lnR>
                        <a:lnT w="12700" cmpd="sng">
                          <a:noFill/>
                        </a:lnT>
                        <a:lnB w="12700" cmpd="sng">
                          <a:noFill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  <a:blipFill>
                          <a:blip r:embed="rId4"/>
                          <a:stretch>
                            <a:fillRect l="-398137" t="-400633" r="-99379" b="-100000"/>
                          </a:stretch>
                        </a:blipFill>
                      </a:tcPr>
                    </a:tc>
                    <a:tc>
                      <a:txBody>
                        <a:bodyPr/>
                        <a:lstStyle/>
                        <a:p>
                          <a:endParaRPr lang="ko-KR"/>
                        </a:p>
                      </a:txBody>
                      <a:tcPr marL="86950" marR="86950" marT="43475" marB="43475" anchor="ctr">
                        <a:lnL w="12700" cmpd="sng">
                          <a:noFill/>
                        </a:lnL>
                        <a:lnR w="12700" cmpd="sng">
                          <a:noFill/>
                        </a:lnR>
                        <a:lnT w="12700" cmpd="sng">
                          <a:noFill/>
                        </a:lnT>
                        <a:lnB w="12700" cmpd="sng">
                          <a:noFill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  <a:blipFill>
                          <a:blip r:embed="rId4"/>
                          <a:stretch>
                            <a:fillRect l="-501250" t="-400633" b="-100000"/>
                          </a:stretch>
                        </a:blipFill>
                      </a:tcPr>
                    </a:tc>
                    <a:extLst>
                      <a:ext uri="{0D108BD9-81ED-4DB2-BD59-A6C34878D82A}">
                        <a16:rowId xmlns:a16="http://schemas.microsoft.com/office/drawing/2014/main" val="670153430"/>
                      </a:ext>
                    </a:extLst>
                  </a:tr>
                  <a:tr h="963297">
                    <a:tc>
                      <a:txBody>
                        <a:bodyPr/>
                        <a:lstStyle/>
                        <a:p>
                          <a:endParaRPr lang="ko-KR"/>
                        </a:p>
                      </a:txBody>
                      <a:tcPr marL="86950" marR="86950" marT="43475" marB="43475" anchor="ctr">
                        <a:lnL w="12700" cmpd="sng">
                          <a:noFill/>
                        </a:lnL>
                        <a:lnR w="12700" cmpd="sng">
                          <a:noFill/>
                        </a:lnR>
                        <a:lnT w="12700" cmpd="sng">
                          <a:noFill/>
                        </a:lnT>
                        <a:lnB w="12700" cmpd="sng">
                          <a:noFill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  <a:blipFill>
                          <a:blip r:embed="rId4"/>
                          <a:stretch>
                            <a:fillRect t="-500633" r="-501250"/>
                          </a:stretch>
                        </a:blipFill>
                      </a:tcPr>
                    </a:tc>
                    <a:tc>
                      <a:txBody>
                        <a:bodyPr/>
                        <a:lstStyle/>
                        <a:p>
                          <a:endParaRPr lang="ko-KR"/>
                        </a:p>
                      </a:txBody>
                      <a:tcPr marL="86950" marR="86950" marT="43475" marB="43475" anchor="ctr">
                        <a:lnL w="12700" cmpd="sng">
                          <a:noFill/>
                        </a:lnL>
                        <a:lnR w="12700" cmpd="sng">
                          <a:noFill/>
                        </a:lnR>
                        <a:lnT w="12700" cmpd="sng">
                          <a:noFill/>
                        </a:lnT>
                        <a:lnB w="12700" cmpd="sng">
                          <a:noFill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  <a:blipFill>
                          <a:blip r:embed="rId4"/>
                          <a:stretch>
                            <a:fillRect l="-99379" t="-500633" r="-398137"/>
                          </a:stretch>
                        </a:blipFill>
                      </a:tcPr>
                    </a:tc>
                    <a:tc>
                      <a:txBody>
                        <a:bodyPr/>
                        <a:lstStyle/>
                        <a:p>
                          <a:endParaRPr lang="ko-KR"/>
                        </a:p>
                      </a:txBody>
                      <a:tcPr marL="86950" marR="86950" marT="43475" marB="43475" anchor="ctr">
                        <a:lnL w="12700" cmpd="sng">
                          <a:noFill/>
                        </a:lnL>
                        <a:lnR w="12700" cmpd="sng">
                          <a:noFill/>
                        </a:lnR>
                        <a:lnT w="12700" cmpd="sng">
                          <a:noFill/>
                        </a:lnT>
                        <a:lnB w="12700" cmpd="sng">
                          <a:noFill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  <a:blipFill>
                          <a:blip r:embed="rId4"/>
                          <a:stretch>
                            <a:fillRect l="-200625" t="-500633" r="-300625"/>
                          </a:stretch>
                        </a:blipFill>
                      </a:tcPr>
                    </a:tc>
                    <a:tc>
                      <a:txBody>
                        <a:bodyPr/>
                        <a:lstStyle/>
                        <a:p>
                          <a:endParaRPr lang="ko-KR"/>
                        </a:p>
                      </a:txBody>
                      <a:tcPr marL="86950" marR="86950" marT="43475" marB="43475" anchor="ctr">
                        <a:lnL w="12700" cmpd="sng">
                          <a:noFill/>
                        </a:lnL>
                        <a:lnR w="12700" cmpd="sng">
                          <a:noFill/>
                        </a:lnR>
                        <a:lnT w="12700" cmpd="sng">
                          <a:noFill/>
                        </a:lnT>
                        <a:lnB w="12700" cmpd="sng">
                          <a:noFill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  <a:blipFill>
                          <a:blip r:embed="rId4"/>
                          <a:stretch>
                            <a:fillRect l="-300625" t="-500633" r="-200625"/>
                          </a:stretch>
                        </a:blipFill>
                      </a:tcPr>
                    </a:tc>
                    <a:tc>
                      <a:txBody>
                        <a:bodyPr/>
                        <a:lstStyle/>
                        <a:p>
                          <a:endParaRPr lang="ko-KR"/>
                        </a:p>
                      </a:txBody>
                      <a:tcPr marL="86950" marR="86950" marT="43475" marB="43475" anchor="ctr">
                        <a:lnL w="12700" cmpd="sng">
                          <a:noFill/>
                        </a:lnL>
                        <a:lnR w="12700" cmpd="sng">
                          <a:noFill/>
                        </a:lnR>
                        <a:lnT w="12700" cmpd="sng">
                          <a:noFill/>
                        </a:lnT>
                        <a:lnB w="12700" cmpd="sng">
                          <a:noFill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  <a:blipFill>
                          <a:blip r:embed="rId4"/>
                          <a:stretch>
                            <a:fillRect l="-398137" t="-500633" r="-99379"/>
                          </a:stretch>
                        </a:blipFill>
                      </a:tcPr>
                    </a:tc>
                    <a:tc>
                      <a:txBody>
                        <a:bodyPr/>
                        <a:lstStyle/>
                        <a:p>
                          <a:endParaRPr lang="ko-KR"/>
                        </a:p>
                      </a:txBody>
                      <a:tcPr marL="86950" marR="86950" marT="43475" marB="43475" anchor="ctr">
                        <a:lnL w="12700" cmpd="sng">
                          <a:noFill/>
                        </a:lnL>
                        <a:lnR w="12700" cmpd="sng">
                          <a:noFill/>
                        </a:lnR>
                        <a:lnT w="12700" cmpd="sng">
                          <a:noFill/>
                        </a:lnT>
                        <a:lnB w="12700" cmpd="sng">
                          <a:noFill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  <a:blipFill>
                          <a:blip r:embed="rId4"/>
                          <a:stretch>
                            <a:fillRect l="-501250" t="-500633"/>
                          </a:stretch>
                        </a:blipFill>
                      </a:tcPr>
                    </a:tc>
                    <a:extLst>
                      <a:ext uri="{0D108BD9-81ED-4DB2-BD59-A6C34878D82A}">
                        <a16:rowId xmlns:a16="http://schemas.microsoft.com/office/drawing/2014/main" val="420736974"/>
                      </a:ext>
                    </a:extLst>
                  </a:tr>
                </a:tbl>
              </a:graphicData>
            </a:graphic>
          </p:graphicFrame>
        </mc:Fallback>
      </mc:AlternateContent>
      <p:sp>
        <p:nvSpPr>
          <p:cNvPr id="3" name="TextBox 2">
            <a:extLst>
              <a:ext uri="{FF2B5EF4-FFF2-40B4-BE49-F238E27FC236}">
                <a16:creationId xmlns:a16="http://schemas.microsoft.com/office/drawing/2014/main" id="{DDCEBA27-63B0-1988-DBAC-3684B7827426}"/>
              </a:ext>
            </a:extLst>
          </p:cNvPr>
          <p:cNvSpPr txBox="1"/>
          <p:nvPr/>
        </p:nvSpPr>
        <p:spPr>
          <a:xfrm>
            <a:off x="658368" y="384048"/>
            <a:ext cx="1297150" cy="5232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lvl="0" defTabSz="457200" latinLnBrk="0">
              <a:defRPr sz="2800" b="1">
                <a:solidFill>
                  <a:srgbClr val="18233A"/>
                </a:solidFill>
              </a:defRPr>
            </a:pPr>
            <a:r>
              <a:rPr lang="en-US" altLang="ko-KR" sz="2800" b="1" dirty="0">
                <a:solidFill>
                  <a:srgbClr val="18233A"/>
                </a:solidFill>
              </a:rPr>
              <a:t>KK</a:t>
            </a:r>
            <a:r>
              <a:rPr lang="ko-KR" altLang="en-US" sz="2800" b="1" dirty="0">
                <a:solidFill>
                  <a:srgbClr val="18233A"/>
                </a:solidFill>
              </a:rPr>
              <a:t>계량</a:t>
            </a:r>
          </a:p>
        </p:txBody>
      </p:sp>
      <p:sp>
        <p:nvSpPr>
          <p:cNvPr id="6" name="Rectangle 5">
            <a:extLst>
              <a:ext uri="{FF2B5EF4-FFF2-40B4-BE49-F238E27FC236}">
                <a16:creationId xmlns:a16="http://schemas.microsoft.com/office/drawing/2014/main" id="{9D1468E6-2B99-80A3-BBF5-FAFAA44BCE51}"/>
              </a:ext>
            </a:extLst>
          </p:cNvPr>
          <p:cNvSpPr/>
          <p:nvPr/>
        </p:nvSpPr>
        <p:spPr>
          <a:xfrm>
            <a:off x="676656" y="1353312"/>
            <a:ext cx="566928" cy="41148"/>
          </a:xfrm>
          <a:prstGeom prst="rect">
            <a:avLst/>
          </a:prstGeom>
          <a:solidFill>
            <a:srgbClr val="315EB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Calibri"/>
              <a:ea typeface="+mn-ea"/>
              <a:cs typeface="+mn-cs"/>
            </a:endParaRPr>
          </a:p>
        </p:txBody>
      </p:sp>
      <p:pic>
        <p:nvPicPr>
          <p:cNvPr id="22" name="그림 21" descr="초공간 - 교보문고">
            <a:extLst>
              <a:ext uri="{FF2B5EF4-FFF2-40B4-BE49-F238E27FC236}">
                <a16:creationId xmlns:a16="http://schemas.microsoft.com/office/drawing/2014/main" id="{0804EEB0-41F3-6EA2-DFB4-9CE4BD6DE07F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676656" y="1666647"/>
            <a:ext cx="2718993" cy="4064895"/>
          </a:xfrm>
          <a:prstGeom prst="rect">
            <a:avLst/>
          </a:prstGeom>
        </p:spPr>
      </p:pic>
      <p:sp>
        <p:nvSpPr>
          <p:cNvPr id="21" name="직사각형 20">
            <a:extLst>
              <a:ext uri="{FF2B5EF4-FFF2-40B4-BE49-F238E27FC236}">
                <a16:creationId xmlns:a16="http://schemas.microsoft.com/office/drawing/2014/main" id="{84A52BF0-2780-5496-FDA6-E85313EAFAA4}"/>
              </a:ext>
            </a:extLst>
          </p:cNvPr>
          <p:cNvSpPr/>
          <p:nvPr/>
        </p:nvSpPr>
        <p:spPr>
          <a:xfrm>
            <a:off x="4251960" y="5910944"/>
            <a:ext cx="685800" cy="475662"/>
          </a:xfrm>
          <a:prstGeom prst="rect">
            <a:avLst/>
          </a:prstGeom>
          <a:solidFill>
            <a:srgbClr val="F8F9FC"/>
          </a:solidFill>
          <a:ln>
            <a:solidFill>
              <a:srgbClr val="F8F9F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23" name="직사각형 22">
            <a:extLst>
              <a:ext uri="{FF2B5EF4-FFF2-40B4-BE49-F238E27FC236}">
                <a16:creationId xmlns:a16="http://schemas.microsoft.com/office/drawing/2014/main" id="{7775AC38-C1EF-4532-5A5D-C97225D9FF25}"/>
              </a:ext>
            </a:extLst>
          </p:cNvPr>
          <p:cNvSpPr/>
          <p:nvPr/>
        </p:nvSpPr>
        <p:spPr>
          <a:xfrm>
            <a:off x="9072085" y="1126485"/>
            <a:ext cx="685800" cy="475662"/>
          </a:xfrm>
          <a:prstGeom prst="rect">
            <a:avLst/>
          </a:prstGeom>
          <a:solidFill>
            <a:srgbClr val="F8F9FC"/>
          </a:solidFill>
          <a:ln>
            <a:solidFill>
              <a:srgbClr val="F8F9F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24" name="직사각형 23">
            <a:extLst>
              <a:ext uri="{FF2B5EF4-FFF2-40B4-BE49-F238E27FC236}">
                <a16:creationId xmlns:a16="http://schemas.microsoft.com/office/drawing/2014/main" id="{2D64E4B3-8321-BE1F-B31B-27219CDE4294}"/>
              </a:ext>
            </a:extLst>
          </p:cNvPr>
          <p:cNvSpPr/>
          <p:nvPr/>
        </p:nvSpPr>
        <p:spPr>
          <a:xfrm>
            <a:off x="5237791" y="5910944"/>
            <a:ext cx="685800" cy="475662"/>
          </a:xfrm>
          <a:prstGeom prst="rect">
            <a:avLst/>
          </a:prstGeom>
          <a:solidFill>
            <a:srgbClr val="F8F9FC"/>
          </a:solidFill>
          <a:ln>
            <a:solidFill>
              <a:srgbClr val="F8F9F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25" name="직사각형 24">
            <a:extLst>
              <a:ext uri="{FF2B5EF4-FFF2-40B4-BE49-F238E27FC236}">
                <a16:creationId xmlns:a16="http://schemas.microsoft.com/office/drawing/2014/main" id="{FE52AEA5-698F-62C8-0705-1591D9701CCF}"/>
              </a:ext>
            </a:extLst>
          </p:cNvPr>
          <p:cNvSpPr/>
          <p:nvPr/>
        </p:nvSpPr>
        <p:spPr>
          <a:xfrm>
            <a:off x="9072085" y="2063927"/>
            <a:ext cx="685800" cy="475662"/>
          </a:xfrm>
          <a:prstGeom prst="rect">
            <a:avLst/>
          </a:prstGeom>
          <a:solidFill>
            <a:srgbClr val="F8F9FC"/>
          </a:solidFill>
          <a:ln>
            <a:solidFill>
              <a:srgbClr val="F8F9F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27" name="직사각형 26">
            <a:extLst>
              <a:ext uri="{FF2B5EF4-FFF2-40B4-BE49-F238E27FC236}">
                <a16:creationId xmlns:a16="http://schemas.microsoft.com/office/drawing/2014/main" id="{E8AD4925-6A9C-B5AB-4E01-E0FDAFE13FE9}"/>
              </a:ext>
            </a:extLst>
          </p:cNvPr>
          <p:cNvSpPr/>
          <p:nvPr/>
        </p:nvSpPr>
        <p:spPr>
          <a:xfrm>
            <a:off x="6223622" y="5910944"/>
            <a:ext cx="685800" cy="475662"/>
          </a:xfrm>
          <a:prstGeom prst="rect">
            <a:avLst/>
          </a:prstGeom>
          <a:solidFill>
            <a:srgbClr val="F8F9FC"/>
          </a:solidFill>
          <a:ln>
            <a:solidFill>
              <a:srgbClr val="F8F9F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29" name="직사각형 28">
            <a:extLst>
              <a:ext uri="{FF2B5EF4-FFF2-40B4-BE49-F238E27FC236}">
                <a16:creationId xmlns:a16="http://schemas.microsoft.com/office/drawing/2014/main" id="{2D457EF5-0652-16CA-707C-D15F8B3E5CD5}"/>
              </a:ext>
            </a:extLst>
          </p:cNvPr>
          <p:cNvSpPr/>
          <p:nvPr/>
        </p:nvSpPr>
        <p:spPr>
          <a:xfrm>
            <a:off x="9072085" y="3069813"/>
            <a:ext cx="685800" cy="475662"/>
          </a:xfrm>
          <a:prstGeom prst="rect">
            <a:avLst/>
          </a:prstGeom>
          <a:solidFill>
            <a:srgbClr val="F8F9FC"/>
          </a:solidFill>
          <a:ln>
            <a:solidFill>
              <a:srgbClr val="F8F9F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48" name="직사각형 47">
            <a:extLst>
              <a:ext uri="{FF2B5EF4-FFF2-40B4-BE49-F238E27FC236}">
                <a16:creationId xmlns:a16="http://schemas.microsoft.com/office/drawing/2014/main" id="{416414FC-23CE-02EC-120F-97D0B6443955}"/>
              </a:ext>
            </a:extLst>
          </p:cNvPr>
          <p:cNvSpPr/>
          <p:nvPr/>
        </p:nvSpPr>
        <p:spPr>
          <a:xfrm>
            <a:off x="7129880" y="5910944"/>
            <a:ext cx="685800" cy="475662"/>
          </a:xfrm>
          <a:prstGeom prst="rect">
            <a:avLst/>
          </a:prstGeom>
          <a:solidFill>
            <a:srgbClr val="F8F9FC"/>
          </a:solidFill>
          <a:ln>
            <a:solidFill>
              <a:srgbClr val="F8F9F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49" name="직사각형 48">
            <a:extLst>
              <a:ext uri="{FF2B5EF4-FFF2-40B4-BE49-F238E27FC236}">
                <a16:creationId xmlns:a16="http://schemas.microsoft.com/office/drawing/2014/main" id="{FE42158F-C3BE-E3B0-CE41-285EB8AA25E7}"/>
              </a:ext>
            </a:extLst>
          </p:cNvPr>
          <p:cNvSpPr/>
          <p:nvPr/>
        </p:nvSpPr>
        <p:spPr>
          <a:xfrm>
            <a:off x="9072085" y="3967616"/>
            <a:ext cx="685800" cy="475662"/>
          </a:xfrm>
          <a:prstGeom prst="rect">
            <a:avLst/>
          </a:prstGeom>
          <a:solidFill>
            <a:srgbClr val="F8F9FC"/>
          </a:solidFill>
          <a:ln>
            <a:solidFill>
              <a:srgbClr val="F8F9F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50" name="직사각형 49">
            <a:extLst>
              <a:ext uri="{FF2B5EF4-FFF2-40B4-BE49-F238E27FC236}">
                <a16:creationId xmlns:a16="http://schemas.microsoft.com/office/drawing/2014/main" id="{EACC9CF9-255E-AF63-5FAD-9B10107B06F7}"/>
              </a:ext>
            </a:extLst>
          </p:cNvPr>
          <p:cNvSpPr/>
          <p:nvPr/>
        </p:nvSpPr>
        <p:spPr>
          <a:xfrm>
            <a:off x="8090000" y="5910944"/>
            <a:ext cx="685800" cy="475662"/>
          </a:xfrm>
          <a:prstGeom prst="rect">
            <a:avLst/>
          </a:prstGeom>
          <a:solidFill>
            <a:srgbClr val="F8F9FC"/>
          </a:solidFill>
          <a:ln>
            <a:solidFill>
              <a:srgbClr val="F8F9F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51" name="직사각형 50">
            <a:extLst>
              <a:ext uri="{FF2B5EF4-FFF2-40B4-BE49-F238E27FC236}">
                <a16:creationId xmlns:a16="http://schemas.microsoft.com/office/drawing/2014/main" id="{0CD5F273-7142-CE6A-70A3-52C75A10C8D4}"/>
              </a:ext>
            </a:extLst>
          </p:cNvPr>
          <p:cNvSpPr/>
          <p:nvPr/>
        </p:nvSpPr>
        <p:spPr>
          <a:xfrm>
            <a:off x="9072085" y="4939280"/>
            <a:ext cx="685800" cy="475662"/>
          </a:xfrm>
          <a:prstGeom prst="rect">
            <a:avLst/>
          </a:prstGeom>
          <a:solidFill>
            <a:srgbClr val="F8F9FC"/>
          </a:solidFill>
          <a:ln>
            <a:solidFill>
              <a:srgbClr val="F8F9F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52" name="직사각형 51">
            <a:extLst>
              <a:ext uri="{FF2B5EF4-FFF2-40B4-BE49-F238E27FC236}">
                <a16:creationId xmlns:a16="http://schemas.microsoft.com/office/drawing/2014/main" id="{14B3BFA2-1FAB-7844-16BA-74A3AEEBD1C9}"/>
              </a:ext>
            </a:extLst>
          </p:cNvPr>
          <p:cNvSpPr/>
          <p:nvPr/>
        </p:nvSpPr>
        <p:spPr>
          <a:xfrm>
            <a:off x="9072085" y="5910944"/>
            <a:ext cx="685800" cy="475662"/>
          </a:xfrm>
          <a:prstGeom prst="rect">
            <a:avLst/>
          </a:prstGeom>
          <a:solidFill>
            <a:srgbClr val="F8F9FC"/>
          </a:solidFill>
          <a:ln>
            <a:solidFill>
              <a:srgbClr val="F8F9F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7A24DC0F-D1E2-889F-11DC-164CB5986CA7}"/>
              </a:ext>
            </a:extLst>
          </p:cNvPr>
          <p:cNvSpPr txBox="1"/>
          <p:nvPr/>
        </p:nvSpPr>
        <p:spPr>
          <a:xfrm>
            <a:off x="4722413" y="229927"/>
            <a:ext cx="5515356" cy="64633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ko-KR" dirty="0"/>
              <a:t>KK</a:t>
            </a:r>
            <a:r>
              <a:rPr lang="ko-KR" altLang="en-US" dirty="0"/>
              <a:t>계량</a:t>
            </a:r>
            <a:r>
              <a:rPr lang="en-US" altLang="ko-KR" dirty="0"/>
              <a:t>(Kaluza-Klein metric): </a:t>
            </a:r>
            <a:r>
              <a:rPr lang="ko-KR" altLang="en-US" dirty="0" err="1"/>
              <a:t>로런츠</a:t>
            </a:r>
            <a:r>
              <a:rPr lang="ko-KR" altLang="en-US" dirty="0"/>
              <a:t>  </a:t>
            </a:r>
            <a:r>
              <a:rPr lang="en-US" altLang="ko-KR" dirty="0"/>
              <a:t>+ 1</a:t>
            </a:r>
            <a:r>
              <a:rPr lang="ko-KR" altLang="en-US" dirty="0"/>
              <a:t>차원 </a:t>
            </a:r>
            <a:r>
              <a:rPr lang="ko-KR" altLang="en-US" dirty="0" err="1"/>
              <a:t>계량텐서</a:t>
            </a:r>
            <a:r>
              <a:rPr lang="en-US" altLang="ko-KR" dirty="0"/>
              <a:t>,</a:t>
            </a:r>
          </a:p>
          <a:p>
            <a:r>
              <a:rPr lang="ko-KR" altLang="en-US" dirty="0"/>
              <a:t>중력</a:t>
            </a:r>
            <a:r>
              <a:rPr lang="en-US" altLang="ko-KR" dirty="0"/>
              <a:t>-</a:t>
            </a:r>
            <a:r>
              <a:rPr lang="ko-KR" altLang="en-US" dirty="0"/>
              <a:t>전자기 퍼텐셜 통합 시도에서 탄생한 계량</a:t>
            </a:r>
            <a:r>
              <a:rPr lang="en-US" altLang="ko-KR" dirty="0"/>
              <a:t> </a:t>
            </a:r>
            <a:endParaRPr lang="ko-KR" altLang="en-US" dirty="0"/>
          </a:p>
        </p:txBody>
      </p:sp>
      <p:sp>
        <p:nvSpPr>
          <p:cNvPr id="8" name="왼쪽 대괄호 7">
            <a:extLst>
              <a:ext uri="{FF2B5EF4-FFF2-40B4-BE49-F238E27FC236}">
                <a16:creationId xmlns:a16="http://schemas.microsoft.com/office/drawing/2014/main" id="{6E638B75-0D97-F2C6-1A98-01D8F34B49D6}"/>
              </a:ext>
            </a:extLst>
          </p:cNvPr>
          <p:cNvSpPr/>
          <p:nvPr/>
        </p:nvSpPr>
        <p:spPr>
          <a:xfrm>
            <a:off x="3902127" y="1001456"/>
            <a:ext cx="369620" cy="5363733"/>
          </a:xfrm>
          <a:prstGeom prst="leftBracket">
            <a:avLst>
              <a:gd name="adj" fmla="val 161243"/>
            </a:avLst>
          </a:prstGeom>
          <a:ln>
            <a:solidFill>
              <a:schemeClr val="tx1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17" name="왼쪽 대괄호 16">
            <a:extLst>
              <a:ext uri="{FF2B5EF4-FFF2-40B4-BE49-F238E27FC236}">
                <a16:creationId xmlns:a16="http://schemas.microsoft.com/office/drawing/2014/main" id="{F7F5BD22-4EE7-88C8-FFE8-7C38F9F9119B}"/>
              </a:ext>
            </a:extLst>
          </p:cNvPr>
          <p:cNvSpPr/>
          <p:nvPr/>
        </p:nvSpPr>
        <p:spPr>
          <a:xfrm rot="10800000">
            <a:off x="9740506" y="1009735"/>
            <a:ext cx="369620" cy="5363733"/>
          </a:xfrm>
          <a:prstGeom prst="leftBracket">
            <a:avLst>
              <a:gd name="adj" fmla="val 161243"/>
            </a:avLst>
          </a:prstGeom>
          <a:ln>
            <a:solidFill>
              <a:schemeClr val="tx1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28" name="TextBox 27">
            <a:extLst>
              <a:ext uri="{FF2B5EF4-FFF2-40B4-BE49-F238E27FC236}">
                <a16:creationId xmlns:a16="http://schemas.microsoft.com/office/drawing/2014/main" id="{F54D7CA2-25C3-BC0F-58C3-0853E998CD26}"/>
              </a:ext>
            </a:extLst>
          </p:cNvPr>
          <p:cNvSpPr txBox="1"/>
          <p:nvPr/>
        </p:nvSpPr>
        <p:spPr>
          <a:xfrm>
            <a:off x="676656" y="876258"/>
            <a:ext cx="3085447" cy="47705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0" marR="0" lvl="0" indent="0" algn="l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 sz="1250">
                <a:solidFill>
                  <a:srgbClr val="5C6574"/>
                </a:solidFill>
              </a:defRPr>
            </a:pPr>
            <a:r>
              <a:rPr kumimoji="0" sz="1250" b="0" i="0" u="none" strike="noStrike" kern="1200" cap="none" spc="0" normalizeH="0" baseline="0" noProof="0" dirty="0" err="1">
                <a:ln>
                  <a:noFill/>
                </a:ln>
                <a:solidFill>
                  <a:srgbClr val="5C6574"/>
                </a:solidFill>
                <a:effectLst/>
                <a:uLnTx/>
                <a:uFillTx/>
                <a:latin typeface="Calibri"/>
                <a:ea typeface="+mn-ea"/>
                <a:cs typeface="+mn-cs"/>
              </a:rPr>
              <a:t>전자기</a:t>
            </a:r>
            <a:r>
              <a:rPr kumimoji="0" sz="1250" b="0" i="0" u="none" strike="noStrike" kern="1200" cap="none" spc="0" normalizeH="0" baseline="0" noProof="0" dirty="0">
                <a:ln>
                  <a:noFill/>
                </a:ln>
                <a:solidFill>
                  <a:srgbClr val="5C6574"/>
                </a:solidFill>
                <a:effectLst/>
                <a:uLnTx/>
                <a:uFillTx/>
                <a:latin typeface="Calibri"/>
                <a:ea typeface="+mn-ea"/>
                <a:cs typeface="+mn-cs"/>
              </a:rPr>
              <a:t> </a:t>
            </a:r>
            <a:r>
              <a:rPr kumimoji="0" sz="1250" b="0" i="0" u="none" strike="noStrike" kern="1200" cap="none" spc="0" normalizeH="0" baseline="0" noProof="0" dirty="0" err="1">
                <a:ln>
                  <a:noFill/>
                </a:ln>
                <a:solidFill>
                  <a:srgbClr val="5C6574"/>
                </a:solidFill>
                <a:effectLst/>
                <a:uLnTx/>
                <a:uFillTx/>
                <a:latin typeface="Calibri"/>
                <a:ea typeface="+mn-ea"/>
                <a:cs typeface="+mn-cs"/>
              </a:rPr>
              <a:t>퍼텐셜을</a:t>
            </a:r>
            <a:r>
              <a:rPr kumimoji="0" sz="1250" b="0" i="0" u="none" strike="noStrike" kern="1200" cap="none" spc="0" normalizeH="0" baseline="0" noProof="0" dirty="0">
                <a:ln>
                  <a:noFill/>
                </a:ln>
                <a:solidFill>
                  <a:srgbClr val="5C6574"/>
                </a:solidFill>
                <a:effectLst/>
                <a:uLnTx/>
                <a:uFillTx/>
                <a:latin typeface="Calibri"/>
                <a:ea typeface="+mn-ea"/>
                <a:cs typeface="+mn-cs"/>
              </a:rPr>
              <a:t> </a:t>
            </a:r>
            <a:r>
              <a:rPr kumimoji="0" sz="1250" b="0" i="0" u="none" strike="noStrike" kern="1200" cap="none" spc="0" normalizeH="0" baseline="0" noProof="0" dirty="0" err="1">
                <a:ln>
                  <a:noFill/>
                </a:ln>
                <a:solidFill>
                  <a:srgbClr val="5C6574"/>
                </a:solidFill>
                <a:effectLst/>
                <a:uLnTx/>
                <a:uFillTx/>
                <a:latin typeface="Calibri"/>
                <a:ea typeface="+mn-ea"/>
                <a:cs typeface="+mn-cs"/>
              </a:rPr>
              <a:t>고차원</a:t>
            </a:r>
            <a:r>
              <a:rPr kumimoji="0" sz="1250" b="0" i="0" u="none" strike="noStrike" kern="1200" cap="none" spc="0" normalizeH="0" baseline="0" noProof="0" dirty="0">
                <a:ln>
                  <a:noFill/>
                </a:ln>
                <a:solidFill>
                  <a:srgbClr val="5C6574"/>
                </a:solidFill>
                <a:effectLst/>
                <a:uLnTx/>
                <a:uFillTx/>
                <a:latin typeface="Calibri"/>
                <a:ea typeface="+mn-ea"/>
                <a:cs typeface="+mn-cs"/>
              </a:rPr>
              <a:t> </a:t>
            </a:r>
            <a:r>
              <a:rPr kumimoji="0" sz="1250" b="0" i="0" u="none" strike="noStrike" kern="1200" cap="none" spc="0" normalizeH="0" baseline="0" noProof="0" dirty="0" err="1">
                <a:ln>
                  <a:noFill/>
                </a:ln>
                <a:solidFill>
                  <a:srgbClr val="5C6574"/>
                </a:solidFill>
                <a:effectLst/>
                <a:uLnTx/>
                <a:uFillTx/>
                <a:latin typeface="Calibri"/>
                <a:ea typeface="+mn-ea"/>
                <a:cs typeface="+mn-cs"/>
              </a:rPr>
              <a:t>계량의</a:t>
            </a:r>
            <a:r>
              <a:rPr kumimoji="0" sz="1250" b="0" i="0" u="none" strike="noStrike" kern="1200" cap="none" spc="0" normalizeH="0" baseline="0" noProof="0" dirty="0">
                <a:ln>
                  <a:noFill/>
                </a:ln>
                <a:solidFill>
                  <a:srgbClr val="5C6574"/>
                </a:solidFill>
                <a:effectLst/>
                <a:uLnTx/>
                <a:uFillTx/>
                <a:latin typeface="Calibri"/>
                <a:ea typeface="+mn-ea"/>
                <a:cs typeface="+mn-cs"/>
              </a:rPr>
              <a:t> </a:t>
            </a:r>
            <a:r>
              <a:rPr kumimoji="0" sz="1250" b="0" i="0" u="none" strike="noStrike" kern="1200" cap="none" spc="0" normalizeH="0" baseline="0" noProof="0" dirty="0" err="1">
                <a:ln>
                  <a:noFill/>
                </a:ln>
                <a:solidFill>
                  <a:srgbClr val="5C6574"/>
                </a:solidFill>
                <a:effectLst/>
                <a:uLnTx/>
                <a:uFillTx/>
                <a:latin typeface="Calibri"/>
                <a:ea typeface="+mn-ea"/>
                <a:cs typeface="+mn-cs"/>
              </a:rPr>
              <a:t>성분으로</a:t>
            </a:r>
            <a:r>
              <a:rPr kumimoji="0" sz="1250" b="0" i="0" u="none" strike="noStrike" kern="1200" cap="none" spc="0" normalizeH="0" baseline="0" noProof="0" dirty="0">
                <a:ln>
                  <a:noFill/>
                </a:ln>
                <a:solidFill>
                  <a:srgbClr val="5C6574"/>
                </a:solidFill>
                <a:effectLst/>
                <a:uLnTx/>
                <a:uFillTx/>
                <a:latin typeface="Calibri"/>
                <a:ea typeface="+mn-ea"/>
                <a:cs typeface="+mn-cs"/>
              </a:rPr>
              <a:t> </a:t>
            </a:r>
            <a:r>
              <a:rPr kumimoji="0" sz="1250" b="0" i="0" u="none" strike="noStrike" kern="1200" cap="none" spc="0" normalizeH="0" baseline="0" noProof="0" dirty="0" err="1">
                <a:ln>
                  <a:noFill/>
                </a:ln>
                <a:solidFill>
                  <a:srgbClr val="5C6574"/>
                </a:solidFill>
                <a:effectLst/>
                <a:uLnTx/>
                <a:uFillTx/>
                <a:latin typeface="Calibri"/>
                <a:ea typeface="+mn-ea"/>
                <a:cs typeface="+mn-cs"/>
              </a:rPr>
              <a:t>해석해</a:t>
            </a:r>
            <a:r>
              <a:rPr kumimoji="0" sz="1250" b="0" i="0" u="none" strike="noStrike" kern="1200" cap="none" spc="0" normalizeH="0" baseline="0" noProof="0" dirty="0">
                <a:ln>
                  <a:noFill/>
                </a:ln>
                <a:solidFill>
                  <a:srgbClr val="5C6574"/>
                </a:solidFill>
                <a:effectLst/>
                <a:uLnTx/>
                <a:uFillTx/>
                <a:latin typeface="Calibri"/>
                <a:ea typeface="+mn-ea"/>
                <a:cs typeface="+mn-cs"/>
              </a:rPr>
              <a:t> </a:t>
            </a:r>
            <a:r>
              <a:rPr kumimoji="0" sz="1250" b="0" i="0" u="none" strike="noStrike" kern="1200" cap="none" spc="0" normalizeH="0" baseline="0" noProof="0" dirty="0" err="1">
                <a:ln>
                  <a:noFill/>
                </a:ln>
                <a:solidFill>
                  <a:srgbClr val="5C6574"/>
                </a:solidFill>
                <a:effectLst/>
                <a:uLnTx/>
                <a:uFillTx/>
                <a:latin typeface="Calibri"/>
                <a:ea typeface="+mn-ea"/>
                <a:cs typeface="+mn-cs"/>
              </a:rPr>
              <a:t>서로</a:t>
            </a:r>
            <a:r>
              <a:rPr kumimoji="0" sz="1250" b="0" i="0" u="none" strike="noStrike" kern="1200" cap="none" spc="0" normalizeH="0" baseline="0" noProof="0" dirty="0">
                <a:ln>
                  <a:noFill/>
                </a:ln>
                <a:solidFill>
                  <a:srgbClr val="5C6574"/>
                </a:solidFill>
                <a:effectLst/>
                <a:uLnTx/>
                <a:uFillTx/>
                <a:latin typeface="Calibri"/>
                <a:ea typeface="+mn-ea"/>
                <a:cs typeface="+mn-cs"/>
              </a:rPr>
              <a:t> </a:t>
            </a:r>
            <a:r>
              <a:rPr kumimoji="0" sz="1250" b="0" i="0" u="none" strike="noStrike" kern="1200" cap="none" spc="0" normalizeH="0" baseline="0" noProof="0" dirty="0" err="1">
                <a:ln>
                  <a:noFill/>
                </a:ln>
                <a:solidFill>
                  <a:srgbClr val="5C6574"/>
                </a:solidFill>
                <a:effectLst/>
                <a:uLnTx/>
                <a:uFillTx/>
                <a:latin typeface="Calibri"/>
                <a:ea typeface="+mn-ea"/>
                <a:cs typeface="+mn-cs"/>
              </a:rPr>
              <a:t>다른</a:t>
            </a:r>
            <a:r>
              <a:rPr kumimoji="0" sz="1250" b="0" i="0" u="none" strike="noStrike" kern="1200" cap="none" spc="0" normalizeH="0" baseline="0" noProof="0" dirty="0">
                <a:ln>
                  <a:noFill/>
                </a:ln>
                <a:solidFill>
                  <a:srgbClr val="5C6574"/>
                </a:solidFill>
                <a:effectLst/>
                <a:uLnTx/>
                <a:uFillTx/>
                <a:latin typeface="Calibri"/>
                <a:ea typeface="+mn-ea"/>
                <a:cs typeface="+mn-cs"/>
              </a:rPr>
              <a:t> </a:t>
            </a:r>
            <a:r>
              <a:rPr kumimoji="0" sz="1250" b="0" i="0" u="none" strike="noStrike" kern="1200" cap="none" spc="0" normalizeH="0" baseline="0" noProof="0" dirty="0" err="1">
                <a:ln>
                  <a:noFill/>
                </a:ln>
                <a:solidFill>
                  <a:srgbClr val="5C6574"/>
                </a:solidFill>
                <a:effectLst/>
                <a:uLnTx/>
                <a:uFillTx/>
                <a:latin typeface="Calibri"/>
                <a:ea typeface="+mn-ea"/>
                <a:cs typeface="+mn-cs"/>
              </a:rPr>
              <a:t>정보량을</a:t>
            </a:r>
            <a:r>
              <a:rPr kumimoji="0" sz="1250" b="0" i="0" u="none" strike="noStrike" kern="1200" cap="none" spc="0" normalizeH="0" baseline="0" noProof="0" dirty="0">
                <a:ln>
                  <a:noFill/>
                </a:ln>
                <a:solidFill>
                  <a:srgbClr val="5C6574"/>
                </a:solidFill>
                <a:effectLst/>
                <a:uLnTx/>
                <a:uFillTx/>
                <a:latin typeface="Calibri"/>
                <a:ea typeface="+mn-ea"/>
                <a:cs typeface="+mn-cs"/>
              </a:rPr>
              <a:t> </a:t>
            </a:r>
            <a:r>
              <a:rPr kumimoji="0" sz="1250" b="0" i="0" u="none" strike="noStrike" kern="1200" cap="none" spc="0" normalizeH="0" baseline="0" noProof="0" dirty="0" err="1">
                <a:ln>
                  <a:noFill/>
                </a:ln>
                <a:solidFill>
                  <a:srgbClr val="5C6574"/>
                </a:solidFill>
                <a:effectLst/>
                <a:uLnTx/>
                <a:uFillTx/>
                <a:latin typeface="Calibri"/>
                <a:ea typeface="+mn-ea"/>
                <a:cs typeface="+mn-cs"/>
              </a:rPr>
              <a:t>만든다</a:t>
            </a:r>
            <a:r>
              <a:rPr kumimoji="0" sz="1250" b="0" i="0" u="none" strike="noStrike" kern="1200" cap="none" spc="0" normalizeH="0" baseline="0" noProof="0" dirty="0">
                <a:ln>
                  <a:noFill/>
                </a:ln>
                <a:solidFill>
                  <a:srgbClr val="5C6574"/>
                </a:solidFill>
                <a:effectLst/>
                <a:uLnTx/>
                <a:uFillTx/>
                <a:latin typeface="Calibri"/>
                <a:ea typeface="+mn-ea"/>
                <a:cs typeface="+mn-cs"/>
              </a:rPr>
              <a:t>.</a:t>
            </a:r>
          </a:p>
        </p:txBody>
      </p:sp>
    </p:spTree>
    <p:extLst>
      <p:ext uri="{BB962C8B-B14F-4D97-AF65-F5344CB8AC3E}">
        <p14:creationId xmlns:p14="http://schemas.microsoft.com/office/powerpoint/2010/main" val="1462384119"/>
      </p:ext>
    </p:extLst>
  </p:cSld>
  <p:clrMapOvr>
    <a:masterClrMapping/>
  </p:clrMapOvr>
  <mc:AlternateContent xmlns:mc="http://schemas.openxmlformats.org/markup-compatibility/2006">
    <mc:Choice xmlns:p159="http://schemas.microsoft.com/office/powerpoint/2015/09/main" Requires="p159">
      <p:transition>
        <p159:morph option="byObject"/>
      </p:transition>
    </mc:Choice>
    <mc:Fallback>
      <p:transition>
        <p:fade/>
      </p:transition>
    </mc:Fallback>
  </mc:AlternateContent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xit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animEffect transition="out" filter="fade">
                                      <p:cBhvr>
                                        <p:cTn id="6" dur="10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7" dur="1" fill="hold">
                                          <p:stCondLst>
                                            <p:cond delay="99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8" presetID="10" presetClass="exit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animEffect transition="out" filter="fade">
                                      <p:cBhvr>
                                        <p:cTn id="9" dur="1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99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1" fill="hold">
                            <p:stCondLst>
                              <p:cond delay="100"/>
                            </p:stCondLst>
                            <p:childTnLst>
                              <p:par>
                                <p:cTn id="12" presetID="10" presetClass="exit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animEffect transition="out" filter="fade">
                                      <p:cBhvr>
                                        <p:cTn id="13" dur="10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99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5" presetID="10" presetClass="exit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animEffect transition="out" filter="fade">
                                      <p:cBhvr>
                                        <p:cTn id="16" dur="10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17" dur="1" fill="hold">
                                          <p:stCondLst>
                                            <p:cond delay="99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8" fill="hold">
                            <p:stCondLst>
                              <p:cond delay="200"/>
                            </p:stCondLst>
                            <p:childTnLst>
                              <p:par>
                                <p:cTn id="19" presetID="10" presetClass="exit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animEffect transition="out" filter="fade">
                                      <p:cBhvr>
                                        <p:cTn id="20" dur="100"/>
                                        <p:tgtEl>
                                          <p:spTgt spid="29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99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2" presetID="10" presetClass="exit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animEffect transition="out" filter="fade">
                                      <p:cBhvr>
                                        <p:cTn id="23" dur="10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99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25" fill="hold">
                            <p:stCondLst>
                              <p:cond delay="300"/>
                            </p:stCondLst>
                            <p:childTnLst>
                              <p:par>
                                <p:cTn id="26" presetID="10" presetClass="exit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animEffect transition="out" filter="fade">
                                      <p:cBhvr>
                                        <p:cTn id="27" dur="100"/>
                                        <p:tgtEl>
                                          <p:spTgt spid="49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28" dur="1" fill="hold">
                                          <p:stCondLst>
                                            <p:cond delay="99"/>
                                          </p:stCondLst>
                                        </p:cTn>
                                        <p:tgtEl>
                                          <p:spTgt spid="4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9" presetID="10" presetClass="exit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animEffect transition="out" filter="fade">
                                      <p:cBhvr>
                                        <p:cTn id="30" dur="100"/>
                                        <p:tgtEl>
                                          <p:spTgt spid="48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99"/>
                                          </p:stCondLst>
                                        </p:cTn>
                                        <p:tgtEl>
                                          <p:spTgt spid="4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32" fill="hold">
                            <p:stCondLst>
                              <p:cond delay="400"/>
                            </p:stCondLst>
                            <p:childTnLst>
                              <p:par>
                                <p:cTn id="33" presetID="10" presetClass="exit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animEffect transition="out" filter="fade">
                                      <p:cBhvr>
                                        <p:cTn id="34" dur="100"/>
                                        <p:tgtEl>
                                          <p:spTgt spid="51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35" dur="1" fill="hold">
                                          <p:stCondLst>
                                            <p:cond delay="99"/>
                                          </p:stCondLst>
                                        </p:cTn>
                                        <p:tgtEl>
                                          <p:spTgt spid="5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6" presetID="10" presetClass="exit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animEffect transition="out" filter="fade">
                                      <p:cBhvr>
                                        <p:cTn id="37" dur="100"/>
                                        <p:tgtEl>
                                          <p:spTgt spid="50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38" dur="1" fill="hold">
                                          <p:stCondLst>
                                            <p:cond delay="99"/>
                                          </p:stCondLst>
                                        </p:cTn>
                                        <p:tgtEl>
                                          <p:spTgt spid="5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39" fill="hold">
                            <p:stCondLst>
                              <p:cond delay="500"/>
                            </p:stCondLst>
                            <p:childTnLst>
                              <p:par>
                                <p:cTn id="40" presetID="10" presetClass="exit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animEffect transition="out" filter="fade">
                                      <p:cBhvr>
                                        <p:cTn id="41" dur="100"/>
                                        <p:tgtEl>
                                          <p:spTgt spid="52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42" dur="1" fill="hold">
                                          <p:stCondLst>
                                            <p:cond delay="99"/>
                                          </p:stCondLst>
                                        </p:cTn>
                                        <p:tgtEl>
                                          <p:spTgt spid="5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1" grpId="0" animBg="1"/>
      <p:bldP spid="23" grpId="0" animBg="1"/>
      <p:bldP spid="24" grpId="0" animBg="1"/>
      <p:bldP spid="25" grpId="0" animBg="1"/>
      <p:bldP spid="27" grpId="0" animBg="1"/>
      <p:bldP spid="29" grpId="0" animBg="1"/>
      <p:bldP spid="48" grpId="0" animBg="1"/>
      <p:bldP spid="49" grpId="0" animBg="1"/>
      <p:bldP spid="50" grpId="0" animBg="1"/>
      <p:bldP spid="51" grpId="0" animBg="1"/>
      <p:bldP spid="52" grpId="0" animBg="1"/>
    </p:bldLst>
  </p:timing>
</p:sld>
</file>

<file path=ppt/slides/slide4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8F9FC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A08E37D5-B793-5D9E-415D-0CD96D450E3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mc:AlternateContent xmlns:mc="http://schemas.openxmlformats.org/markup-compatibility/2006" xmlns:a14="http://schemas.microsoft.com/office/drawing/2010/main">
        <mc:Choice Requires="a14">
          <p:sp>
            <p:nvSpPr>
              <p:cNvPr id="10" name="TextBox 9">
                <a:extLst>
                  <a:ext uri="{FF2B5EF4-FFF2-40B4-BE49-F238E27FC236}">
                    <a16:creationId xmlns:a16="http://schemas.microsoft.com/office/drawing/2014/main" id="{B0646912-CA46-F99E-BFC3-DF2F4E1A988C}"/>
                  </a:ext>
                </a:extLst>
              </p:cNvPr>
              <p:cNvSpPr txBox="1"/>
              <p:nvPr/>
            </p:nvSpPr>
            <p:spPr>
              <a:xfrm>
                <a:off x="4174324" y="5644083"/>
                <a:ext cx="833498" cy="553998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>
                      <m:sSub>
                        <m:sSubPr>
                          <m:ctrlPr>
                            <a:rPr lang="en-US" altLang="ko-KR" sz="3000" b="0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altLang="ko-KR" sz="3000" b="0" i="1" smtClean="0">
                              <a:latin typeface="Cambria Math" panose="02040503050406030204" pitchFamily="18" charset="0"/>
                            </a:rPr>
                            <m:t>𝑔</m:t>
                          </m:r>
                        </m:e>
                        <m:sub>
                          <m:r>
                            <a:rPr lang="en-US" altLang="ko-KR" sz="3000" b="0" i="1" smtClean="0">
                              <a:latin typeface="Cambria Math" panose="02040503050406030204" pitchFamily="18" charset="0"/>
                            </a:rPr>
                            <m:t>05</m:t>
                          </m:r>
                        </m:sub>
                      </m:sSub>
                    </m:oMath>
                  </m:oMathPara>
                </a14:m>
                <a:endParaRPr lang="ko-KR" altLang="en-US" sz="3000" dirty="0"/>
              </a:p>
            </p:txBody>
          </p:sp>
        </mc:Choice>
        <mc:Fallback xmlns="">
          <p:sp>
            <p:nvSpPr>
              <p:cNvPr id="10" name="TextBox 9">
                <a:extLst>
                  <a:ext uri="{FF2B5EF4-FFF2-40B4-BE49-F238E27FC236}">
                    <a16:creationId xmlns:a16="http://schemas.microsoft.com/office/drawing/2014/main" id="{B0646912-CA46-F99E-BFC3-DF2F4E1A988C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4174324" y="5644083"/>
                <a:ext cx="833498" cy="553998"/>
              </a:xfrm>
              <a:prstGeom prst="rect">
                <a:avLst/>
              </a:prstGeom>
              <a:blipFill>
                <a:blip r:embed="rId2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ko-KR" alt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2" name="TextBox 1">
                <a:extLst>
                  <a:ext uri="{FF2B5EF4-FFF2-40B4-BE49-F238E27FC236}">
                    <a16:creationId xmlns:a16="http://schemas.microsoft.com/office/drawing/2014/main" id="{12F436B2-9771-BD92-2A70-DD87DC1E5567}"/>
                  </a:ext>
                </a:extLst>
              </p:cNvPr>
              <p:cNvSpPr txBox="1"/>
              <p:nvPr/>
            </p:nvSpPr>
            <p:spPr>
              <a:xfrm>
                <a:off x="4178515" y="994292"/>
                <a:ext cx="833498" cy="553998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>
                      <m:sSub>
                        <m:sSubPr>
                          <m:ctrlPr>
                            <a:rPr lang="en-US" altLang="ko-KR" sz="3000" b="0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altLang="ko-KR" sz="3000" b="0" i="1" smtClean="0">
                              <a:latin typeface="Cambria Math" panose="02040503050406030204" pitchFamily="18" charset="0"/>
                            </a:rPr>
                            <m:t>𝑔</m:t>
                          </m:r>
                        </m:e>
                        <m:sub>
                          <m:r>
                            <a:rPr lang="en-US" altLang="ko-KR" sz="3000" b="0" i="1" smtClean="0">
                              <a:latin typeface="Cambria Math" panose="02040503050406030204" pitchFamily="18" charset="0"/>
                            </a:rPr>
                            <m:t>00</m:t>
                          </m:r>
                        </m:sub>
                      </m:sSub>
                    </m:oMath>
                  </m:oMathPara>
                </a14:m>
                <a:endParaRPr lang="ko-KR" altLang="en-US" sz="3000" dirty="0"/>
              </a:p>
            </p:txBody>
          </p:sp>
        </mc:Choice>
        <mc:Fallback xmlns="">
          <p:sp>
            <p:nvSpPr>
              <p:cNvPr id="2" name="TextBox 1">
                <a:extLst>
                  <a:ext uri="{FF2B5EF4-FFF2-40B4-BE49-F238E27FC236}">
                    <a16:creationId xmlns:a16="http://schemas.microsoft.com/office/drawing/2014/main" id="{12F436B2-9771-BD92-2A70-DD87DC1E5567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4178515" y="994292"/>
                <a:ext cx="833498" cy="553998"/>
              </a:xfrm>
              <a:prstGeom prst="rect">
                <a:avLst/>
              </a:prstGeom>
              <a:blipFill>
                <a:blip r:embed="rId3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ko-KR" alt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3" name="TextBox 2">
            <a:extLst>
              <a:ext uri="{FF2B5EF4-FFF2-40B4-BE49-F238E27FC236}">
                <a16:creationId xmlns:a16="http://schemas.microsoft.com/office/drawing/2014/main" id="{046099B2-9460-C656-15FC-763DAD1BC21F}"/>
              </a:ext>
            </a:extLst>
          </p:cNvPr>
          <p:cNvSpPr txBox="1"/>
          <p:nvPr/>
        </p:nvSpPr>
        <p:spPr>
          <a:xfrm>
            <a:off x="658368" y="384048"/>
            <a:ext cx="1297150" cy="5232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lvl="0" defTabSz="457200" latinLnBrk="0">
              <a:defRPr sz="2800" b="1">
                <a:solidFill>
                  <a:srgbClr val="18233A"/>
                </a:solidFill>
              </a:defRPr>
            </a:pPr>
            <a:r>
              <a:rPr lang="en-US" altLang="ko-KR" sz="2800" b="1" dirty="0">
                <a:solidFill>
                  <a:srgbClr val="18233A"/>
                </a:solidFill>
              </a:rPr>
              <a:t>KK</a:t>
            </a:r>
            <a:r>
              <a:rPr lang="ko-KR" altLang="en-US" sz="2800" b="1" dirty="0">
                <a:solidFill>
                  <a:srgbClr val="18233A"/>
                </a:solidFill>
              </a:rPr>
              <a:t>계량</a:t>
            </a:r>
          </a:p>
        </p:txBody>
      </p:sp>
      <p:sp>
        <p:nvSpPr>
          <p:cNvPr id="6" name="Rectangle 5">
            <a:extLst>
              <a:ext uri="{FF2B5EF4-FFF2-40B4-BE49-F238E27FC236}">
                <a16:creationId xmlns:a16="http://schemas.microsoft.com/office/drawing/2014/main" id="{9CB260E1-FA45-C14C-0867-EE82579DAB5A}"/>
              </a:ext>
            </a:extLst>
          </p:cNvPr>
          <p:cNvSpPr/>
          <p:nvPr/>
        </p:nvSpPr>
        <p:spPr>
          <a:xfrm>
            <a:off x="676656" y="1353312"/>
            <a:ext cx="566928" cy="41148"/>
          </a:xfrm>
          <a:prstGeom prst="rect">
            <a:avLst/>
          </a:prstGeom>
          <a:solidFill>
            <a:srgbClr val="315EB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Calibri"/>
              <a:ea typeface="+mn-ea"/>
              <a:cs typeface="+mn-cs"/>
            </a:endParaRPr>
          </a:p>
        </p:txBody>
      </p:sp>
      <p:pic>
        <p:nvPicPr>
          <p:cNvPr id="22" name="그림 21" descr="초공간 - 교보문고">
            <a:extLst>
              <a:ext uri="{FF2B5EF4-FFF2-40B4-BE49-F238E27FC236}">
                <a16:creationId xmlns:a16="http://schemas.microsoft.com/office/drawing/2014/main" id="{A38393E0-9326-36DD-C1A7-FE14B38AA0B3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76656" y="1666647"/>
            <a:ext cx="2718993" cy="4064895"/>
          </a:xfrm>
          <a:prstGeom prst="rect">
            <a:avLst/>
          </a:prstGeom>
        </p:spPr>
      </p:pic>
      <p:sp>
        <p:nvSpPr>
          <p:cNvPr id="5" name="TextBox 4">
            <a:extLst>
              <a:ext uri="{FF2B5EF4-FFF2-40B4-BE49-F238E27FC236}">
                <a16:creationId xmlns:a16="http://schemas.microsoft.com/office/drawing/2014/main" id="{181B9216-9EF0-B9B6-8DDD-115976230AF8}"/>
              </a:ext>
            </a:extLst>
          </p:cNvPr>
          <p:cNvSpPr txBox="1"/>
          <p:nvPr/>
        </p:nvSpPr>
        <p:spPr>
          <a:xfrm>
            <a:off x="4722413" y="229927"/>
            <a:ext cx="5515356" cy="64633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ko-KR" dirty="0"/>
              <a:t>KK</a:t>
            </a:r>
            <a:r>
              <a:rPr lang="ko-KR" altLang="en-US" dirty="0"/>
              <a:t>계량</a:t>
            </a:r>
            <a:r>
              <a:rPr lang="en-US" altLang="ko-KR" dirty="0"/>
              <a:t>(Kaluza-Klein metric): </a:t>
            </a:r>
            <a:r>
              <a:rPr lang="ko-KR" altLang="en-US" dirty="0" err="1"/>
              <a:t>로런츠</a:t>
            </a:r>
            <a:r>
              <a:rPr lang="ko-KR" altLang="en-US" dirty="0"/>
              <a:t>  </a:t>
            </a:r>
            <a:r>
              <a:rPr lang="en-US" altLang="ko-KR" dirty="0"/>
              <a:t>+ 1</a:t>
            </a:r>
            <a:r>
              <a:rPr lang="ko-KR" altLang="en-US" dirty="0"/>
              <a:t>차원 </a:t>
            </a:r>
            <a:r>
              <a:rPr lang="ko-KR" altLang="en-US" dirty="0" err="1"/>
              <a:t>계량텐서</a:t>
            </a:r>
            <a:r>
              <a:rPr lang="en-US" altLang="ko-KR" dirty="0"/>
              <a:t>,</a:t>
            </a:r>
          </a:p>
          <a:p>
            <a:r>
              <a:rPr lang="ko-KR" altLang="en-US" dirty="0"/>
              <a:t>중력</a:t>
            </a:r>
            <a:r>
              <a:rPr lang="en-US" altLang="ko-KR" dirty="0"/>
              <a:t>-</a:t>
            </a:r>
            <a:r>
              <a:rPr lang="ko-KR" altLang="en-US" dirty="0"/>
              <a:t>전자기 퍼텐셜 통합 시도에서 탄생한 계량</a:t>
            </a:r>
            <a:r>
              <a:rPr lang="en-US" altLang="ko-KR" dirty="0"/>
              <a:t> </a:t>
            </a:r>
            <a:endParaRPr lang="ko-KR" altLang="en-US" dirty="0"/>
          </a:p>
        </p:txBody>
      </p:sp>
      <p:sp>
        <p:nvSpPr>
          <p:cNvPr id="8" name="왼쪽 대괄호 7">
            <a:extLst>
              <a:ext uri="{FF2B5EF4-FFF2-40B4-BE49-F238E27FC236}">
                <a16:creationId xmlns:a16="http://schemas.microsoft.com/office/drawing/2014/main" id="{A757ED41-657E-E7BC-A963-2E271A0FC310}"/>
              </a:ext>
            </a:extLst>
          </p:cNvPr>
          <p:cNvSpPr/>
          <p:nvPr/>
        </p:nvSpPr>
        <p:spPr>
          <a:xfrm>
            <a:off x="3902127" y="1001456"/>
            <a:ext cx="369620" cy="5363733"/>
          </a:xfrm>
          <a:prstGeom prst="leftBracket">
            <a:avLst>
              <a:gd name="adj" fmla="val 161243"/>
            </a:avLst>
          </a:prstGeom>
          <a:ln>
            <a:solidFill>
              <a:schemeClr val="tx1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17" name="왼쪽 대괄호 16">
            <a:extLst>
              <a:ext uri="{FF2B5EF4-FFF2-40B4-BE49-F238E27FC236}">
                <a16:creationId xmlns:a16="http://schemas.microsoft.com/office/drawing/2014/main" id="{D5D00B8A-F36A-F53B-86B5-E9CDA8F7D9A9}"/>
              </a:ext>
            </a:extLst>
          </p:cNvPr>
          <p:cNvSpPr/>
          <p:nvPr/>
        </p:nvSpPr>
        <p:spPr>
          <a:xfrm rot="10800000">
            <a:off x="9740506" y="1009735"/>
            <a:ext cx="369620" cy="5363733"/>
          </a:xfrm>
          <a:prstGeom prst="leftBracket">
            <a:avLst>
              <a:gd name="adj" fmla="val 161243"/>
            </a:avLst>
          </a:prstGeom>
          <a:ln>
            <a:solidFill>
              <a:schemeClr val="tx1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28" name="TextBox 27">
            <a:extLst>
              <a:ext uri="{FF2B5EF4-FFF2-40B4-BE49-F238E27FC236}">
                <a16:creationId xmlns:a16="http://schemas.microsoft.com/office/drawing/2014/main" id="{B1C5D563-F1D7-B392-0536-F4F293445DAA}"/>
              </a:ext>
            </a:extLst>
          </p:cNvPr>
          <p:cNvSpPr txBox="1"/>
          <p:nvPr/>
        </p:nvSpPr>
        <p:spPr>
          <a:xfrm>
            <a:off x="676656" y="876258"/>
            <a:ext cx="3085447" cy="47705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0" marR="0" lvl="0" indent="0" algn="l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 sz="1250">
                <a:solidFill>
                  <a:srgbClr val="5C6574"/>
                </a:solidFill>
              </a:defRPr>
            </a:pPr>
            <a:r>
              <a:rPr kumimoji="0" sz="1250" b="0" i="0" u="none" strike="noStrike" kern="1200" cap="none" spc="0" normalizeH="0" baseline="0" noProof="0" dirty="0" err="1">
                <a:ln>
                  <a:noFill/>
                </a:ln>
                <a:solidFill>
                  <a:srgbClr val="5C6574"/>
                </a:solidFill>
                <a:effectLst/>
                <a:uLnTx/>
                <a:uFillTx/>
                <a:latin typeface="Calibri"/>
                <a:ea typeface="+mn-ea"/>
                <a:cs typeface="+mn-cs"/>
              </a:rPr>
              <a:t>전자기</a:t>
            </a:r>
            <a:r>
              <a:rPr kumimoji="0" sz="1250" b="0" i="0" u="none" strike="noStrike" kern="1200" cap="none" spc="0" normalizeH="0" baseline="0" noProof="0" dirty="0">
                <a:ln>
                  <a:noFill/>
                </a:ln>
                <a:solidFill>
                  <a:srgbClr val="5C6574"/>
                </a:solidFill>
                <a:effectLst/>
                <a:uLnTx/>
                <a:uFillTx/>
                <a:latin typeface="Calibri"/>
                <a:ea typeface="+mn-ea"/>
                <a:cs typeface="+mn-cs"/>
              </a:rPr>
              <a:t> </a:t>
            </a:r>
            <a:r>
              <a:rPr kumimoji="0" sz="1250" b="0" i="0" u="none" strike="noStrike" kern="1200" cap="none" spc="0" normalizeH="0" baseline="0" noProof="0" dirty="0" err="1">
                <a:ln>
                  <a:noFill/>
                </a:ln>
                <a:solidFill>
                  <a:srgbClr val="5C6574"/>
                </a:solidFill>
                <a:effectLst/>
                <a:uLnTx/>
                <a:uFillTx/>
                <a:latin typeface="Calibri"/>
                <a:ea typeface="+mn-ea"/>
                <a:cs typeface="+mn-cs"/>
              </a:rPr>
              <a:t>퍼텐셜을</a:t>
            </a:r>
            <a:r>
              <a:rPr kumimoji="0" sz="1250" b="0" i="0" u="none" strike="noStrike" kern="1200" cap="none" spc="0" normalizeH="0" baseline="0" noProof="0" dirty="0">
                <a:ln>
                  <a:noFill/>
                </a:ln>
                <a:solidFill>
                  <a:srgbClr val="5C6574"/>
                </a:solidFill>
                <a:effectLst/>
                <a:uLnTx/>
                <a:uFillTx/>
                <a:latin typeface="Calibri"/>
                <a:ea typeface="+mn-ea"/>
                <a:cs typeface="+mn-cs"/>
              </a:rPr>
              <a:t> </a:t>
            </a:r>
            <a:r>
              <a:rPr kumimoji="0" sz="1250" b="0" i="0" u="none" strike="noStrike" kern="1200" cap="none" spc="0" normalizeH="0" baseline="0" noProof="0" dirty="0" err="1">
                <a:ln>
                  <a:noFill/>
                </a:ln>
                <a:solidFill>
                  <a:srgbClr val="5C6574"/>
                </a:solidFill>
                <a:effectLst/>
                <a:uLnTx/>
                <a:uFillTx/>
                <a:latin typeface="Calibri"/>
                <a:ea typeface="+mn-ea"/>
                <a:cs typeface="+mn-cs"/>
              </a:rPr>
              <a:t>고차원</a:t>
            </a:r>
            <a:r>
              <a:rPr kumimoji="0" sz="1250" b="0" i="0" u="none" strike="noStrike" kern="1200" cap="none" spc="0" normalizeH="0" baseline="0" noProof="0" dirty="0">
                <a:ln>
                  <a:noFill/>
                </a:ln>
                <a:solidFill>
                  <a:srgbClr val="5C6574"/>
                </a:solidFill>
                <a:effectLst/>
                <a:uLnTx/>
                <a:uFillTx/>
                <a:latin typeface="Calibri"/>
                <a:ea typeface="+mn-ea"/>
                <a:cs typeface="+mn-cs"/>
              </a:rPr>
              <a:t> </a:t>
            </a:r>
            <a:r>
              <a:rPr kumimoji="0" sz="1250" b="0" i="0" u="none" strike="noStrike" kern="1200" cap="none" spc="0" normalizeH="0" baseline="0" noProof="0" dirty="0" err="1">
                <a:ln>
                  <a:noFill/>
                </a:ln>
                <a:solidFill>
                  <a:srgbClr val="5C6574"/>
                </a:solidFill>
                <a:effectLst/>
                <a:uLnTx/>
                <a:uFillTx/>
                <a:latin typeface="Calibri"/>
                <a:ea typeface="+mn-ea"/>
                <a:cs typeface="+mn-cs"/>
              </a:rPr>
              <a:t>계량의</a:t>
            </a:r>
            <a:r>
              <a:rPr kumimoji="0" sz="1250" b="0" i="0" u="none" strike="noStrike" kern="1200" cap="none" spc="0" normalizeH="0" baseline="0" noProof="0" dirty="0">
                <a:ln>
                  <a:noFill/>
                </a:ln>
                <a:solidFill>
                  <a:srgbClr val="5C6574"/>
                </a:solidFill>
                <a:effectLst/>
                <a:uLnTx/>
                <a:uFillTx/>
                <a:latin typeface="Calibri"/>
                <a:ea typeface="+mn-ea"/>
                <a:cs typeface="+mn-cs"/>
              </a:rPr>
              <a:t> </a:t>
            </a:r>
            <a:r>
              <a:rPr kumimoji="0" sz="1250" b="0" i="0" u="none" strike="noStrike" kern="1200" cap="none" spc="0" normalizeH="0" baseline="0" noProof="0" dirty="0" err="1">
                <a:ln>
                  <a:noFill/>
                </a:ln>
                <a:solidFill>
                  <a:srgbClr val="5C6574"/>
                </a:solidFill>
                <a:effectLst/>
                <a:uLnTx/>
                <a:uFillTx/>
                <a:latin typeface="Calibri"/>
                <a:ea typeface="+mn-ea"/>
                <a:cs typeface="+mn-cs"/>
              </a:rPr>
              <a:t>성분으로</a:t>
            </a:r>
            <a:r>
              <a:rPr kumimoji="0" sz="1250" b="0" i="0" u="none" strike="noStrike" kern="1200" cap="none" spc="0" normalizeH="0" baseline="0" noProof="0" dirty="0">
                <a:ln>
                  <a:noFill/>
                </a:ln>
                <a:solidFill>
                  <a:srgbClr val="5C6574"/>
                </a:solidFill>
                <a:effectLst/>
                <a:uLnTx/>
                <a:uFillTx/>
                <a:latin typeface="Calibri"/>
                <a:ea typeface="+mn-ea"/>
                <a:cs typeface="+mn-cs"/>
              </a:rPr>
              <a:t> </a:t>
            </a:r>
            <a:r>
              <a:rPr kumimoji="0" sz="1250" b="0" i="0" u="none" strike="noStrike" kern="1200" cap="none" spc="0" normalizeH="0" baseline="0" noProof="0" dirty="0" err="1">
                <a:ln>
                  <a:noFill/>
                </a:ln>
                <a:solidFill>
                  <a:srgbClr val="5C6574"/>
                </a:solidFill>
                <a:effectLst/>
                <a:uLnTx/>
                <a:uFillTx/>
                <a:latin typeface="Calibri"/>
                <a:ea typeface="+mn-ea"/>
                <a:cs typeface="+mn-cs"/>
              </a:rPr>
              <a:t>해석해</a:t>
            </a:r>
            <a:r>
              <a:rPr kumimoji="0" sz="1250" b="0" i="0" u="none" strike="noStrike" kern="1200" cap="none" spc="0" normalizeH="0" baseline="0" noProof="0" dirty="0">
                <a:ln>
                  <a:noFill/>
                </a:ln>
                <a:solidFill>
                  <a:srgbClr val="5C6574"/>
                </a:solidFill>
                <a:effectLst/>
                <a:uLnTx/>
                <a:uFillTx/>
                <a:latin typeface="Calibri"/>
                <a:ea typeface="+mn-ea"/>
                <a:cs typeface="+mn-cs"/>
              </a:rPr>
              <a:t> </a:t>
            </a:r>
            <a:r>
              <a:rPr kumimoji="0" sz="1250" b="0" i="0" u="none" strike="noStrike" kern="1200" cap="none" spc="0" normalizeH="0" baseline="0" noProof="0" dirty="0" err="1">
                <a:ln>
                  <a:noFill/>
                </a:ln>
                <a:solidFill>
                  <a:srgbClr val="5C6574"/>
                </a:solidFill>
                <a:effectLst/>
                <a:uLnTx/>
                <a:uFillTx/>
                <a:latin typeface="Calibri"/>
                <a:ea typeface="+mn-ea"/>
                <a:cs typeface="+mn-cs"/>
              </a:rPr>
              <a:t>서로</a:t>
            </a:r>
            <a:r>
              <a:rPr kumimoji="0" sz="1250" b="0" i="0" u="none" strike="noStrike" kern="1200" cap="none" spc="0" normalizeH="0" baseline="0" noProof="0" dirty="0">
                <a:ln>
                  <a:noFill/>
                </a:ln>
                <a:solidFill>
                  <a:srgbClr val="5C6574"/>
                </a:solidFill>
                <a:effectLst/>
                <a:uLnTx/>
                <a:uFillTx/>
                <a:latin typeface="Calibri"/>
                <a:ea typeface="+mn-ea"/>
                <a:cs typeface="+mn-cs"/>
              </a:rPr>
              <a:t> </a:t>
            </a:r>
            <a:r>
              <a:rPr kumimoji="0" sz="1250" b="0" i="0" u="none" strike="noStrike" kern="1200" cap="none" spc="0" normalizeH="0" baseline="0" noProof="0" dirty="0" err="1">
                <a:ln>
                  <a:noFill/>
                </a:ln>
                <a:solidFill>
                  <a:srgbClr val="5C6574"/>
                </a:solidFill>
                <a:effectLst/>
                <a:uLnTx/>
                <a:uFillTx/>
                <a:latin typeface="Calibri"/>
                <a:ea typeface="+mn-ea"/>
                <a:cs typeface="+mn-cs"/>
              </a:rPr>
              <a:t>다른</a:t>
            </a:r>
            <a:r>
              <a:rPr kumimoji="0" sz="1250" b="0" i="0" u="none" strike="noStrike" kern="1200" cap="none" spc="0" normalizeH="0" baseline="0" noProof="0" dirty="0">
                <a:ln>
                  <a:noFill/>
                </a:ln>
                <a:solidFill>
                  <a:srgbClr val="5C6574"/>
                </a:solidFill>
                <a:effectLst/>
                <a:uLnTx/>
                <a:uFillTx/>
                <a:latin typeface="Calibri"/>
                <a:ea typeface="+mn-ea"/>
                <a:cs typeface="+mn-cs"/>
              </a:rPr>
              <a:t> </a:t>
            </a:r>
            <a:r>
              <a:rPr kumimoji="0" sz="1250" b="0" i="0" u="none" strike="noStrike" kern="1200" cap="none" spc="0" normalizeH="0" baseline="0" noProof="0" dirty="0" err="1">
                <a:ln>
                  <a:noFill/>
                </a:ln>
                <a:solidFill>
                  <a:srgbClr val="5C6574"/>
                </a:solidFill>
                <a:effectLst/>
                <a:uLnTx/>
                <a:uFillTx/>
                <a:latin typeface="Calibri"/>
                <a:ea typeface="+mn-ea"/>
                <a:cs typeface="+mn-cs"/>
              </a:rPr>
              <a:t>정보량을</a:t>
            </a:r>
            <a:r>
              <a:rPr kumimoji="0" sz="1250" b="0" i="0" u="none" strike="noStrike" kern="1200" cap="none" spc="0" normalizeH="0" baseline="0" noProof="0" dirty="0">
                <a:ln>
                  <a:noFill/>
                </a:ln>
                <a:solidFill>
                  <a:srgbClr val="5C6574"/>
                </a:solidFill>
                <a:effectLst/>
                <a:uLnTx/>
                <a:uFillTx/>
                <a:latin typeface="Calibri"/>
                <a:ea typeface="+mn-ea"/>
                <a:cs typeface="+mn-cs"/>
              </a:rPr>
              <a:t> </a:t>
            </a:r>
            <a:r>
              <a:rPr kumimoji="0" sz="1250" b="0" i="0" u="none" strike="noStrike" kern="1200" cap="none" spc="0" normalizeH="0" baseline="0" noProof="0" dirty="0" err="1">
                <a:ln>
                  <a:noFill/>
                </a:ln>
                <a:solidFill>
                  <a:srgbClr val="5C6574"/>
                </a:solidFill>
                <a:effectLst/>
                <a:uLnTx/>
                <a:uFillTx/>
                <a:latin typeface="Calibri"/>
                <a:ea typeface="+mn-ea"/>
                <a:cs typeface="+mn-cs"/>
              </a:rPr>
              <a:t>만든다</a:t>
            </a:r>
            <a:r>
              <a:rPr kumimoji="0" sz="1250" b="0" i="0" u="none" strike="noStrike" kern="1200" cap="none" spc="0" normalizeH="0" baseline="0" noProof="0" dirty="0">
                <a:ln>
                  <a:noFill/>
                </a:ln>
                <a:solidFill>
                  <a:srgbClr val="5C6574"/>
                </a:solidFill>
                <a:effectLst/>
                <a:uLnTx/>
                <a:uFillTx/>
                <a:latin typeface="Calibri"/>
                <a:ea typeface="+mn-ea"/>
                <a:cs typeface="+mn-cs"/>
              </a:rPr>
              <a:t>.</a:t>
            </a:r>
          </a:p>
        </p:txBody>
      </p:sp>
    </p:spTree>
    <p:extLst>
      <p:ext uri="{BB962C8B-B14F-4D97-AF65-F5344CB8AC3E}">
        <p14:creationId xmlns:p14="http://schemas.microsoft.com/office/powerpoint/2010/main" val="2510737494"/>
      </p:ext>
    </p:extLst>
  </p:cSld>
  <p:clrMapOvr>
    <a:masterClrMapping/>
  </p:clrMapOvr>
  <mc:AlternateContent xmlns:mc="http://schemas.openxmlformats.org/markup-compatibility/2006">
    <mc:Choice xmlns:p14="http://schemas.microsoft.com/office/powerpoint/2010/main" Requires="p14">
      <p:transition spd="med" p14:dur="700">
        <p:fade/>
      </p:transition>
    </mc:Choice>
    <mc:Fallback>
      <p:transition spd="med">
        <p:fade/>
      </p:transition>
    </mc:Fallback>
  </mc:AlternateContent>
</p:sld>
</file>

<file path=ppt/tags/tag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TIMING" val="|1.7|1.9"/>
</p:tagLst>
</file>

<file path=ppt/tags/tag2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TIMING" val="|1.3|1.3|2.2"/>
</p:tagLst>
</file>

<file path=ppt/tags/tag3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TIMING" val="|2.8"/>
</p:tagLst>
</file>

<file path=ppt/tags/tag4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TIMING" val="|1.3|1.3"/>
</p:tagLst>
</file>

<file path=ppt/tags/tag5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TIMING" val="|1.3|1.3"/>
</p:tagLst>
</file>

<file path=ppt/tags/tag6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TIMING" val="|0.7|1|1"/>
</p:tagLst>
</file>

<file path=ppt/tags/tag7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TIMING" val="|1|0.9|2.1|3"/>
</p:tagLst>
</file>

<file path=ppt/tags/tag8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TIMING" val="|2.2"/>
</p:tagLst>
</file>

<file path=ppt/tags/tag9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TIMING" val="|2.9|1.8|2.3"/>
</p:tagLst>
</file>

<file path=ppt/tags/tag10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TIMING" val="|2.8"/>
</p:tagLst>
</file>

<file path=ppt/tags/tag1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TIMING" val="|2.3|1.8"/>
</p:tagLst>
</file>

<file path=ppt/tags/tag12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TIMING" val="|1.3"/>
</p:tagLst>
</file>

<file path=ppt/tags/tag13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TIMING" val="|0.8|1.4"/>
</p:tagLst>
</file>

<file path=ppt/tags/tag14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TIMING" val="|1.8"/>
</p:tagLst>
</file>

<file path=ppt/tags/tag15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TIMING" val="|1.4"/>
</p:tagLst>
</file>

<file path=ppt/tags/tag16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TIMING" val="|0.6|1.3|1.5|3.3"/>
</p:tagLst>
</file>

<file path=ppt/tags/tag17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TIMING" val="|1.3|4.8"/>
</p:tagLst>
</file>

<file path=ppt/tags/tag18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TIMING" val="|0.8|1.1|1.1"/>
</p:tagLst>
</file>

<file path=ppt/theme/theme1.xml><?xml version="1.0" encoding="utf-8"?>
<a:theme xmlns:a="http://schemas.openxmlformats.org/drawingml/2006/main" name="Office 테마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맑은 고딕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맑은 고딕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3.xml><?xml version="1.0" encoding="utf-8"?>
<a:theme xmlns:a="http://schemas.openxmlformats.org/drawingml/2006/main" name="Office 테마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맑은 고딕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맑은 고딕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12658</TotalTime>
  <Words>1339</Words>
  <Application>Microsoft Office PowerPoint</Application>
  <PresentationFormat>와이드스크린</PresentationFormat>
  <Paragraphs>444</Paragraphs>
  <Slides>48</Slides>
  <Notes>1</Notes>
  <HiddenSlides>0</HiddenSlides>
  <MMClips>0</MMClips>
  <ScaleCrop>false</ScaleCrop>
  <HeadingPairs>
    <vt:vector size="6" baseType="variant">
      <vt:variant>
        <vt:lpstr>사용한 글꼴</vt:lpstr>
      </vt:variant>
      <vt:variant>
        <vt:i4>4</vt:i4>
      </vt:variant>
      <vt:variant>
        <vt:lpstr>테마</vt:lpstr>
      </vt:variant>
      <vt:variant>
        <vt:i4>2</vt:i4>
      </vt:variant>
      <vt:variant>
        <vt:lpstr>슬라이드 제목</vt:lpstr>
      </vt:variant>
      <vt:variant>
        <vt:i4>48</vt:i4>
      </vt:variant>
    </vt:vector>
  </HeadingPairs>
  <TitlesOfParts>
    <vt:vector size="54" baseType="lpstr">
      <vt:lpstr>맑은 고딕</vt:lpstr>
      <vt:lpstr>Arial</vt:lpstr>
      <vt:lpstr>Calibri</vt:lpstr>
      <vt:lpstr>Cambria Math</vt:lpstr>
      <vt:lpstr>Office 테마</vt:lpstr>
      <vt:lpstr>Office Theme</vt:lpstr>
      <vt:lpstr>AI를 활용한 전하 분포 역추정</vt:lpstr>
      <vt:lpstr>목차</vt:lpstr>
      <vt:lpstr>탐구 정체성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>연우 오</dc:creator>
  <cp:lastModifiedBy>연우 오</cp:lastModifiedBy>
  <cp:revision>512</cp:revision>
  <dcterms:created xsi:type="dcterms:W3CDTF">2026-08-20T04:49:28Z</dcterms:created>
  <dcterms:modified xsi:type="dcterms:W3CDTF">2026-08-31T09:14:13Z</dcterms:modified>
</cp:coreProperties>
</file>