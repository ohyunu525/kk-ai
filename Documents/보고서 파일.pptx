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56" r:id="rId3"/>
    <p:sldId id="257" r:id="rId4"/>
    <p:sldId id="259" r:id="rId5"/>
    <p:sldId id="258" r:id="rId6"/>
    <p:sldId id="263" r:id="rId7"/>
    <p:sldId id="262" r:id="rId8"/>
    <p:sldId id="261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7F6D55-966C-4D09-8244-D4902671CCF2}" v="183" dt="2026-08-21T08:12:44.22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>
        <p:scale>
          <a:sx n="66" d="100"/>
          <a:sy n="66" d="100"/>
        </p:scale>
        <p:origin x="432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연우 오" userId="c3558644dac54ca4" providerId="LiveId" clId="{9333FDCA-79D6-4088-A778-579BE454CE38}"/>
    <pc:docChg chg="undo redo custSel addSld delSld modSld sldOrd">
      <pc:chgData name="연우 오" userId="c3558644dac54ca4" providerId="LiveId" clId="{9333FDCA-79D6-4088-A778-579BE454CE38}" dt="2026-08-21T08:12:44.228" v="3810" actId="20577"/>
      <pc:docMkLst>
        <pc:docMk/>
      </pc:docMkLst>
      <pc:sldChg chg="addSp delSp modSp mod">
        <pc:chgData name="연우 오" userId="c3558644dac54ca4" providerId="LiveId" clId="{9333FDCA-79D6-4088-A778-579BE454CE38}" dt="2026-08-21T07:52:16.416" v="3281" actId="14100"/>
        <pc:sldMkLst>
          <pc:docMk/>
          <pc:sldMk cId="3694522991" sldId="256"/>
        </pc:sldMkLst>
        <pc:spChg chg="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2" creationId="{9087F190-AF04-3CAF-D892-F9146164ED6B}"/>
          </ac:spMkLst>
        </pc:spChg>
        <pc:spChg chg="mod">
          <ac:chgData name="연우 오" userId="c3558644dac54ca4" providerId="LiveId" clId="{9333FDCA-79D6-4088-A778-579BE454CE38}" dt="2026-08-21T01:14:06.649" v="397" actId="1076"/>
          <ac:spMkLst>
            <pc:docMk/>
            <pc:sldMk cId="3694522991" sldId="256"/>
            <ac:spMk id="3" creationId="{76452ABD-CDF8-B89F-0707-5D1691B6D25A}"/>
          </ac:spMkLst>
        </pc:spChg>
        <pc:spChg chg="add 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4" creationId="{A0F1D0AE-0809-55A2-50D5-E07C23A03EBA}"/>
          </ac:spMkLst>
        </pc:spChg>
        <pc:spChg chg="add mod ord">
          <ac:chgData name="연우 오" userId="c3558644dac54ca4" providerId="LiveId" clId="{9333FDCA-79D6-4088-A778-579BE454CE38}" dt="2026-08-21T07:49:37.931" v="2327" actId="166"/>
          <ac:spMkLst>
            <pc:docMk/>
            <pc:sldMk cId="3694522991" sldId="256"/>
            <ac:spMk id="5" creationId="{B9F36D4F-DDBA-7F6D-D1CB-92EF3AA6C5F7}"/>
          </ac:spMkLst>
        </pc:spChg>
        <pc:spChg chg="add mod">
          <ac:chgData name="연우 오" userId="c3558644dac54ca4" providerId="LiveId" clId="{9333FDCA-79D6-4088-A778-579BE454CE38}" dt="2026-08-21T01:14:06.649" v="397" actId="1076"/>
          <ac:spMkLst>
            <pc:docMk/>
            <pc:sldMk cId="3694522991" sldId="256"/>
            <ac:spMk id="6" creationId="{6081D9EA-CF99-AFD1-53CC-472B830753FD}"/>
          </ac:spMkLst>
        </pc:spChg>
        <pc:spChg chg="add mod ord">
          <ac:chgData name="연우 오" userId="c3558644dac54ca4" providerId="LiveId" clId="{9333FDCA-79D6-4088-A778-579BE454CE38}" dt="2026-08-21T07:52:03.917" v="3280" actId="207"/>
          <ac:spMkLst>
            <pc:docMk/>
            <pc:sldMk cId="3694522991" sldId="256"/>
            <ac:spMk id="7" creationId="{1988447A-651A-7674-B384-7B128617E260}"/>
          </ac:spMkLst>
        </pc:spChg>
        <pc:spChg chg="del mod">
          <ac:chgData name="연우 오" userId="c3558644dac54ca4" providerId="LiveId" clId="{9333FDCA-79D6-4088-A778-579BE454CE38}" dt="2026-08-21T01:18:45.524" v="523" actId="478"/>
          <ac:spMkLst>
            <pc:docMk/>
            <pc:sldMk cId="3694522991" sldId="256"/>
            <ac:spMk id="10" creationId="{06A483EE-FAE4-A22A-B465-20D59049BDA7}"/>
          </ac:spMkLst>
        </pc:spChg>
        <pc:spChg chg="mod">
          <ac:chgData name="연우 오" userId="c3558644dac54ca4" providerId="LiveId" clId="{9333FDCA-79D6-4088-A778-579BE454CE38}" dt="2026-08-21T01:18:27.390" v="519" actId="27803"/>
          <ac:spMkLst>
            <pc:docMk/>
            <pc:sldMk cId="3694522991" sldId="256"/>
            <ac:spMk id="20" creationId="{A55C9D8E-D89A-EBBA-5023-C6796D4129CB}"/>
          </ac:spMkLst>
        </pc:spChg>
        <pc:spChg chg="mod">
          <ac:chgData name="연우 오" userId="c3558644dac54ca4" providerId="LiveId" clId="{9333FDCA-79D6-4088-A778-579BE454CE38}" dt="2026-08-21T01:18:27.390" v="519" actId="27803"/>
          <ac:spMkLst>
            <pc:docMk/>
            <pc:sldMk cId="3694522991" sldId="256"/>
            <ac:spMk id="32" creationId="{47E0DA38-F881-6F8E-CDC4-1359D4CF9FD5}"/>
          </ac:spMkLst>
        </pc:spChg>
        <pc:spChg chg="mod">
          <ac:chgData name="연우 오" userId="c3558644dac54ca4" providerId="LiveId" clId="{9333FDCA-79D6-4088-A778-579BE454CE38}" dt="2026-08-21T01:18:27.390" v="519" actId="27803"/>
          <ac:spMkLst>
            <pc:docMk/>
            <pc:sldMk cId="3694522991" sldId="256"/>
            <ac:spMk id="43" creationId="{8F007E11-F59C-C3B3-2CBD-98C698C89DB4}"/>
          </ac:spMkLst>
        </pc:spChg>
        <pc:spChg chg="mod">
          <ac:chgData name="연우 오" userId="c3558644dac54ca4" providerId="LiveId" clId="{9333FDCA-79D6-4088-A778-579BE454CE38}" dt="2026-08-21T01:18:27.390" v="519" actId="27803"/>
          <ac:spMkLst>
            <pc:docMk/>
            <pc:sldMk cId="3694522991" sldId="256"/>
            <ac:spMk id="48" creationId="{FA3C635C-C135-FAEE-3E8E-DD01E032DA41}"/>
          </ac:spMkLst>
        </pc:spChg>
        <pc:spChg chg="mod">
          <ac:chgData name="연우 오" userId="c3558644dac54ca4" providerId="LiveId" clId="{9333FDCA-79D6-4088-A778-579BE454CE38}" dt="2026-08-21T01:18:27.390" v="519" actId="27803"/>
          <ac:spMkLst>
            <pc:docMk/>
            <pc:sldMk cId="3694522991" sldId="256"/>
            <ac:spMk id="49" creationId="{F0D6FDBD-5639-0295-BE4D-A5212A9D39E4}"/>
          </ac:spMkLst>
        </pc:spChg>
        <pc:spChg chg="mod">
          <ac:chgData name="연우 오" userId="c3558644dac54ca4" providerId="LiveId" clId="{9333FDCA-79D6-4088-A778-579BE454CE38}" dt="2026-08-21T01:18:27.390" v="519" actId="27803"/>
          <ac:spMkLst>
            <pc:docMk/>
            <pc:sldMk cId="3694522991" sldId="256"/>
            <ac:spMk id="64" creationId="{935F2AF4-0BBC-422B-E00F-5C7D092B1F98}"/>
          </ac:spMkLst>
        </pc:spChg>
        <pc:spChg chg="mod">
          <ac:chgData name="연우 오" userId="c3558644dac54ca4" providerId="LiveId" clId="{9333FDCA-79D6-4088-A778-579BE454CE38}" dt="2026-08-21T01:18:27.390" v="519" actId="27803"/>
          <ac:spMkLst>
            <pc:docMk/>
            <pc:sldMk cId="3694522991" sldId="256"/>
            <ac:spMk id="70" creationId="{7045DEDA-015B-77BA-7AAE-FF17DA8C7E0C}"/>
          </ac:spMkLst>
        </pc:spChg>
        <pc:spChg chg="mod">
          <ac:chgData name="연우 오" userId="c3558644dac54ca4" providerId="LiveId" clId="{9333FDCA-79D6-4088-A778-579BE454CE38}" dt="2026-08-21T01:18:27.390" v="519" actId="27803"/>
          <ac:spMkLst>
            <pc:docMk/>
            <pc:sldMk cId="3694522991" sldId="256"/>
            <ac:spMk id="117" creationId="{BE462E91-377D-3EF4-8CEA-EBD92BDB032C}"/>
          </ac:spMkLst>
        </pc:spChg>
        <pc:spChg chg="mod">
          <ac:chgData name="연우 오" userId="c3558644dac54ca4" providerId="LiveId" clId="{9333FDCA-79D6-4088-A778-579BE454CE38}" dt="2026-08-21T01:18:27.390" v="519" actId="27803"/>
          <ac:spMkLst>
            <pc:docMk/>
            <pc:sldMk cId="3694522991" sldId="256"/>
            <ac:spMk id="144" creationId="{A256BE0E-6A11-2206-F3C9-6824AB17D047}"/>
          </ac:spMkLst>
        </pc:spChg>
        <pc:spChg chg="mod">
          <ac:chgData name="연우 오" userId="c3558644dac54ca4" providerId="LiveId" clId="{9333FDCA-79D6-4088-A778-579BE454CE38}" dt="2026-08-21T01:18:27.390" v="519" actId="27803"/>
          <ac:spMkLst>
            <pc:docMk/>
            <pc:sldMk cId="3694522991" sldId="256"/>
            <ac:spMk id="154" creationId="{A96B790D-D3A1-F8B5-8B2E-1CED7B586E9F}"/>
          </ac:spMkLst>
        </pc:spChg>
        <pc:grpChg chg="del">
          <ac:chgData name="연우 오" userId="c3558644dac54ca4" providerId="LiveId" clId="{9333FDCA-79D6-4088-A778-579BE454CE38}" dt="2026-08-21T01:18:38.044" v="520" actId="478"/>
          <ac:grpSpMkLst>
            <pc:docMk/>
            <pc:sldMk cId="3694522991" sldId="256"/>
            <ac:grpSpMk id="12" creationId="{CE16D424-BC25-4342-4032-72B4C8D960C3}"/>
          </ac:grpSpMkLst>
        </pc:grpChg>
        <pc:picChg chg="add mod">
          <ac:chgData name="연우 오" userId="c3558644dac54ca4" providerId="LiveId" clId="{9333FDCA-79D6-4088-A778-579BE454CE38}" dt="2026-08-21T01:18:11.542" v="518" actId="1076"/>
          <ac:picMkLst>
            <pc:docMk/>
            <pc:sldMk cId="3694522991" sldId="256"/>
            <ac:picMk id="8" creationId="{C23298C8-4A9C-1A30-6364-3D655D599ADD}"/>
          </ac:picMkLst>
        </pc:picChg>
        <pc:picChg chg="del">
          <ac:chgData name="연우 오" userId="c3558644dac54ca4" providerId="LiveId" clId="{9333FDCA-79D6-4088-A778-579BE454CE38}" dt="2026-08-21T01:18:40.317" v="521" actId="478"/>
          <ac:picMkLst>
            <pc:docMk/>
            <pc:sldMk cId="3694522991" sldId="256"/>
            <ac:picMk id="11" creationId="{37B98BD4-E291-9C33-79F1-16F4EBEF7311}"/>
          </ac:picMkLst>
        </pc:picChg>
        <pc:picChg chg="add mod ord">
          <ac:chgData name="연우 오" userId="c3558644dac54ca4" providerId="LiveId" clId="{9333FDCA-79D6-4088-A778-579BE454CE38}" dt="2026-08-21T07:52:16.416" v="3281" actId="14100"/>
          <ac:picMkLst>
            <pc:docMk/>
            <pc:sldMk cId="3694522991" sldId="256"/>
            <ac:picMk id="183" creationId="{B8B6668B-4134-8726-B607-F9BB4BD6D775}"/>
          </ac:picMkLst>
        </pc:picChg>
      </pc:sldChg>
      <pc:sldChg chg="modSp new mod">
        <pc:chgData name="연우 오" userId="c3558644dac54ca4" providerId="LiveId" clId="{9333FDCA-79D6-4088-A778-579BE454CE38}" dt="2026-08-21T01:14:49.190" v="490" actId="20577"/>
        <pc:sldMkLst>
          <pc:docMk/>
          <pc:sldMk cId="2241571029" sldId="257"/>
        </pc:sldMkLst>
        <pc:spChg chg="mod">
          <ac:chgData name="연우 오" userId="c3558644dac54ca4" providerId="LiveId" clId="{9333FDCA-79D6-4088-A778-579BE454CE38}" dt="2026-08-20T04:53:44.710" v="22"/>
          <ac:spMkLst>
            <pc:docMk/>
            <pc:sldMk cId="2241571029" sldId="257"/>
            <ac:spMk id="2" creationId="{7B6ED5B7-F4FF-5D58-1496-805765AC91AD}"/>
          </ac:spMkLst>
        </pc:spChg>
        <pc:spChg chg="mod">
          <ac:chgData name="연우 오" userId="c3558644dac54ca4" providerId="LiveId" clId="{9333FDCA-79D6-4088-A778-579BE454CE38}" dt="2026-08-21T01:14:49.190" v="490" actId="20577"/>
          <ac:spMkLst>
            <pc:docMk/>
            <pc:sldMk cId="2241571029" sldId="257"/>
            <ac:spMk id="3" creationId="{7BCAA9C7-8BC1-5B83-AD83-74E2D21CD892}"/>
          </ac:spMkLst>
        </pc:spChg>
      </pc:sldChg>
      <pc:sldChg chg="addSp delSp modSp add del mod">
        <pc:chgData name="연우 오" userId="c3558644dac54ca4" providerId="LiveId" clId="{9333FDCA-79D6-4088-A778-579BE454CE38}" dt="2026-08-21T08:12:44.228" v="3810" actId="20577"/>
        <pc:sldMkLst>
          <pc:docMk/>
          <pc:sldMk cId="0" sldId="258"/>
        </pc:sldMkLst>
        <pc:spChg chg="mod">
          <ac:chgData name="연우 오" userId="c3558644dac54ca4" providerId="LiveId" clId="{9333FDCA-79D6-4088-A778-579BE454CE38}" dt="2026-08-21T08:05:18.642" v="3617" actId="1076"/>
          <ac:spMkLst>
            <pc:docMk/>
            <pc:sldMk cId="0" sldId="258"/>
            <ac:spMk id="2" creationId="{00000000-0000-0000-0000-000000000000}"/>
          </ac:spMkLst>
        </pc:spChg>
        <pc:spChg chg="mod">
          <ac:chgData name="연우 오" userId="c3558644dac54ca4" providerId="LiveId" clId="{9333FDCA-79D6-4088-A778-579BE454CE38}" dt="2026-08-21T08:02:10.647" v="3391"/>
          <ac:spMkLst>
            <pc:docMk/>
            <pc:sldMk cId="0" sldId="258"/>
            <ac:spMk id="3" creationId="{00000000-0000-0000-0000-000000000000}"/>
          </ac:spMkLst>
        </pc:spChg>
        <pc:spChg chg="del">
          <ac:chgData name="연우 오" userId="c3558644dac54ca4" providerId="LiveId" clId="{9333FDCA-79D6-4088-A778-579BE454CE38}" dt="2026-08-21T08:04:28.165" v="3589" actId="478"/>
          <ac:spMkLst>
            <pc:docMk/>
            <pc:sldMk cId="0" sldId="258"/>
            <ac:spMk id="5" creationId="{00000000-0000-0000-0000-000000000000}"/>
          </ac:spMkLst>
        </pc:spChg>
        <pc:spChg chg="mod">
          <ac:chgData name="연우 오" userId="c3558644dac54ca4" providerId="LiveId" clId="{9333FDCA-79D6-4088-A778-579BE454CE38}" dt="2026-08-21T08:12:44.228" v="3810" actId="20577"/>
          <ac:spMkLst>
            <pc:docMk/>
            <pc:sldMk cId="0" sldId="258"/>
            <ac:spMk id="8" creationId="{00000000-0000-0000-0000-000000000000}"/>
          </ac:spMkLst>
        </pc:spChg>
        <pc:spChg chg="mod">
          <ac:chgData name="연우 오" userId="c3558644dac54ca4" providerId="LiveId" clId="{9333FDCA-79D6-4088-A778-579BE454CE38}" dt="2026-08-21T08:07:05.187" v="3751"/>
          <ac:spMkLst>
            <pc:docMk/>
            <pc:sldMk cId="0" sldId="258"/>
            <ac:spMk id="10" creationId="{00000000-0000-0000-0000-000000000000}"/>
          </ac:spMkLst>
        </pc:spChg>
        <pc:picChg chg="add del mod">
          <ac:chgData name="연우 오" userId="c3558644dac54ca4" providerId="LiveId" clId="{9333FDCA-79D6-4088-A778-579BE454CE38}" dt="2026-08-21T08:08:17.364" v="3757" actId="478"/>
          <ac:picMkLst>
            <pc:docMk/>
            <pc:sldMk cId="0" sldId="258"/>
            <ac:picMk id="11" creationId="{FD331FD0-E91E-45EC-C951-92D8E3B63821}"/>
          </ac:picMkLst>
        </pc:picChg>
        <pc:picChg chg="add mod">
          <ac:chgData name="연우 오" userId="c3558644dac54ca4" providerId="LiveId" clId="{9333FDCA-79D6-4088-A778-579BE454CE38}" dt="2026-08-21T08:08:49.485" v="3762" actId="1076"/>
          <ac:picMkLst>
            <pc:docMk/>
            <pc:sldMk cId="0" sldId="258"/>
            <ac:picMk id="12" creationId="{6F836141-F320-57A3-36AA-AD246B1F6298}"/>
          </ac:picMkLst>
        </pc:picChg>
      </pc:sldChg>
      <pc:sldChg chg="addSp delSp modSp new del mod">
        <pc:chgData name="연우 오" userId="c3558644dac54ca4" providerId="LiveId" clId="{9333FDCA-79D6-4088-A778-579BE454CE38}" dt="2026-08-21T02:15:41.905" v="536" actId="47"/>
        <pc:sldMkLst>
          <pc:docMk/>
          <pc:sldMk cId="4183040025" sldId="258"/>
        </pc:sldMkLst>
        <pc:spChg chg="mod">
          <ac:chgData name="연우 오" userId="c3558644dac54ca4" providerId="LiveId" clId="{9333FDCA-79D6-4088-A778-579BE454CE38}" dt="2026-08-21T01:15:31.383" v="511" actId="255"/>
          <ac:spMkLst>
            <pc:docMk/>
            <pc:sldMk cId="4183040025" sldId="258"/>
            <ac:spMk id="2" creationId="{35693E23-3B37-085A-6003-C9E9AFE6F0F6}"/>
          </ac:spMkLst>
        </pc:spChg>
        <pc:spChg chg="add del mod">
          <ac:chgData name="연우 오" userId="c3558644dac54ca4" providerId="LiveId" clId="{9333FDCA-79D6-4088-A778-579BE454CE38}" dt="2026-08-21T01:16:02.140" v="516" actId="478"/>
          <ac:spMkLst>
            <pc:docMk/>
            <pc:sldMk cId="4183040025" sldId="258"/>
            <ac:spMk id="4" creationId="{9E717E91-3C40-A210-7EFA-88D1AB49B2D6}"/>
          </ac:spMkLst>
        </pc:spChg>
      </pc:sldChg>
      <pc:sldChg chg="addSp delSp modSp add mod ord modAnim">
        <pc:chgData name="연우 오" userId="c3558644dac54ca4" providerId="LiveId" clId="{9333FDCA-79D6-4088-A778-579BE454CE38}" dt="2026-08-21T08:03:21.641" v="3401"/>
        <pc:sldMkLst>
          <pc:docMk/>
          <pc:sldMk cId="0" sldId="259"/>
        </pc:sldMkLst>
        <pc:spChg chg="del mod">
          <ac:chgData name="연우 오" userId="c3558644dac54ca4" providerId="LiveId" clId="{9333FDCA-79D6-4088-A778-579BE454CE38}" dt="2026-08-21T02:15:21.726" v="534" actId="478"/>
          <ac:spMkLst>
            <pc:docMk/>
            <pc:sldMk cId="0" sldId="259"/>
            <ac:spMk id="2" creationId="{00000000-0000-0000-0000-000000000000}"/>
          </ac:spMkLst>
        </pc:spChg>
        <pc:spChg chg="mod">
          <ac:chgData name="연우 오" userId="c3558644dac54ca4" providerId="LiveId" clId="{9333FDCA-79D6-4088-A778-579BE454CE38}" dt="2026-08-21T08:03:09.885" v="3399" actId="20577"/>
          <ac:spMkLst>
            <pc:docMk/>
            <pc:sldMk cId="0" sldId="259"/>
            <ac:spMk id="3" creationId="{00000000-0000-0000-0000-000000000000}"/>
          </ac:spMkLst>
        </pc:spChg>
        <pc:spChg chg="mod">
          <ac:chgData name="연우 오" userId="c3558644dac54ca4" providerId="LiveId" clId="{9333FDCA-79D6-4088-A778-579BE454CE38}" dt="2026-08-21T02:16:25.567" v="588" actId="14100"/>
          <ac:spMkLst>
            <pc:docMk/>
            <pc:sldMk cId="0" sldId="259"/>
            <ac:spMk id="4" creationId="{00000000-0000-0000-0000-000000000000}"/>
          </ac:spMkLst>
        </pc:spChg>
        <pc:spChg chg="del">
          <ac:chgData name="연우 오" userId="c3558644dac54ca4" providerId="LiveId" clId="{9333FDCA-79D6-4088-A778-579BE454CE38}" dt="2026-08-21T02:15:24.063" v="535" actId="478"/>
          <ac:spMkLst>
            <pc:docMk/>
            <pc:sldMk cId="0" sldId="259"/>
            <ac:spMk id="5" creationId="{00000000-0000-0000-0000-000000000000}"/>
          </ac:spMkLst>
        </pc:spChg>
        <pc:spChg chg="add mod">
          <ac:chgData name="연우 오" userId="c3558644dac54ca4" providerId="LiveId" clId="{9333FDCA-79D6-4088-A778-579BE454CE38}" dt="2026-08-21T07:38:16.811" v="1078"/>
          <ac:spMkLst>
            <pc:docMk/>
            <pc:sldMk cId="0" sldId="259"/>
            <ac:spMk id="5" creationId="{3D16C7EE-5C35-F897-8E04-A4EF9675D001}"/>
          </ac:spMkLst>
        </pc:spChg>
        <pc:spChg chg="mod">
          <ac:chgData name="연우 오" userId="c3558644dac54ca4" providerId="LiveId" clId="{9333FDCA-79D6-4088-A778-579BE454CE38}" dt="2026-08-21T02:16:09.568" v="586" actId="1076"/>
          <ac:spMkLst>
            <pc:docMk/>
            <pc:sldMk cId="0" sldId="259"/>
            <ac:spMk id="6" creationId="{00000000-0000-0000-0000-000000000000}"/>
          </ac:spMkLst>
        </pc:spChg>
        <pc:spChg chg="mod">
          <ac:chgData name="연우 오" userId="c3558644dac54ca4" providerId="LiveId" clId="{9333FDCA-79D6-4088-A778-579BE454CE38}" dt="2026-08-21T07:36:23.193" v="1013" actId="1076"/>
          <ac:spMkLst>
            <pc:docMk/>
            <pc:sldMk cId="0" sldId="259"/>
            <ac:spMk id="7" creationId="{00000000-0000-0000-0000-000000000000}"/>
          </ac:spMkLst>
        </pc:spChg>
        <pc:spChg chg="mod">
          <ac:chgData name="연우 오" userId="c3558644dac54ca4" providerId="LiveId" clId="{9333FDCA-79D6-4088-A778-579BE454CE38}" dt="2026-08-21T02:16:54.745" v="598" actId="14100"/>
          <ac:spMkLst>
            <pc:docMk/>
            <pc:sldMk cId="0" sldId="259"/>
            <ac:spMk id="8" creationId="{00000000-0000-0000-0000-000000000000}"/>
          </ac:spMkLst>
        </pc:spChg>
        <pc:spChg chg="mod">
          <ac:chgData name="연우 오" userId="c3558644dac54ca4" providerId="LiveId" clId="{9333FDCA-79D6-4088-A778-579BE454CE38}" dt="2026-08-21T02:17:05.171" v="601" actId="1076"/>
          <ac:spMkLst>
            <pc:docMk/>
            <pc:sldMk cId="0" sldId="259"/>
            <ac:spMk id="9" creationId="{00000000-0000-0000-0000-000000000000}"/>
          </ac:spMkLst>
        </pc:spChg>
        <pc:spChg chg="mod">
          <ac:chgData name="연우 오" userId="c3558644dac54ca4" providerId="LiveId" clId="{9333FDCA-79D6-4088-A778-579BE454CE38}" dt="2026-08-21T07:36:20.247" v="1012" actId="20577"/>
          <ac:spMkLst>
            <pc:docMk/>
            <pc:sldMk cId="0" sldId="259"/>
            <ac:spMk id="10" creationId="{00000000-0000-0000-0000-000000000000}"/>
          </ac:spMkLst>
        </pc:spChg>
        <pc:spChg chg="mod">
          <ac:chgData name="연우 오" userId="c3558644dac54ca4" providerId="LiveId" clId="{9333FDCA-79D6-4088-A778-579BE454CE38}" dt="2026-08-21T02:16:54.745" v="598" actId="14100"/>
          <ac:spMkLst>
            <pc:docMk/>
            <pc:sldMk cId="0" sldId="259"/>
            <ac:spMk id="11" creationId="{00000000-0000-0000-0000-000000000000}"/>
          </ac:spMkLst>
        </pc:spChg>
        <pc:spChg chg="mod">
          <ac:chgData name="연우 오" userId="c3558644dac54ca4" providerId="LiveId" clId="{9333FDCA-79D6-4088-A778-579BE454CE38}" dt="2026-08-21T02:16:25.567" v="588" actId="14100"/>
          <ac:spMkLst>
            <pc:docMk/>
            <pc:sldMk cId="0" sldId="259"/>
            <ac:spMk id="12" creationId="{00000000-0000-0000-0000-000000000000}"/>
          </ac:spMkLst>
        </pc:spChg>
        <pc:spChg chg="mod">
          <ac:chgData name="연우 오" userId="c3558644dac54ca4" providerId="LiveId" clId="{9333FDCA-79D6-4088-A778-579BE454CE38}" dt="2026-08-21T02:19:16.400" v="724" actId="1076"/>
          <ac:spMkLst>
            <pc:docMk/>
            <pc:sldMk cId="0" sldId="259"/>
            <ac:spMk id="13" creationId="{00000000-0000-0000-0000-000000000000}"/>
          </ac:spMkLst>
        </pc:spChg>
        <pc:spChg chg="mod">
          <ac:chgData name="연우 오" userId="c3558644dac54ca4" providerId="LiveId" clId="{9333FDCA-79D6-4088-A778-579BE454CE38}" dt="2026-08-21T07:36:45.015" v="1018" actId="20577"/>
          <ac:spMkLst>
            <pc:docMk/>
            <pc:sldMk cId="0" sldId="259"/>
            <ac:spMk id="14" creationId="{00000000-0000-0000-0000-000000000000}"/>
          </ac:spMkLst>
        </pc:spChg>
        <pc:spChg chg="mod">
          <ac:chgData name="연우 오" userId="c3558644dac54ca4" providerId="LiveId" clId="{9333FDCA-79D6-4088-A778-579BE454CE38}" dt="2026-08-21T02:16:54.745" v="598" actId="14100"/>
          <ac:spMkLst>
            <pc:docMk/>
            <pc:sldMk cId="0" sldId="259"/>
            <ac:spMk id="15" creationId="{00000000-0000-0000-0000-000000000000}"/>
          </ac:spMkLst>
        </pc:spChg>
        <pc:spChg chg="mod">
          <ac:chgData name="연우 오" userId="c3558644dac54ca4" providerId="LiveId" clId="{9333FDCA-79D6-4088-A778-579BE454CE38}" dt="2026-08-21T02:16:54.745" v="598" actId="14100"/>
          <ac:spMkLst>
            <pc:docMk/>
            <pc:sldMk cId="0" sldId="259"/>
            <ac:spMk id="16" creationId="{00000000-0000-0000-0000-000000000000}"/>
          </ac:spMkLst>
        </pc:spChg>
        <pc:spChg chg="mod">
          <ac:chgData name="연우 오" userId="c3558644dac54ca4" providerId="LiveId" clId="{9333FDCA-79D6-4088-A778-579BE454CE38}" dt="2026-08-21T07:35:05.292" v="924" actId="1076"/>
          <ac:spMkLst>
            <pc:docMk/>
            <pc:sldMk cId="0" sldId="259"/>
            <ac:spMk id="17" creationId="{00000000-0000-0000-0000-000000000000}"/>
          </ac:spMkLst>
        </pc:spChg>
        <pc:spChg chg="mod">
          <ac:chgData name="연우 오" userId="c3558644dac54ca4" providerId="LiveId" clId="{9333FDCA-79D6-4088-A778-579BE454CE38}" dt="2026-08-21T07:37:37.497" v="1056" actId="20577"/>
          <ac:spMkLst>
            <pc:docMk/>
            <pc:sldMk cId="0" sldId="259"/>
            <ac:spMk id="18" creationId="{00000000-0000-0000-0000-000000000000}"/>
          </ac:spMkLst>
        </pc:spChg>
        <pc:spChg chg="add mod">
          <ac:chgData name="연우 오" userId="c3558644dac54ca4" providerId="LiveId" clId="{9333FDCA-79D6-4088-A778-579BE454CE38}" dt="2026-08-21T07:38:07.821" v="1069" actId="20577"/>
          <ac:spMkLst>
            <pc:docMk/>
            <pc:sldMk cId="0" sldId="259"/>
            <ac:spMk id="20" creationId="{AB951590-A76B-7674-ECB6-6D577AC5EF34}"/>
          </ac:spMkLst>
        </pc:spChg>
        <pc:spChg chg="add mod">
          <ac:chgData name="연우 오" userId="c3558644dac54ca4" providerId="LiveId" clId="{9333FDCA-79D6-4088-A778-579BE454CE38}" dt="2026-08-21T07:40:31.505" v="1292"/>
          <ac:spMkLst>
            <pc:docMk/>
            <pc:sldMk cId="0" sldId="259"/>
            <ac:spMk id="22" creationId="{D64DE112-81C7-D038-4DD6-E76A7D30FE2A}"/>
          </ac:spMkLst>
        </pc:spChg>
      </pc:sldChg>
      <pc:sldChg chg="new del">
        <pc:chgData name="연우 오" userId="c3558644dac54ca4" providerId="LiveId" clId="{9333FDCA-79D6-4088-A778-579BE454CE38}" dt="2026-08-21T07:52:37.278" v="3283" actId="47"/>
        <pc:sldMkLst>
          <pc:docMk/>
          <pc:sldMk cId="3791773719" sldId="260"/>
        </pc:sldMkLst>
      </pc:sldChg>
      <pc:sldChg chg="modSp add mod">
        <pc:chgData name="연우 오" userId="c3558644dac54ca4" providerId="LiveId" clId="{9333FDCA-79D6-4088-A778-579BE454CE38}" dt="2026-08-21T07:52:50.039" v="3294" actId="20577"/>
        <pc:sldMkLst>
          <pc:docMk/>
          <pc:sldMk cId="538983994" sldId="261"/>
        </pc:sldMkLst>
        <pc:spChg chg="mod">
          <ac:chgData name="연우 오" userId="c3558644dac54ca4" providerId="LiveId" clId="{9333FDCA-79D6-4088-A778-579BE454CE38}" dt="2026-08-21T07:52:50.039" v="3294" actId="20577"/>
          <ac:spMkLst>
            <pc:docMk/>
            <pc:sldMk cId="538983994" sldId="261"/>
            <ac:spMk id="3" creationId="{16517C86-CA02-3849-4FF8-2ED94D3D56F4}"/>
          </ac:spMkLst>
        </pc:spChg>
      </pc:sldChg>
      <pc:sldChg chg="addSp delSp modSp add mod modAnim">
        <pc:chgData name="연우 오" userId="c3558644dac54ca4" providerId="LiveId" clId="{9333FDCA-79D6-4088-A778-579BE454CE38}" dt="2026-08-21T08:00:01.458" v="3343" actId="1076"/>
        <pc:sldMkLst>
          <pc:docMk/>
          <pc:sldMk cId="328680156" sldId="262"/>
        </pc:sldMkLst>
        <pc:spChg chg="add del mod ord">
          <ac:chgData name="연우 오" userId="c3558644dac54ca4" providerId="LiveId" clId="{9333FDCA-79D6-4088-A778-579BE454CE38}" dt="2026-08-21T07:56:29.238" v="3308" actId="478"/>
          <ac:spMkLst>
            <pc:docMk/>
            <pc:sldMk cId="328680156" sldId="262"/>
            <ac:spMk id="2" creationId="{C60434D3-3507-AEFD-D0EF-F20C13A62C20}"/>
          </ac:spMkLst>
        </pc:spChg>
        <pc:spChg chg="add del">
          <ac:chgData name="연우 오" userId="c3558644dac54ca4" providerId="LiveId" clId="{9333FDCA-79D6-4088-A778-579BE454CE38}" dt="2026-08-21T07:57:15.725" v="3318" actId="478"/>
          <ac:spMkLst>
            <pc:docMk/>
            <pc:sldMk cId="328680156" sldId="262"/>
            <ac:spMk id="5" creationId="{463C90C0-8258-B202-A3AD-412FD2790AB9}"/>
          </ac:spMkLst>
        </pc:spChg>
        <pc:spChg chg="add del">
          <ac:chgData name="연우 오" userId="c3558644dac54ca4" providerId="LiveId" clId="{9333FDCA-79D6-4088-A778-579BE454CE38}" dt="2026-08-21T07:57:15.725" v="3318" actId="478"/>
          <ac:spMkLst>
            <pc:docMk/>
            <pc:sldMk cId="328680156" sldId="262"/>
            <ac:spMk id="7" creationId="{9375AE55-7223-B4A4-7B2C-523DD951A1C6}"/>
          </ac:spMkLst>
        </pc:spChg>
        <pc:spChg chg="add del">
          <ac:chgData name="연우 오" userId="c3558644dac54ca4" providerId="LiveId" clId="{9333FDCA-79D6-4088-A778-579BE454CE38}" dt="2026-08-21T07:57:15.725" v="3318" actId="478"/>
          <ac:spMkLst>
            <pc:docMk/>
            <pc:sldMk cId="328680156" sldId="262"/>
            <ac:spMk id="8" creationId="{1B94C377-0A25-CF28-3C88-01B81EF060D7}"/>
          </ac:spMkLst>
        </pc:spChg>
        <pc:spChg chg="add del">
          <ac:chgData name="연우 오" userId="c3558644dac54ca4" providerId="LiveId" clId="{9333FDCA-79D6-4088-A778-579BE454CE38}" dt="2026-08-21T07:57:15.725" v="3318" actId="478"/>
          <ac:spMkLst>
            <pc:docMk/>
            <pc:sldMk cId="328680156" sldId="262"/>
            <ac:spMk id="9" creationId="{D6CF98DF-D3E5-25EA-B44E-7AF85E6FE92E}"/>
          </ac:spMkLst>
        </pc:spChg>
        <pc:spChg chg="add del">
          <ac:chgData name="연우 오" userId="c3558644dac54ca4" providerId="LiveId" clId="{9333FDCA-79D6-4088-A778-579BE454CE38}" dt="2026-08-21T07:57:15.725" v="3318" actId="478"/>
          <ac:spMkLst>
            <pc:docMk/>
            <pc:sldMk cId="328680156" sldId="262"/>
            <ac:spMk id="10" creationId="{F2CB0C06-4B15-EF39-BEDD-302FCDDA3202}"/>
          </ac:spMkLst>
        </pc:spChg>
        <pc:spChg chg="del">
          <ac:chgData name="연우 오" userId="c3558644dac54ca4" providerId="LiveId" clId="{9333FDCA-79D6-4088-A778-579BE454CE38}" dt="2026-08-21T07:57:45.032" v="3322" actId="478"/>
          <ac:spMkLst>
            <pc:docMk/>
            <pc:sldMk cId="328680156" sldId="262"/>
            <ac:spMk id="11" creationId="{5B9E8BE1-B56F-267B-44D5-06EF6736E350}"/>
          </ac:spMkLst>
        </pc:spChg>
        <pc:spChg chg="del">
          <ac:chgData name="연우 오" userId="c3558644dac54ca4" providerId="LiveId" clId="{9333FDCA-79D6-4088-A778-579BE454CE38}" dt="2026-08-21T07:57:45.032" v="3322" actId="478"/>
          <ac:spMkLst>
            <pc:docMk/>
            <pc:sldMk cId="328680156" sldId="262"/>
            <ac:spMk id="12" creationId="{ACB6CA2A-BAC0-391E-A0B6-47B608DB14AA}"/>
          </ac:spMkLst>
        </pc:spChg>
        <pc:spChg chg="del">
          <ac:chgData name="연우 오" userId="c3558644dac54ca4" providerId="LiveId" clId="{9333FDCA-79D6-4088-A778-579BE454CE38}" dt="2026-08-21T07:57:45.032" v="3322" actId="478"/>
          <ac:spMkLst>
            <pc:docMk/>
            <pc:sldMk cId="328680156" sldId="262"/>
            <ac:spMk id="13" creationId="{40A9D36C-D632-9D65-9E2A-E379219B9C00}"/>
          </ac:spMkLst>
        </pc:spChg>
        <pc:spChg chg="del">
          <ac:chgData name="연우 오" userId="c3558644dac54ca4" providerId="LiveId" clId="{9333FDCA-79D6-4088-A778-579BE454CE38}" dt="2026-08-21T07:57:45.032" v="3322" actId="478"/>
          <ac:spMkLst>
            <pc:docMk/>
            <pc:sldMk cId="328680156" sldId="262"/>
            <ac:spMk id="14" creationId="{A9DEFE4B-C0A0-F60F-64DF-210E209883AA}"/>
          </ac:spMkLst>
        </pc:spChg>
        <pc:spChg chg="del">
          <ac:chgData name="연우 오" userId="c3558644dac54ca4" providerId="LiveId" clId="{9333FDCA-79D6-4088-A778-579BE454CE38}" dt="2026-08-21T07:58:25.100" v="3328" actId="478"/>
          <ac:spMkLst>
            <pc:docMk/>
            <pc:sldMk cId="328680156" sldId="262"/>
            <ac:spMk id="15" creationId="{17E36507-A3E0-B281-0E99-C7C2258A0326}"/>
          </ac:spMkLst>
        </pc:spChg>
        <pc:spChg chg="del">
          <ac:chgData name="연우 오" userId="c3558644dac54ca4" providerId="LiveId" clId="{9333FDCA-79D6-4088-A778-579BE454CE38}" dt="2026-08-21T07:58:25.100" v="3328" actId="478"/>
          <ac:spMkLst>
            <pc:docMk/>
            <pc:sldMk cId="328680156" sldId="262"/>
            <ac:spMk id="16" creationId="{6CD31241-DED3-6BDE-D422-967D87661E23}"/>
          </ac:spMkLst>
        </pc:spChg>
        <pc:spChg chg="del">
          <ac:chgData name="연우 오" userId="c3558644dac54ca4" providerId="LiveId" clId="{9333FDCA-79D6-4088-A778-579BE454CE38}" dt="2026-08-21T07:58:25.100" v="3328" actId="478"/>
          <ac:spMkLst>
            <pc:docMk/>
            <pc:sldMk cId="328680156" sldId="262"/>
            <ac:spMk id="17" creationId="{DAFA0E28-0601-0B9F-AB41-9CF46E5AED51}"/>
          </ac:spMkLst>
        </pc:spChg>
        <pc:spChg chg="del">
          <ac:chgData name="연우 오" userId="c3558644dac54ca4" providerId="LiveId" clId="{9333FDCA-79D6-4088-A778-579BE454CE38}" dt="2026-08-21T07:58:25.100" v="3328" actId="478"/>
          <ac:spMkLst>
            <pc:docMk/>
            <pc:sldMk cId="328680156" sldId="262"/>
            <ac:spMk id="18" creationId="{7CC86BBB-4391-A449-D393-D8A447F59AED}"/>
          </ac:spMkLst>
        </pc:spChg>
        <pc:spChg chg="mod">
          <ac:chgData name="연우 오" userId="c3558644dac54ca4" providerId="LiveId" clId="{9333FDCA-79D6-4088-A778-579BE454CE38}" dt="2026-08-21T07:55:19.816" v="3306"/>
          <ac:spMkLst>
            <pc:docMk/>
            <pc:sldMk cId="328680156" sldId="262"/>
            <ac:spMk id="19" creationId="{ED489981-8D94-AF64-B0AF-4C43BA01D177}"/>
          </ac:spMkLst>
        </pc:spChg>
        <pc:spChg chg="del">
          <ac:chgData name="연우 오" userId="c3558644dac54ca4" providerId="LiveId" clId="{9333FDCA-79D6-4088-A778-579BE454CE38}" dt="2026-08-21T07:57:45.032" v="3322" actId="478"/>
          <ac:spMkLst>
            <pc:docMk/>
            <pc:sldMk cId="328680156" sldId="262"/>
            <ac:spMk id="20" creationId="{289E730C-864C-C424-0510-91884B39C855}"/>
          </ac:spMkLst>
        </pc:spChg>
        <pc:spChg chg="del">
          <ac:chgData name="연우 오" userId="c3558644dac54ca4" providerId="LiveId" clId="{9333FDCA-79D6-4088-A778-579BE454CE38}" dt="2026-08-21T07:58:25.100" v="3328" actId="478"/>
          <ac:spMkLst>
            <pc:docMk/>
            <pc:sldMk cId="328680156" sldId="262"/>
            <ac:spMk id="22" creationId="{F60F6C2A-2504-535C-1DD7-52D19F96C204}"/>
          </ac:spMkLst>
        </pc:spChg>
        <pc:picChg chg="add mod">
          <ac:chgData name="연우 오" userId="c3558644dac54ca4" providerId="LiveId" clId="{9333FDCA-79D6-4088-A778-579BE454CE38}" dt="2026-08-21T07:57:24.594" v="3319" actId="1076"/>
          <ac:picMkLst>
            <pc:docMk/>
            <pc:sldMk cId="328680156" sldId="262"/>
            <ac:picMk id="23" creationId="{05524E77-A1EB-D065-EA8F-171494E12CF0}"/>
          </ac:picMkLst>
        </pc:picChg>
        <pc:picChg chg="add mod">
          <ac:chgData name="연우 오" userId="c3558644dac54ca4" providerId="LiveId" clId="{9333FDCA-79D6-4088-A778-579BE454CE38}" dt="2026-08-21T08:00:01.458" v="3343" actId="1076"/>
          <ac:picMkLst>
            <pc:docMk/>
            <pc:sldMk cId="328680156" sldId="262"/>
            <ac:picMk id="25" creationId="{A84239FD-D2E2-72D2-DD3E-A77EA2982FBC}"/>
          </ac:picMkLst>
        </pc:picChg>
        <pc:picChg chg="add mod">
          <ac:chgData name="연우 오" userId="c3558644dac54ca4" providerId="LiveId" clId="{9333FDCA-79D6-4088-A778-579BE454CE38}" dt="2026-08-21T07:58:48.855" v="3336" actId="1076"/>
          <ac:picMkLst>
            <pc:docMk/>
            <pc:sldMk cId="328680156" sldId="262"/>
            <ac:picMk id="27" creationId="{82318D07-84B4-2C48-9B36-6D6931692162}"/>
          </ac:picMkLst>
        </pc:picChg>
      </pc:sldChg>
      <pc:sldChg chg="modSp add del mod">
        <pc:chgData name="연우 오" userId="c3558644dac54ca4" providerId="LiveId" clId="{9333FDCA-79D6-4088-A778-579BE454CE38}" dt="2026-08-21T08:02:28.762" v="3395" actId="20577"/>
        <pc:sldMkLst>
          <pc:docMk/>
          <pc:sldMk cId="0" sldId="263"/>
        </pc:sldMkLst>
        <pc:spChg chg="mod">
          <ac:chgData name="연우 오" userId="c3558644dac54ca4" providerId="LiveId" clId="{9333FDCA-79D6-4088-A778-579BE454CE38}" dt="2026-08-21T08:02:28.762" v="3395" actId="20577"/>
          <ac:spMkLst>
            <pc:docMk/>
            <pc:sldMk cId="0" sldId="263"/>
            <ac:spMk id="3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DFAED-78DB-7A53-DC58-5231DAE89D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982A550-7510-7CF9-3F16-41D998FAF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840F632-6277-9C8C-930D-A9F7EF129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CDD2AAE-BA69-E5DF-114E-846AD2DF5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AC31D54-281C-847D-4FF3-4D57282AB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87201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6D1648-93FE-4E3F-CA73-D697222D3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E3A2A4-927A-3BF3-4099-1B1AA4FE0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A6126F-4A20-38F2-390B-4BED84D70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2494BE-C948-935D-BE60-3E8994D52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4E531F0-92FF-D605-B7BB-4923088228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67891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948675-0E4A-EC8E-D90C-B354A294D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C0E2FF4-D5BD-0CCA-72D0-A4601C4575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C32F46-F519-9E74-3ECF-C058B391C4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8831E87-ADD7-41B4-9006-D5A786FC2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30159D4-18A4-CF1E-EA6C-72BCCBD6C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18693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66CE31-E1A1-9951-1933-0BA594CD2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9285FD-A04A-9E93-6917-A628AF470C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8B6EDAB-F470-8EBC-E265-901F72C900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DDB021-EA90-9021-837F-845B321CD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F6E3D86-2A73-CD04-681A-1B8CAD526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B51D86-F7CB-DC90-0456-300289F79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6956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DDE434-7F6D-A6DF-1B09-6D70D54C9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EBFF15C-45F2-4E26-9AA8-5A68F8F528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A76A08-AC83-B0BC-1153-CB379DE044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DD73A56-6A28-9216-B3DD-D0F1892B8F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F19BBCB2-52C1-C34B-A7B9-F73F02AFD0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185F538-E0BA-70D0-AEF6-C4E38C351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4050097-6EB7-DDB8-B68E-3DB6909C9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ADFF73F-7DA4-712B-B8D3-909F251FC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5500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0DD217-128C-D8F6-3F67-4D975D169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87391A6-0374-265B-2D5F-575A36AF9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BC87DA4-D562-0AA1-2494-32B474E9E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A8B5413-AD7E-2B06-42AC-B93ECA6C0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45708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F32F827-602A-AD8C-9044-3F0484479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818C612-95D9-5937-7B28-1BCB3E188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47F73F-AE47-4B58-24EE-89DC168B3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35554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B54181-E7CE-A5A8-282B-31572E355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659146-FFF0-DCC1-E403-1F7DB80B45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AC0180A-9408-D8D1-D9D3-A661DA5522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934E79-D52F-F6AB-E789-3D9C11FCFC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289F4E6-F10E-E39A-18B7-C5504FDB96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FDA4949-62A9-B2F4-E622-A54EBAB2D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7228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78DA8E-B844-B087-FD08-132687BCD9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DCFE988-3733-8C67-22C2-F86AC60366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7CC674E-A432-D81F-A1E1-4E4F226BF1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2CC9307-ABB2-7106-3127-C823B0DC36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4DAABFE-AED4-A367-13F0-40205DEA5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A998063-A737-9AE8-DB35-76CF3E283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7402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BA7867-AB4F-702A-BF48-2139ED85A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D0F14AD-FD55-8156-E6B7-F1C221ED9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4AD561F-3D68-B3E3-657C-775917C7B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3D4F2C-239B-90D2-716C-542C13C593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A941E4-E877-5DE5-E99A-CDD95EBD6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6641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68C3269-BF99-5952-AC06-50540CF152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B078EBF-0B5C-EBAF-A486-C751C11118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77C308-F987-C258-C2E8-14B9DDEF9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084FD7-7AF8-460D-9715-A4E08247DCDC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C96E41-0EE0-F805-E45F-3F9BD366A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4BBDDA-3BE0-4386-BA00-A54C466F6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99187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169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227765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3123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54540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9771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54919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59801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51435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1359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32798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8268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C1ABB58-01C8-BD01-EEBC-AD5767CDD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E3B255-7A1D-709F-B799-BCF248DCEF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9EBFF3-2DB7-8306-5017-9AA77EFBE6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084FD7-7AF8-460D-9715-A4E08247DCDC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E2EB9AE-2B32-BE6C-E243-DEC7BF0630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EF88876-55BE-EDD1-35B8-D60E8D0007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4AABE7-4B24-4339-A25A-50CED9A189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1669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30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그림 182" descr="GitHub - tomduck/electrostatics: Electrostatic field line and equipotential  contour diagrams · GitHub">
            <a:extLst>
              <a:ext uri="{FF2B5EF4-FFF2-40B4-BE49-F238E27FC236}">
                <a16:creationId xmlns:a16="http://schemas.microsoft.com/office/drawing/2014/main" id="{B8B6668B-4134-8726-B607-F9BB4BD6D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45771" y="-64886"/>
            <a:ext cx="9775371" cy="7331528"/>
          </a:xfrm>
          <a:prstGeom prst="rect">
            <a:avLst/>
          </a:prstGeom>
          <a:noFill/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1988447A-651A-7674-B384-7B128617E260}"/>
              </a:ext>
            </a:extLst>
          </p:cNvPr>
          <p:cNvSpPr/>
          <p:nvPr/>
        </p:nvSpPr>
        <p:spPr>
          <a:xfrm>
            <a:off x="-1" y="0"/>
            <a:ext cx="11584641" cy="6858000"/>
          </a:xfrm>
          <a:prstGeom prst="rect">
            <a:avLst/>
          </a:prstGeom>
          <a:gradFill>
            <a:gsLst>
              <a:gs pos="0">
                <a:schemeClr val="bg1">
                  <a:alpha val="88000"/>
                </a:schemeClr>
              </a:gs>
              <a:gs pos="8000">
                <a:schemeClr val="bg1">
                  <a:alpha val="70000"/>
                </a:schemeClr>
              </a:gs>
              <a:gs pos="19000">
                <a:schemeClr val="bg1">
                  <a:alpha val="60000"/>
                </a:schemeClr>
              </a:gs>
              <a:gs pos="40000">
                <a:schemeClr val="bg1"/>
              </a:gs>
            </a:gsLst>
            <a:lin ang="18900000" scaled="0"/>
          </a:gra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087F190-AF04-3CAF-D892-F9146164ED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9012" y="406400"/>
            <a:ext cx="6992471" cy="2387600"/>
          </a:xfrm>
        </p:spPr>
        <p:txBody>
          <a:bodyPr>
            <a:normAutofit/>
          </a:bodyPr>
          <a:lstStyle/>
          <a:p>
            <a:pPr algn="l"/>
            <a:r>
              <a:rPr lang="en-US" altLang="ko-KR" sz="5200" dirty="0"/>
              <a:t>AI</a:t>
            </a:r>
            <a:r>
              <a:rPr lang="ko-KR" altLang="en-US" sz="5200" dirty="0"/>
              <a:t>를 활용한 전하 분포 </a:t>
            </a:r>
            <a:r>
              <a:rPr lang="ko-KR" altLang="en-US" sz="5200" dirty="0" err="1"/>
              <a:t>역추정</a:t>
            </a:r>
            <a:endParaRPr lang="ko-KR" altLang="en-US" sz="52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6452ABD-CDF8-B89F-0707-5D1691B6D2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12424" y="3659982"/>
            <a:ext cx="3287058" cy="1655762"/>
          </a:xfrm>
        </p:spPr>
        <p:txBody>
          <a:bodyPr>
            <a:normAutofit/>
          </a:bodyPr>
          <a:lstStyle/>
          <a:p>
            <a:pPr algn="r"/>
            <a:r>
              <a:rPr lang="ko-KR" altLang="en-US" sz="1500" dirty="0" err="1"/>
              <a:t>단국대학교부속소프트웨어고등학교</a:t>
            </a:r>
            <a:endParaRPr lang="en-US" altLang="ko-KR" sz="1500" dirty="0"/>
          </a:p>
          <a:p>
            <a:pPr algn="r"/>
            <a:r>
              <a:rPr lang="ko-KR" altLang="en-US" sz="1500" dirty="0"/>
              <a:t>인공지능 소프트웨어학과</a:t>
            </a:r>
            <a:endParaRPr lang="en-US" altLang="ko-KR" sz="1500" dirty="0"/>
          </a:p>
          <a:p>
            <a:pPr algn="r"/>
            <a:r>
              <a:rPr lang="en-US" altLang="ko-KR" sz="1500" dirty="0"/>
              <a:t>2</a:t>
            </a:r>
            <a:r>
              <a:rPr lang="ko-KR" altLang="en-US" sz="1500" dirty="0"/>
              <a:t>학년 </a:t>
            </a:r>
            <a:r>
              <a:rPr lang="en-US" altLang="ko-KR" sz="1500" dirty="0"/>
              <a:t>2</a:t>
            </a:r>
            <a:r>
              <a:rPr lang="ko-KR" altLang="en-US" sz="1500" dirty="0"/>
              <a:t>반 </a:t>
            </a:r>
            <a:r>
              <a:rPr lang="en-US" altLang="ko-KR" sz="1500" dirty="0"/>
              <a:t>12</a:t>
            </a:r>
            <a:r>
              <a:rPr lang="ko-KR" altLang="en-US" sz="1500" dirty="0"/>
              <a:t>번 </a:t>
            </a:r>
            <a:endParaRPr lang="en-US" altLang="ko-KR" sz="1500" dirty="0"/>
          </a:p>
          <a:p>
            <a:pPr algn="r"/>
            <a:r>
              <a:rPr lang="ko-KR" altLang="en-US" sz="1500" dirty="0"/>
              <a:t>오연우</a:t>
            </a:r>
            <a:endParaRPr lang="en-US" altLang="ko-KR" sz="1500" dirty="0"/>
          </a:p>
          <a:p>
            <a:pPr algn="r"/>
            <a:r>
              <a:rPr lang="en-US" altLang="ko-KR" sz="1500" dirty="0"/>
              <a:t>010-3740-4325</a:t>
            </a:r>
            <a:endParaRPr lang="ko-KR" altLang="en-US" sz="15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F1D0AE-0809-55A2-50D5-E07C23A03EBA}"/>
              </a:ext>
            </a:extLst>
          </p:cNvPr>
          <p:cNvSpPr txBox="1"/>
          <p:nvPr/>
        </p:nvSpPr>
        <p:spPr>
          <a:xfrm>
            <a:off x="759012" y="914399"/>
            <a:ext cx="1635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2"/>
                </a:solidFill>
              </a:rPr>
              <a:t>[AI &amp; Physics]</a:t>
            </a:r>
            <a:endParaRPr lang="ko-KR" altLang="en-US" dirty="0">
              <a:solidFill>
                <a:schemeClr val="accent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F36D4F-DDBA-7F6D-D1CB-92EF3AA6C5F7}"/>
              </a:ext>
            </a:extLst>
          </p:cNvPr>
          <p:cNvSpPr txBox="1"/>
          <p:nvPr/>
        </p:nvSpPr>
        <p:spPr>
          <a:xfrm>
            <a:off x="950259" y="2828687"/>
            <a:ext cx="5843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Electric Charge Distribution Inverse Estimating with AI</a:t>
            </a:r>
            <a:endParaRPr lang="ko-KR" altLang="en-US" dirty="0"/>
          </a:p>
        </p:txBody>
      </p:sp>
      <p:sp>
        <p:nvSpPr>
          <p:cNvPr id="6" name="부제목 2">
            <a:extLst>
              <a:ext uri="{FF2B5EF4-FFF2-40B4-BE49-F238E27FC236}">
                <a16:creationId xmlns:a16="http://schemas.microsoft.com/office/drawing/2014/main" id="{6081D9EA-CF99-AFD1-53CC-472B830753FD}"/>
              </a:ext>
            </a:extLst>
          </p:cNvPr>
          <p:cNvSpPr txBox="1">
            <a:spLocks/>
          </p:cNvSpPr>
          <p:nvPr/>
        </p:nvSpPr>
        <p:spPr>
          <a:xfrm>
            <a:off x="6793654" y="3659982"/>
            <a:ext cx="3287058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altLang="ko-KR" sz="1500" dirty="0"/>
              <a:t>School:</a:t>
            </a:r>
          </a:p>
          <a:p>
            <a:pPr algn="l"/>
            <a:r>
              <a:rPr lang="en-US" altLang="ko-KR" sz="1500" dirty="0"/>
              <a:t>Department:</a:t>
            </a:r>
          </a:p>
          <a:p>
            <a:pPr algn="l"/>
            <a:r>
              <a:rPr lang="en-US" altLang="ko-KR" sz="1500" dirty="0"/>
              <a:t>Class and</a:t>
            </a:r>
            <a:r>
              <a:rPr lang="ko-KR" altLang="en-US" sz="1500" dirty="0"/>
              <a:t> </a:t>
            </a:r>
            <a:r>
              <a:rPr lang="en-US" altLang="ko-KR" sz="1500" dirty="0"/>
              <a:t>Number:</a:t>
            </a:r>
          </a:p>
          <a:p>
            <a:pPr algn="l"/>
            <a:r>
              <a:rPr lang="en-US" altLang="ko-KR" sz="1500" dirty="0"/>
              <a:t>Name:</a:t>
            </a:r>
          </a:p>
          <a:p>
            <a:pPr algn="l"/>
            <a:r>
              <a:rPr lang="en-US" altLang="ko-KR" sz="1500" dirty="0"/>
              <a:t>H.P:</a:t>
            </a:r>
          </a:p>
        </p:txBody>
      </p:sp>
    </p:spTree>
    <p:extLst>
      <p:ext uri="{BB962C8B-B14F-4D97-AF65-F5344CB8AC3E}">
        <p14:creationId xmlns:p14="http://schemas.microsoft.com/office/powerpoint/2010/main" val="36945229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6ED5B7-F4FF-5D58-1496-805765AC9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CAA9C7-8BC1-5B83-AD83-74E2D21CD8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/>
              <a:t>탐구 동기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목적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과정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탐구 결과</a:t>
            </a:r>
            <a:endParaRPr lang="en-US" altLang="ko-KR" dirty="0"/>
          </a:p>
          <a:p>
            <a:pPr marL="0" indent="0">
              <a:buNone/>
            </a:pPr>
            <a:r>
              <a:rPr lang="ko-KR" altLang="en-US" dirty="0"/>
              <a:t>느낀 점</a:t>
            </a:r>
          </a:p>
        </p:txBody>
      </p:sp>
    </p:spTree>
    <p:extLst>
      <p:ext uri="{BB962C8B-B14F-4D97-AF65-F5344CB8AC3E}">
        <p14:creationId xmlns:p14="http://schemas.microsoft.com/office/powerpoint/2010/main" val="22415710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dirty="0"/>
              <a:t>1. </a:t>
            </a:r>
            <a:r>
              <a:rPr dirty="0" err="1"/>
              <a:t>탐구</a:t>
            </a:r>
            <a:r>
              <a:rPr dirty="0"/>
              <a:t> </a:t>
            </a:r>
            <a:r>
              <a:rPr dirty="0" err="1"/>
              <a:t>동기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6482865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5C6574"/>
                </a:solidFill>
              </a:defRPr>
            </a:pPr>
            <a:r>
              <a:rPr dirty="0" err="1"/>
              <a:t>정방향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쉽지만</a:t>
            </a:r>
            <a:r>
              <a:rPr dirty="0"/>
              <a:t>, </a:t>
            </a:r>
            <a:r>
              <a:rPr dirty="0" err="1"/>
              <a:t>역방향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정보</a:t>
            </a:r>
            <a:r>
              <a:rPr dirty="0"/>
              <a:t> </a:t>
            </a:r>
            <a:r>
              <a:rPr dirty="0" err="1"/>
              <a:t>손실</a:t>
            </a:r>
            <a:r>
              <a:rPr lang="ko-KR" altLang="en-US" dirty="0"/>
              <a:t>로 인해 유일한 해를 구하기</a:t>
            </a:r>
            <a:r>
              <a:rPr dirty="0"/>
              <a:t> </a:t>
            </a:r>
            <a:r>
              <a:rPr dirty="0" err="1"/>
              <a:t>어려워진다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6" name="Rectangle 5"/>
          <p:cNvSpPr/>
          <p:nvPr/>
        </p:nvSpPr>
        <p:spPr>
          <a:xfrm>
            <a:off x="777240" y="1281389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43858" y="1737360"/>
            <a:ext cx="3267635" cy="4811358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1737360"/>
            <a:ext cx="69710" cy="481135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73297" y="1747693"/>
            <a:ext cx="28755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8233A"/>
                </a:solidFill>
              </a:defRPr>
            </a:pPr>
            <a:r>
              <a:rPr dirty="0" err="1"/>
              <a:t>정방향</a:t>
            </a:r>
            <a:r>
              <a:rPr dirty="0"/>
              <a:t> </a:t>
            </a:r>
            <a:r>
              <a:rPr dirty="0" err="1"/>
              <a:t>문제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973295" y="2240506"/>
            <a:ext cx="3007033" cy="11285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 err="1"/>
              <a:t>전하의</a:t>
            </a:r>
            <a:r>
              <a:rPr dirty="0"/>
              <a:t> </a:t>
            </a:r>
            <a:r>
              <a:rPr dirty="0" err="1"/>
              <a:t>위치와</a:t>
            </a:r>
            <a:r>
              <a:rPr dirty="0"/>
              <a:t> </a:t>
            </a:r>
            <a:r>
              <a:rPr dirty="0" err="1"/>
              <a:t>크기를</a:t>
            </a:r>
            <a:r>
              <a:rPr dirty="0"/>
              <a:t> </a:t>
            </a:r>
            <a:r>
              <a:rPr dirty="0" err="1"/>
              <a:t>안다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/>
              <a:t>→ </a:t>
            </a:r>
            <a:r>
              <a:rPr dirty="0" err="1"/>
              <a:t>퍼텐셜</a:t>
            </a:r>
            <a:r>
              <a:rPr dirty="0"/>
              <a:t> </a:t>
            </a:r>
            <a:r>
              <a:rPr dirty="0" err="1"/>
              <a:t>V를</a:t>
            </a:r>
            <a:r>
              <a:rPr dirty="0"/>
              <a:t> </a:t>
            </a:r>
            <a:r>
              <a:rPr dirty="0" err="1"/>
              <a:t>계산한다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/>
              <a:t>→ </a:t>
            </a:r>
            <a:r>
              <a:rPr dirty="0" err="1"/>
              <a:t>물리량을</a:t>
            </a:r>
            <a:r>
              <a:rPr dirty="0"/>
              <a:t> </a:t>
            </a:r>
            <a:r>
              <a:rPr dirty="0" err="1"/>
              <a:t>얻는다</a:t>
            </a:r>
            <a:r>
              <a:rPr dirty="0"/>
              <a:t>.</a:t>
            </a:r>
            <a:endParaRPr lang="en-US" dirty="0"/>
          </a:p>
        </p:txBody>
      </p:sp>
      <p:sp>
        <p:nvSpPr>
          <p:cNvPr id="11" name="Rounded Rectangle 10"/>
          <p:cNvSpPr/>
          <p:nvPr/>
        </p:nvSpPr>
        <p:spPr>
          <a:xfrm>
            <a:off x="4389120" y="1737360"/>
            <a:ext cx="3267635" cy="4811358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89120" y="1737360"/>
            <a:ext cx="69710" cy="4811358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58240" y="1732675"/>
            <a:ext cx="28755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8233A"/>
                </a:solidFill>
              </a:defRPr>
            </a:pPr>
            <a:r>
              <a:rPr dirty="0" err="1"/>
              <a:t>역문제</a:t>
            </a:r>
            <a:endParaRPr dirty="0"/>
          </a:p>
        </p:txBody>
      </p:sp>
      <p:sp>
        <p:nvSpPr>
          <p:cNvPr id="14" name="TextBox 13"/>
          <p:cNvSpPr txBox="1"/>
          <p:nvPr/>
        </p:nvSpPr>
        <p:spPr>
          <a:xfrm>
            <a:off x="4585177" y="2240506"/>
            <a:ext cx="2875519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 err="1"/>
              <a:t>관측</a:t>
            </a:r>
            <a:r>
              <a:rPr dirty="0"/>
              <a:t> </a:t>
            </a:r>
            <a:r>
              <a:rPr dirty="0" err="1"/>
              <a:t>결과만</a:t>
            </a:r>
            <a:r>
              <a:rPr dirty="0"/>
              <a:t> </a:t>
            </a:r>
            <a:r>
              <a:rPr dirty="0" err="1"/>
              <a:t>주어진다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/>
              <a:t>→ </a:t>
            </a:r>
            <a:r>
              <a:rPr dirty="0" err="1"/>
              <a:t>어떤</a:t>
            </a:r>
            <a:r>
              <a:rPr dirty="0"/>
              <a:t> </a:t>
            </a:r>
            <a:r>
              <a:rPr dirty="0" err="1"/>
              <a:t>전하가</a:t>
            </a:r>
            <a:r>
              <a:rPr dirty="0"/>
              <a:t> </a:t>
            </a:r>
            <a:r>
              <a:rPr dirty="0" err="1"/>
              <a:t>만들었는지</a:t>
            </a:r>
            <a:r>
              <a:rPr dirty="0"/>
              <a:t> </a:t>
            </a:r>
            <a:r>
              <a:rPr dirty="0" err="1"/>
              <a:t>추정</a:t>
            </a:r>
            <a:r>
              <a:rPr lang="ko-KR" altLang="en-US" dirty="0"/>
              <a:t>할 수 있다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/>
              <a:t>→ </a:t>
            </a:r>
            <a:r>
              <a:rPr dirty="0" err="1"/>
              <a:t>여러</a:t>
            </a:r>
            <a:r>
              <a:rPr dirty="0"/>
              <a:t> </a:t>
            </a:r>
            <a:r>
              <a:rPr dirty="0" err="1"/>
              <a:t>해가</a:t>
            </a:r>
            <a:r>
              <a:rPr dirty="0"/>
              <a:t> </a:t>
            </a:r>
            <a:r>
              <a:rPr dirty="0" err="1"/>
              <a:t>가능할</a:t>
            </a:r>
            <a:r>
              <a:rPr dirty="0"/>
              <a:t> 수 </a:t>
            </a:r>
            <a:r>
              <a:rPr dirty="0" err="1"/>
              <a:t>있다</a:t>
            </a:r>
            <a:r>
              <a:rPr dirty="0"/>
              <a:t>.</a:t>
            </a:r>
            <a:endParaRPr lang="en-US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endParaRPr dirty="0"/>
          </a:p>
        </p:txBody>
      </p:sp>
      <p:sp>
        <p:nvSpPr>
          <p:cNvPr id="15" name="Rounded Rectangle 14"/>
          <p:cNvSpPr/>
          <p:nvPr/>
        </p:nvSpPr>
        <p:spPr>
          <a:xfrm>
            <a:off x="8001000" y="1737360"/>
            <a:ext cx="3267635" cy="4811358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01000" y="1737360"/>
            <a:ext cx="69710" cy="4811358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197057" y="1752192"/>
            <a:ext cx="28755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8233A"/>
                </a:solidFill>
              </a:defRPr>
            </a:pPr>
            <a:r>
              <a:rPr dirty="0" err="1"/>
              <a:t>탐구의</a:t>
            </a:r>
            <a:r>
              <a:rPr dirty="0"/>
              <a:t> </a:t>
            </a:r>
            <a:r>
              <a:rPr dirty="0" err="1"/>
              <a:t>출발점</a:t>
            </a:r>
            <a:endParaRPr dirty="0"/>
          </a:p>
        </p:txBody>
      </p:sp>
      <p:sp>
        <p:nvSpPr>
          <p:cNvPr id="18" name="TextBox 17"/>
          <p:cNvSpPr txBox="1"/>
          <p:nvPr/>
        </p:nvSpPr>
        <p:spPr>
          <a:xfrm>
            <a:off x="8197056" y="2240506"/>
            <a:ext cx="2875519" cy="1579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 err="1"/>
              <a:t>관측</a:t>
            </a:r>
            <a:r>
              <a:rPr dirty="0"/>
              <a:t> </a:t>
            </a:r>
            <a:r>
              <a:rPr dirty="0" err="1"/>
              <a:t>과정에서</a:t>
            </a:r>
            <a:r>
              <a:rPr dirty="0"/>
              <a:t> </a:t>
            </a:r>
            <a:r>
              <a:rPr dirty="0" err="1"/>
              <a:t>정보가</a:t>
            </a:r>
            <a:r>
              <a:rPr dirty="0"/>
              <a:t> </a:t>
            </a:r>
            <a:r>
              <a:rPr dirty="0" err="1"/>
              <a:t>일부</a:t>
            </a:r>
            <a:r>
              <a:rPr dirty="0"/>
              <a:t> </a:t>
            </a:r>
            <a:r>
              <a:rPr dirty="0" err="1"/>
              <a:t>소실된다</a:t>
            </a:r>
            <a:endParaRPr lang="en-US" altLang="en-US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→</a:t>
            </a:r>
            <a:r>
              <a:rPr lang="en-US" altLang="ko-KR" dirty="0"/>
              <a:t>AI</a:t>
            </a:r>
            <a:r>
              <a:rPr lang="ko-KR" altLang="en-US" dirty="0"/>
              <a:t>라면 고전적 역산보다 해를 도출하는 데 유리하지 않을까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16C7EE-5C35-F897-8E04-A4EF9675D001}"/>
              </a:ext>
            </a:extLst>
          </p:cNvPr>
          <p:cNvSpPr txBox="1"/>
          <p:nvPr/>
        </p:nvSpPr>
        <p:spPr>
          <a:xfrm>
            <a:off x="973295" y="4143039"/>
            <a:ext cx="3007033" cy="11285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ko-KR" altLang="en-US" dirty="0"/>
              <a:t>체감 난이도 ★☆☆☆☆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</a:t>
            </a:r>
            <a:r>
              <a:rPr lang="ko-KR" altLang="en-US" dirty="0"/>
              <a:t>고등학교 물리학 </a:t>
            </a:r>
            <a:r>
              <a:rPr lang="en-US" altLang="ko-KR" dirty="0"/>
              <a:t>1 </a:t>
            </a:r>
            <a:r>
              <a:rPr lang="ko-KR" altLang="en-US" dirty="0"/>
              <a:t>과정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</a:t>
            </a:r>
            <a:r>
              <a:rPr lang="ko-KR" altLang="en-US" dirty="0"/>
              <a:t>탐구의 시작점</a:t>
            </a:r>
            <a:endParaRPr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B951590-A76B-7674-ECB6-6D577AC5EF34}"/>
              </a:ext>
            </a:extLst>
          </p:cNvPr>
          <p:cNvSpPr txBox="1"/>
          <p:nvPr/>
        </p:nvSpPr>
        <p:spPr>
          <a:xfrm>
            <a:off x="4585177" y="4143039"/>
            <a:ext cx="2875519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ko-KR" altLang="en-US" dirty="0"/>
              <a:t>체감 난이도 ★★★☆☆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altLang="ko-KR" dirty="0"/>
              <a:t>-</a:t>
            </a:r>
            <a:r>
              <a:rPr lang="ko-KR" altLang="en-US" dirty="0"/>
              <a:t>단순 고전적 계산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-AI</a:t>
            </a:r>
            <a:r>
              <a:rPr lang="ko-KR" altLang="en-US" dirty="0"/>
              <a:t>의 도입이 불필요</a:t>
            </a:r>
            <a:endParaRPr lang="en-US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endParaRPr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64DE112-81C7-D038-4DD6-E76A7D30FE2A}"/>
              </a:ext>
            </a:extLst>
          </p:cNvPr>
          <p:cNvSpPr txBox="1"/>
          <p:nvPr/>
        </p:nvSpPr>
        <p:spPr>
          <a:xfrm>
            <a:off x="8231913" y="4143039"/>
            <a:ext cx="2875519" cy="11285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ko-KR" altLang="en-US" dirty="0"/>
              <a:t>난이도 ★★★★★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</a:t>
            </a:r>
            <a:r>
              <a:rPr lang="ko-KR" altLang="en-US" dirty="0"/>
              <a:t>자체 생산 데이터 사용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</a:t>
            </a:r>
            <a:r>
              <a:rPr lang="ko-KR" altLang="en-US" dirty="0"/>
              <a:t>데이터로 통계적 추정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632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343395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1-1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</a:t>
            </a:r>
            <a:r>
              <a:rPr lang="ko-KR" altLang="en-US" sz="2800" b="1" dirty="0">
                <a:solidFill>
                  <a:srgbClr val="18233A"/>
                </a:solidFill>
                <a:latin typeface="Calibri"/>
              </a:rPr>
              <a:t>교과 물리로부터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점전하가 만드는 전기 퍼텐셜을 3차원에 배치하고 z=0 평면에서 관측한다.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097280" y="1828800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2779793" y="1975104"/>
                <a:ext cx="6601936" cy="913648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ctr" defTabSz="457200" latinLnBrk="0">
                  <a:defRPr sz="2200" b="1">
                    <a:solidFill>
                      <a:srgbClr val="1F8987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1F898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𝑽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F898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(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F898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𝒙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F898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F898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𝒚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F898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,</m:t>
                      </m:r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1F898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𝒛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F898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) </m:t>
                      </m:r>
                      <m:r>
                        <a:rPr kumimoji="0" lang="en-US" sz="2200" b="1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srgbClr val="1F898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  </m:t>
                      </m:r>
                      <m:r>
                        <a:rPr kumimoji="0" lang="en-US" sz="2200" b="1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F8987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altLang="ko-KR" sz="2200" b="1" i="1" dirty="0" smtClean="0">
                              <a:solidFill>
                                <a:srgbClr val="1F8987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altLang="ko-KR" sz="2200" b="1" i="1" dirty="0" smtClean="0">
                              <a:solidFill>
                                <a:srgbClr val="1F8987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  <m:sup/>
                        <m:e>
                          <m:f>
                            <m:fPr>
                              <m:ctrlPr>
                                <a:rPr lang="en-US" altLang="ko-KR" sz="2200" b="1" i="1" dirty="0">
                                  <a:solidFill>
                                    <a:srgbClr val="1F898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ko-KR" sz="2200" b="1" i="1" dirty="0">
                                  <a:solidFill>
                                    <a:srgbClr val="1F8987"/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  <m:r>
                                <a:rPr lang="en-US" altLang="ko-KR" sz="2200" b="1" i="1" dirty="0">
                                  <a:solidFill>
                                    <a:srgbClr val="1F8987"/>
                                  </a:solidFill>
                                  <a:latin typeface="Cambria Math" panose="02040503050406030204" pitchFamily="18" charset="0"/>
                                </a:rPr>
                                <m:t>ᵢ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ko-KR" sz="2200" b="1" i="1" dirty="0">
                                      <a:solidFill>
                                        <a:srgbClr val="1F898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altLang="ko-KR" sz="2200" b="1" i="1" dirty="0">
                                      <a:solidFill>
                                        <a:srgbClr val="1F8987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rgbClr val="1F8987"/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rgbClr val="1F8987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rgbClr val="1F8987"/>
                                      </a:solidFill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rgbClr val="1F8987"/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 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rgbClr val="1F8987"/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rgbClr val="1F8987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rgbClr val="1F8987"/>
                                      </a:solidFill>
                                      <a:latin typeface="Cambria Math" panose="02040503050406030204" pitchFamily="18" charset="0"/>
                                    </a:rPr>
                                    <m:t>𝒚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rgbClr val="1F8987"/>
                                      </a:solidFill>
                                      <a:latin typeface="Cambria Math" panose="02040503050406030204" pitchFamily="18" charset="0"/>
                                    </a:rPr>
                                    <m:t>ᵢ)² +(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rgbClr val="1F8987"/>
                                      </a:solidFill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rgbClr val="1F8987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ko-KR" sz="2200" b="1" i="1" dirty="0">
                                      <a:solidFill>
                                        <a:srgbClr val="1F8987"/>
                                      </a:solidFill>
                                      <a:latin typeface="Cambria Math" panose="02040503050406030204" pitchFamily="18" charset="0"/>
                                    </a:rPr>
                                    <m:t>𝒛</m:t>
                                  </m:r>
                                  <m:sSup>
                                    <m:sSupPr>
                                      <m:ctrlPr>
                                        <a:rPr lang="en-US" altLang="ko-KR" sz="2200" b="1" i="1" dirty="0">
                                          <a:solidFill>
                                            <a:srgbClr val="1F898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altLang="ko-KR" sz="2200" b="1" i="1" dirty="0">
                                          <a:solidFill>
                                            <a:srgbClr val="1F898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ᵢ</m:t>
                                      </m:r>
                                    </m:e>
                                    <m:sup>
                                      <m:r>
                                        <a:rPr lang="en-US" altLang="ko-KR" sz="2200" b="1" i="1" dirty="0">
                                          <a:solidFill>
                                            <a:srgbClr val="1F898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altLang="ko-KR" sz="2200" b="1" i="1" dirty="0">
                                      <a:solidFill>
                                        <a:srgbClr val="1F8987"/>
                                      </a:solidFill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rad>
                            </m:den>
                          </m:f>
                        </m:e>
                      </m:nary>
                    </m:oMath>
                  </m:oMathPara>
                </a14:m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9793" y="1975104"/>
                <a:ext cx="6601936" cy="91364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/>
          <p:cNvSpPr txBox="1"/>
          <p:nvPr/>
        </p:nvSpPr>
        <p:spPr>
          <a:xfrm>
            <a:off x="1280160" y="2697480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편의를 위해 전체 비례상수는 정규화한다.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063240"/>
            <a:ext cx="10607040" cy="8258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lrTx/>
              <a:buSzTx/>
              <a:buFontTx/>
              <a:buNone/>
              <a:tabLst/>
              <a:defRPr sz="1800">
                <a:solidFill>
                  <a:srgbClr val="18233A"/>
                </a:solidFill>
              </a:defRPr>
            </a:pP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물리학 교과서는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2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차원 평면에서의 전하만을 설명한다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lrTx/>
              <a:buSzTx/>
              <a:buFontTx/>
              <a:buNone/>
              <a:tabLst/>
              <a:defRPr sz="1800">
                <a:solidFill>
                  <a:srgbClr val="18233A"/>
                </a:solidFill>
              </a:defRPr>
            </a:pP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조금만 확장해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z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축을 추가하면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3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차원 공간에서도 전하들에 의한 전위를 구할 수 </a:t>
            </a:r>
            <a:r>
              <a:rPr lang="ko-KR" altLang="en-US" dirty="0">
                <a:solidFill>
                  <a:srgbClr val="18233A"/>
                </a:solidFill>
                <a:latin typeface="Calibri"/>
              </a:rPr>
              <a:t>있다</a:t>
            </a:r>
            <a:r>
              <a:rPr lang="en-US" altLang="ko-KR" dirty="0">
                <a:solidFill>
                  <a:srgbClr val="18233A"/>
                </a:solidFill>
                <a:latin typeface="Calibri"/>
              </a:rPr>
              <a:t>.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12" name="그림 11" descr="전위, 전기 퍼텐셜 (Electric Potential)">
            <a:extLst>
              <a:ext uri="{FF2B5EF4-FFF2-40B4-BE49-F238E27FC236}">
                <a16:creationId xmlns:a16="http://schemas.microsoft.com/office/drawing/2014/main" id="{6F836141-F320-57A3-36AA-AD246B1F62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0480" y="3066112"/>
            <a:ext cx="3731164" cy="379188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58368" y="384048"/>
            <a:ext cx="6209264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800" b="1">
                <a:solidFill>
                  <a:srgbClr val="18233A"/>
                </a:solidFill>
              </a:defRPr>
            </a:pPr>
            <a:r>
              <a:rPr lang="en-US" sz="2800" b="1" dirty="0">
                <a:solidFill>
                  <a:srgbClr val="18233A"/>
                </a:solidFill>
                <a:latin typeface="Calibri"/>
              </a:rPr>
              <a:t>1-2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 Kaluza–Klein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관점으로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관측량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2800" b="1" i="0" u="none" strike="noStrike" kern="1200" cap="none" spc="0" normalizeH="0" baseline="0" noProof="0" dirty="0" err="1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구성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18233A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76656" y="987552"/>
            <a:ext cx="1060704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전자기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퍼텐셜을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고차원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계량의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성분으로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해석해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서로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다른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정보량을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  <a:r>
              <a:rPr kumimoji="0" sz="1250" b="0" i="0" u="none" strike="noStrike" kern="1200" cap="none" spc="0" normalizeH="0" baseline="0" noProof="0" dirty="0" err="1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만든다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09960" y="4114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00" b="1">
                <a:solidFill>
                  <a:srgbClr val="315EBE"/>
                </a:solidFill>
              </a:defRPr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315EBE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" y="1353312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097280" y="1828800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325880" y="1975104"/>
            <a:ext cx="9509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315EBE"/>
                </a:solidFill>
                <a:latin typeface="Cambria Math"/>
              </a:defRPr>
            </a:pPr>
            <a:r>
              <a:rPr kumimoji="0" sz="2200" b="1" i="0" u="none" strike="noStrike" kern="1200" cap="none" spc="0" normalizeH="0" baseline="0" noProof="0">
                <a:ln>
                  <a:noFill/>
                </a:ln>
                <a:solidFill>
                  <a:srgbClr val="315EBE"/>
                </a:solidFill>
                <a:effectLst/>
                <a:uLnTx/>
                <a:uFillTx/>
                <a:latin typeface="Cambria Math"/>
                <a:ea typeface="+mn-ea"/>
                <a:cs typeface="+mn-cs"/>
              </a:rPr>
              <a:t>G₀₀ ∝ V²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697480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전위의 크기 정보는 남지만 V → −V에 대해 값이 변하지 않는다.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3154680"/>
            <a:ext cx="9966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325880" y="3300984"/>
            <a:ext cx="9509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200" b="1">
                <a:solidFill>
                  <a:srgbClr val="1F8987"/>
                </a:solidFill>
                <a:latin typeface="Cambria Math"/>
              </a:defRPr>
            </a:pPr>
            <a:r>
              <a:rPr kumimoji="0" sz="2200" b="1" i="0" u="none" strike="noStrike" kern="1200" cap="none" spc="0" normalizeH="0" baseline="0" noProof="0">
                <a:ln>
                  <a:noFill/>
                </a:ln>
                <a:solidFill>
                  <a:srgbClr val="1F8987"/>
                </a:solidFill>
                <a:effectLst/>
                <a:uLnTx/>
                <a:uFillTx/>
                <a:latin typeface="Cambria Math"/>
                <a:ea typeface="+mn-ea"/>
                <a:cs typeface="+mn-cs"/>
              </a:rPr>
              <a:t>G₀₅ ∝ 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023360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50">
                <a:solidFill>
                  <a:srgbClr val="5C6574"/>
                </a:solidFill>
              </a:defRPr>
            </a:pPr>
            <a:r>
              <a:rPr kumimoji="0" sz="125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전위의 부호 정보까지 포함하므로 전하 부호 판별에 직접적인 단서를 준다.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0" y="4709160"/>
            <a:ext cx="850392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828800" y="4709160"/>
            <a:ext cx="73152" cy="1051560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057400" y="4873752"/>
            <a:ext cx="8092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18233A"/>
                </a:solidFill>
              </a:defRPr>
            </a:pPr>
            <a:r>
              <a:rPr kumimoji="0" sz="1600" b="1" i="0" u="none" strike="noStrike" kern="1200" cap="none" spc="0" normalizeH="0" baseline="0" noProof="0">
                <a:ln>
                  <a:noFill/>
                </a:ln>
                <a:solidFill>
                  <a:srgbClr val="18233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중요한 해석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5349240"/>
            <a:ext cx="8092440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 sz="1400">
                <a:solidFill>
                  <a:srgbClr val="5C6574"/>
                </a:solidFill>
              </a:defRPr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5C657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이 탐구에서 KK 이론은 ‘고차원 이론 자체를 검증’하는 것이 아니라, 동일한 전자기 정보를 서로 다른 계량 성분으로 표현해 정보 손실 조건을 설계하는 틀로 사용한다.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42E79-B05D-AD68-CFB3-9856AF2CD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EE4ACB2-F959-E9D2-A40A-1C915F49DE1E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t>1. 탐구 동기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F4001F-BA6C-532E-10A9-66CDD732F330}"/>
              </a:ext>
            </a:extLst>
          </p:cNvPr>
          <p:cNvSpPr txBox="1"/>
          <p:nvPr/>
        </p:nvSpPr>
        <p:spPr>
          <a:xfrm>
            <a:off x="676656" y="987552"/>
            <a:ext cx="6482865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5C6574"/>
                </a:solidFill>
              </a:defRPr>
            </a:pPr>
            <a:r>
              <a:rPr dirty="0" err="1"/>
              <a:t>정방향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쉽지만</a:t>
            </a:r>
            <a:r>
              <a:rPr dirty="0"/>
              <a:t>, </a:t>
            </a:r>
            <a:r>
              <a:rPr dirty="0" err="1"/>
              <a:t>역방향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정보</a:t>
            </a:r>
            <a:r>
              <a:rPr dirty="0"/>
              <a:t> </a:t>
            </a:r>
            <a:r>
              <a:rPr dirty="0" err="1"/>
              <a:t>손실</a:t>
            </a:r>
            <a:r>
              <a:rPr lang="ko-KR" altLang="en-US" dirty="0"/>
              <a:t>로 인해 유일한 해를 구하기</a:t>
            </a:r>
            <a:r>
              <a:rPr dirty="0"/>
              <a:t> </a:t>
            </a:r>
            <a:r>
              <a:rPr dirty="0" err="1"/>
              <a:t>어려워진다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69894CF-34BD-25C8-16BE-CAB2E5C74455}"/>
              </a:ext>
            </a:extLst>
          </p:cNvPr>
          <p:cNvSpPr/>
          <p:nvPr/>
        </p:nvSpPr>
        <p:spPr>
          <a:xfrm>
            <a:off x="777240" y="1281389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05524E77-A1EB-D065-EA8F-171494E12C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950" y="1714556"/>
            <a:ext cx="3197925" cy="4856965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A84239FD-D2E2-72D2-DD3E-A77EA2982F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8545" y="1755759"/>
            <a:ext cx="3254089" cy="4774558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82318D07-84B4-2C48-9B36-6D69316921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4796" y="1786778"/>
            <a:ext cx="3197925" cy="4716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801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F6A21B-5101-7D32-2BAC-6AF1B3150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6517C86-CA02-3849-4FF8-2ED94D3D56F4}"/>
              </a:ext>
            </a:extLst>
          </p:cNvPr>
          <p:cNvSpPr txBox="1"/>
          <p:nvPr/>
        </p:nvSpPr>
        <p:spPr>
          <a:xfrm>
            <a:off x="658368" y="384048"/>
            <a:ext cx="108813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8233A"/>
                </a:solidFill>
              </a:defRPr>
            </a:pPr>
            <a:r>
              <a:rPr lang="en-US" dirty="0"/>
              <a:t>2</a:t>
            </a:r>
            <a:r>
              <a:rPr dirty="0"/>
              <a:t>. </a:t>
            </a:r>
            <a:r>
              <a:rPr dirty="0" err="1"/>
              <a:t>탐구</a:t>
            </a:r>
            <a:r>
              <a:rPr dirty="0"/>
              <a:t> </a:t>
            </a:r>
            <a:r>
              <a:rPr lang="ko-KR" altLang="en-US" dirty="0"/>
              <a:t>목적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1AF4E9-004A-445C-816A-EF4CDCB5CA79}"/>
              </a:ext>
            </a:extLst>
          </p:cNvPr>
          <p:cNvSpPr txBox="1"/>
          <p:nvPr/>
        </p:nvSpPr>
        <p:spPr>
          <a:xfrm>
            <a:off x="676656" y="987552"/>
            <a:ext cx="6482865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5C6574"/>
                </a:solidFill>
              </a:defRPr>
            </a:pPr>
            <a:r>
              <a:rPr dirty="0" err="1"/>
              <a:t>정방향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쉽지만</a:t>
            </a:r>
            <a:r>
              <a:rPr dirty="0"/>
              <a:t>, </a:t>
            </a:r>
            <a:r>
              <a:rPr dirty="0" err="1"/>
              <a:t>역방향</a:t>
            </a:r>
            <a:r>
              <a:rPr dirty="0"/>
              <a:t> </a:t>
            </a:r>
            <a:r>
              <a:rPr dirty="0" err="1"/>
              <a:t>문제는</a:t>
            </a:r>
            <a:r>
              <a:rPr dirty="0"/>
              <a:t> </a:t>
            </a:r>
            <a:r>
              <a:rPr dirty="0" err="1"/>
              <a:t>정보</a:t>
            </a:r>
            <a:r>
              <a:rPr dirty="0"/>
              <a:t> </a:t>
            </a:r>
            <a:r>
              <a:rPr dirty="0" err="1"/>
              <a:t>손실</a:t>
            </a:r>
            <a:r>
              <a:rPr lang="ko-KR" altLang="en-US" dirty="0"/>
              <a:t>로 인해 유일한 해를 구하기</a:t>
            </a:r>
            <a:r>
              <a:rPr dirty="0"/>
              <a:t> </a:t>
            </a:r>
            <a:r>
              <a:rPr dirty="0" err="1"/>
              <a:t>어려워진다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31CCD96-2EBB-B6BC-6419-BE691B04AA48}"/>
              </a:ext>
            </a:extLst>
          </p:cNvPr>
          <p:cNvSpPr/>
          <p:nvPr/>
        </p:nvSpPr>
        <p:spPr>
          <a:xfrm>
            <a:off x="777240" y="1281389"/>
            <a:ext cx="566928" cy="4114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8587134-6A59-E0E6-8465-FA13D0FFCEE1}"/>
              </a:ext>
            </a:extLst>
          </p:cNvPr>
          <p:cNvSpPr/>
          <p:nvPr/>
        </p:nvSpPr>
        <p:spPr>
          <a:xfrm>
            <a:off x="743858" y="1737360"/>
            <a:ext cx="3267635" cy="4811358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10BEEA-8393-D5C0-D099-E403D872AC5D}"/>
              </a:ext>
            </a:extLst>
          </p:cNvPr>
          <p:cNvSpPr/>
          <p:nvPr/>
        </p:nvSpPr>
        <p:spPr>
          <a:xfrm>
            <a:off x="777240" y="1737360"/>
            <a:ext cx="69710" cy="4811358"/>
          </a:xfrm>
          <a:prstGeom prst="rect">
            <a:avLst/>
          </a:prstGeom>
          <a:solidFill>
            <a:srgbClr val="315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69FDBA-6257-2822-1DB9-6A17C6326891}"/>
              </a:ext>
            </a:extLst>
          </p:cNvPr>
          <p:cNvSpPr txBox="1"/>
          <p:nvPr/>
        </p:nvSpPr>
        <p:spPr>
          <a:xfrm>
            <a:off x="973297" y="1747693"/>
            <a:ext cx="28755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8233A"/>
                </a:solidFill>
              </a:defRPr>
            </a:pPr>
            <a:r>
              <a:rPr dirty="0" err="1"/>
              <a:t>정방향</a:t>
            </a:r>
            <a:r>
              <a:rPr dirty="0"/>
              <a:t> </a:t>
            </a:r>
            <a:r>
              <a:rPr dirty="0" err="1"/>
              <a:t>문제</a:t>
            </a:r>
            <a:endParaRPr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706990-1EFE-917D-9841-9463A3AC118C}"/>
              </a:ext>
            </a:extLst>
          </p:cNvPr>
          <p:cNvSpPr txBox="1"/>
          <p:nvPr/>
        </p:nvSpPr>
        <p:spPr>
          <a:xfrm>
            <a:off x="973295" y="2240506"/>
            <a:ext cx="3007033" cy="11285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 err="1"/>
              <a:t>전하의</a:t>
            </a:r>
            <a:r>
              <a:rPr dirty="0"/>
              <a:t> </a:t>
            </a:r>
            <a:r>
              <a:rPr dirty="0" err="1"/>
              <a:t>위치와</a:t>
            </a:r>
            <a:r>
              <a:rPr dirty="0"/>
              <a:t> </a:t>
            </a:r>
            <a:r>
              <a:rPr dirty="0" err="1"/>
              <a:t>크기를</a:t>
            </a:r>
            <a:r>
              <a:rPr dirty="0"/>
              <a:t> </a:t>
            </a:r>
            <a:r>
              <a:rPr dirty="0" err="1"/>
              <a:t>안다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/>
              <a:t>→ </a:t>
            </a:r>
            <a:r>
              <a:rPr dirty="0" err="1"/>
              <a:t>퍼텐셜</a:t>
            </a:r>
            <a:r>
              <a:rPr dirty="0"/>
              <a:t> </a:t>
            </a:r>
            <a:r>
              <a:rPr dirty="0" err="1"/>
              <a:t>V를</a:t>
            </a:r>
            <a:r>
              <a:rPr dirty="0"/>
              <a:t> </a:t>
            </a:r>
            <a:r>
              <a:rPr dirty="0" err="1"/>
              <a:t>계산한다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/>
              <a:t>→ </a:t>
            </a:r>
            <a:r>
              <a:rPr dirty="0" err="1"/>
              <a:t>물리량을</a:t>
            </a:r>
            <a:r>
              <a:rPr dirty="0"/>
              <a:t> </a:t>
            </a:r>
            <a:r>
              <a:rPr dirty="0" err="1"/>
              <a:t>얻는다</a:t>
            </a:r>
            <a:r>
              <a:rPr dirty="0"/>
              <a:t>.</a:t>
            </a:r>
            <a:endParaRPr lang="en-US" dirty="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70E77B7-505A-AF98-CC22-853CC8DFB258}"/>
              </a:ext>
            </a:extLst>
          </p:cNvPr>
          <p:cNvSpPr/>
          <p:nvPr/>
        </p:nvSpPr>
        <p:spPr>
          <a:xfrm>
            <a:off x="4389120" y="1737360"/>
            <a:ext cx="3267635" cy="4811358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3D8D5A-F5F0-2AA8-3416-C5F41F65922E}"/>
              </a:ext>
            </a:extLst>
          </p:cNvPr>
          <p:cNvSpPr/>
          <p:nvPr/>
        </p:nvSpPr>
        <p:spPr>
          <a:xfrm>
            <a:off x="4389120" y="1737360"/>
            <a:ext cx="69710" cy="4811358"/>
          </a:xfrm>
          <a:prstGeom prst="rect">
            <a:avLst/>
          </a:prstGeom>
          <a:solidFill>
            <a:srgbClr val="1F89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03FDC8-815E-6764-2D49-45FFD083E783}"/>
              </a:ext>
            </a:extLst>
          </p:cNvPr>
          <p:cNvSpPr txBox="1"/>
          <p:nvPr/>
        </p:nvSpPr>
        <p:spPr>
          <a:xfrm>
            <a:off x="4658240" y="1732675"/>
            <a:ext cx="28755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8233A"/>
                </a:solidFill>
              </a:defRPr>
            </a:pPr>
            <a:r>
              <a:rPr dirty="0" err="1"/>
              <a:t>역문제</a:t>
            </a:r>
            <a:endParaRPr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AEF9A8-0005-B6E1-3617-41D51120C277}"/>
              </a:ext>
            </a:extLst>
          </p:cNvPr>
          <p:cNvSpPr txBox="1"/>
          <p:nvPr/>
        </p:nvSpPr>
        <p:spPr>
          <a:xfrm>
            <a:off x="4585177" y="2240506"/>
            <a:ext cx="2875519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 err="1"/>
              <a:t>관측</a:t>
            </a:r>
            <a:r>
              <a:rPr dirty="0"/>
              <a:t> </a:t>
            </a:r>
            <a:r>
              <a:rPr dirty="0" err="1"/>
              <a:t>결과만</a:t>
            </a:r>
            <a:r>
              <a:rPr dirty="0"/>
              <a:t> </a:t>
            </a:r>
            <a:r>
              <a:rPr dirty="0" err="1"/>
              <a:t>주어진다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/>
              <a:t>→ </a:t>
            </a:r>
            <a:r>
              <a:rPr dirty="0" err="1"/>
              <a:t>어떤</a:t>
            </a:r>
            <a:r>
              <a:rPr dirty="0"/>
              <a:t> </a:t>
            </a:r>
            <a:r>
              <a:rPr dirty="0" err="1"/>
              <a:t>전하가</a:t>
            </a:r>
            <a:r>
              <a:rPr dirty="0"/>
              <a:t> </a:t>
            </a:r>
            <a:r>
              <a:rPr dirty="0" err="1"/>
              <a:t>만들었는지</a:t>
            </a:r>
            <a:r>
              <a:rPr dirty="0"/>
              <a:t> </a:t>
            </a:r>
            <a:r>
              <a:rPr dirty="0" err="1"/>
              <a:t>추정</a:t>
            </a:r>
            <a:r>
              <a:rPr lang="ko-KR" altLang="en-US" dirty="0"/>
              <a:t>할 수 있다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/>
              <a:t>→ </a:t>
            </a:r>
            <a:r>
              <a:rPr dirty="0" err="1"/>
              <a:t>여러</a:t>
            </a:r>
            <a:r>
              <a:rPr dirty="0"/>
              <a:t> </a:t>
            </a:r>
            <a:r>
              <a:rPr dirty="0" err="1"/>
              <a:t>해가</a:t>
            </a:r>
            <a:r>
              <a:rPr dirty="0"/>
              <a:t> </a:t>
            </a:r>
            <a:r>
              <a:rPr dirty="0" err="1"/>
              <a:t>가능할</a:t>
            </a:r>
            <a:r>
              <a:rPr dirty="0"/>
              <a:t> 수 </a:t>
            </a:r>
            <a:r>
              <a:rPr dirty="0" err="1"/>
              <a:t>있다</a:t>
            </a:r>
            <a:r>
              <a:rPr dirty="0"/>
              <a:t>.</a:t>
            </a:r>
            <a:endParaRPr lang="en-US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endParaRPr dirty="0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BE9F272-132A-6595-E0E3-208BA994C766}"/>
              </a:ext>
            </a:extLst>
          </p:cNvPr>
          <p:cNvSpPr/>
          <p:nvPr/>
        </p:nvSpPr>
        <p:spPr>
          <a:xfrm>
            <a:off x="8001000" y="1737360"/>
            <a:ext cx="3267635" cy="4811358"/>
          </a:xfrm>
          <a:prstGeom prst="roundRect">
            <a:avLst/>
          </a:prstGeom>
          <a:solidFill>
            <a:srgbClr val="FFFFFF"/>
          </a:solidFill>
          <a:ln>
            <a:solidFill>
              <a:srgbClr val="E6EB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800B837-6E40-51FC-5E1A-58BD8998A8B6}"/>
              </a:ext>
            </a:extLst>
          </p:cNvPr>
          <p:cNvSpPr/>
          <p:nvPr/>
        </p:nvSpPr>
        <p:spPr>
          <a:xfrm>
            <a:off x="8001000" y="1737360"/>
            <a:ext cx="69710" cy="4811358"/>
          </a:xfrm>
          <a:prstGeom prst="rect">
            <a:avLst/>
          </a:prstGeom>
          <a:solidFill>
            <a:srgbClr val="BE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5DD347A-567E-6FC5-BAF2-3334364BEC60}"/>
              </a:ext>
            </a:extLst>
          </p:cNvPr>
          <p:cNvSpPr txBox="1"/>
          <p:nvPr/>
        </p:nvSpPr>
        <p:spPr>
          <a:xfrm>
            <a:off x="8197057" y="1752192"/>
            <a:ext cx="287551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8233A"/>
                </a:solidFill>
              </a:defRPr>
            </a:pPr>
            <a:r>
              <a:rPr dirty="0" err="1"/>
              <a:t>탐구의</a:t>
            </a:r>
            <a:r>
              <a:rPr dirty="0"/>
              <a:t> </a:t>
            </a:r>
            <a:r>
              <a:rPr dirty="0" err="1"/>
              <a:t>출발점</a:t>
            </a:r>
            <a:endParaRPr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B128E67-95F8-EEE7-83F4-488B424A9F2D}"/>
              </a:ext>
            </a:extLst>
          </p:cNvPr>
          <p:cNvSpPr txBox="1"/>
          <p:nvPr/>
        </p:nvSpPr>
        <p:spPr>
          <a:xfrm>
            <a:off x="8197056" y="2240506"/>
            <a:ext cx="2875519" cy="1579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dirty="0" err="1"/>
              <a:t>관측</a:t>
            </a:r>
            <a:r>
              <a:rPr dirty="0"/>
              <a:t> </a:t>
            </a:r>
            <a:r>
              <a:rPr dirty="0" err="1"/>
              <a:t>과정에서</a:t>
            </a:r>
            <a:r>
              <a:rPr dirty="0"/>
              <a:t> </a:t>
            </a:r>
            <a:r>
              <a:rPr dirty="0" err="1"/>
              <a:t>정보가</a:t>
            </a:r>
            <a:r>
              <a:rPr dirty="0"/>
              <a:t> </a:t>
            </a:r>
            <a:r>
              <a:rPr dirty="0" err="1"/>
              <a:t>일부</a:t>
            </a:r>
            <a:r>
              <a:rPr dirty="0"/>
              <a:t> </a:t>
            </a:r>
            <a:r>
              <a:rPr dirty="0" err="1"/>
              <a:t>소실된다</a:t>
            </a:r>
            <a:endParaRPr lang="en-US" altLang="en-US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→</a:t>
            </a:r>
            <a:r>
              <a:rPr lang="en-US" altLang="ko-KR" dirty="0"/>
              <a:t>AI</a:t>
            </a:r>
            <a:r>
              <a:rPr lang="ko-KR" altLang="en-US" dirty="0"/>
              <a:t>라면 고전적 역산보다 해를 도출하는 데 유리하지 않을까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160646-3987-9D7F-1BCB-DD4BD7268671}"/>
              </a:ext>
            </a:extLst>
          </p:cNvPr>
          <p:cNvSpPr txBox="1"/>
          <p:nvPr/>
        </p:nvSpPr>
        <p:spPr>
          <a:xfrm>
            <a:off x="973295" y="4143039"/>
            <a:ext cx="3007033" cy="11285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ko-KR" altLang="en-US" dirty="0"/>
              <a:t>체감 난이도 ★☆☆☆☆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</a:t>
            </a:r>
            <a:r>
              <a:rPr lang="ko-KR" altLang="en-US" dirty="0"/>
              <a:t>고등학교 물리학 </a:t>
            </a:r>
            <a:r>
              <a:rPr lang="en-US" altLang="ko-KR" dirty="0"/>
              <a:t>1 </a:t>
            </a:r>
            <a:r>
              <a:rPr lang="ko-KR" altLang="en-US" dirty="0"/>
              <a:t>과정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</a:t>
            </a:r>
            <a:r>
              <a:rPr lang="ko-KR" altLang="en-US" dirty="0"/>
              <a:t>탐구의 시작점</a:t>
            </a:r>
            <a:endParaRPr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BAC3B3-AED9-45BC-D0F6-2D1CFECEDA6A}"/>
              </a:ext>
            </a:extLst>
          </p:cNvPr>
          <p:cNvSpPr txBox="1"/>
          <p:nvPr/>
        </p:nvSpPr>
        <p:spPr>
          <a:xfrm>
            <a:off x="4585177" y="4143039"/>
            <a:ext cx="2875519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ko-KR" altLang="en-US" dirty="0"/>
              <a:t>체감 난이도 ★★★☆☆</a:t>
            </a:r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altLang="ko-KR" dirty="0"/>
              <a:t>-</a:t>
            </a:r>
            <a:r>
              <a:rPr lang="ko-KR" altLang="en-US" dirty="0"/>
              <a:t>단순 고전적 계산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-AI</a:t>
            </a:r>
            <a:r>
              <a:rPr lang="ko-KR" altLang="en-US" dirty="0"/>
              <a:t>의 도입이 불필요</a:t>
            </a:r>
            <a:endParaRPr lang="en-US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endParaRPr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07A595A-7468-3A19-3BEE-22CA86E2AB67}"/>
              </a:ext>
            </a:extLst>
          </p:cNvPr>
          <p:cNvSpPr txBox="1"/>
          <p:nvPr/>
        </p:nvSpPr>
        <p:spPr>
          <a:xfrm>
            <a:off x="8231913" y="4143039"/>
            <a:ext cx="2875519" cy="11285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ko-KR" altLang="en-US" dirty="0"/>
              <a:t>난이도 ★★★★★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</a:t>
            </a:r>
            <a:r>
              <a:rPr lang="ko-KR" altLang="en-US" dirty="0"/>
              <a:t>자체 생산 데이터 사용</a:t>
            </a:r>
            <a:endParaRPr lang="en-US" altLang="ko-KR" dirty="0"/>
          </a:p>
          <a:p>
            <a:pPr>
              <a:spcAft>
                <a:spcPts val="800"/>
              </a:spcAft>
              <a:defRPr sz="1800">
                <a:solidFill>
                  <a:srgbClr val="5C6574"/>
                </a:solidFill>
              </a:defRPr>
            </a:pPr>
            <a:r>
              <a:rPr lang="en-US" dirty="0"/>
              <a:t>-</a:t>
            </a:r>
            <a:r>
              <a:rPr lang="ko-KR" altLang="en-US" dirty="0"/>
              <a:t>데이터로 통계적 추정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389839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1329</TotalTime>
  <Words>431</Words>
  <Application>Microsoft Office PowerPoint</Application>
  <PresentationFormat>와이드스크린</PresentationFormat>
  <Paragraphs>80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7</vt:i4>
      </vt:variant>
    </vt:vector>
  </HeadingPairs>
  <TitlesOfParts>
    <vt:vector size="13" baseType="lpstr">
      <vt:lpstr>맑은 고딕</vt:lpstr>
      <vt:lpstr>Arial</vt:lpstr>
      <vt:lpstr>Calibri</vt:lpstr>
      <vt:lpstr>Cambria Math</vt:lpstr>
      <vt:lpstr>Office 테마</vt:lpstr>
      <vt:lpstr>Office Theme</vt:lpstr>
      <vt:lpstr>AI를 활용한 전하 분포 역추정</vt:lpstr>
      <vt:lpstr>목차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연우 오</dc:creator>
  <cp:lastModifiedBy>연우 오</cp:lastModifiedBy>
  <cp:revision>1</cp:revision>
  <dcterms:created xsi:type="dcterms:W3CDTF">2026-08-20T04:49:28Z</dcterms:created>
  <dcterms:modified xsi:type="dcterms:W3CDTF">2026-08-21T08:12:52Z</dcterms:modified>
</cp:coreProperties>
</file>