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9"/>
  </p:notesMasterIdLst>
  <p:sldIdLst>
    <p:sldId id="256" r:id="rId3"/>
    <p:sldId id="257" r:id="rId4"/>
    <p:sldId id="272" r:id="rId5"/>
    <p:sldId id="258" r:id="rId6"/>
    <p:sldId id="267" r:id="rId7"/>
    <p:sldId id="268" r:id="rId8"/>
    <p:sldId id="274" r:id="rId9"/>
    <p:sldId id="273" r:id="rId10"/>
    <p:sldId id="276" r:id="rId11"/>
    <p:sldId id="277" r:id="rId12"/>
    <p:sldId id="279" r:id="rId13"/>
    <p:sldId id="282" r:id="rId14"/>
    <p:sldId id="281" r:id="rId15"/>
    <p:sldId id="284" r:id="rId16"/>
    <p:sldId id="285" r:id="rId17"/>
    <p:sldId id="286" r:id="rId18"/>
    <p:sldId id="287" r:id="rId19"/>
    <p:sldId id="283" r:id="rId20"/>
    <p:sldId id="288" r:id="rId21"/>
    <p:sldId id="280" r:id="rId22"/>
    <p:sldId id="310" r:id="rId23"/>
    <p:sldId id="265" r:id="rId24"/>
    <p:sldId id="289" r:id="rId25"/>
    <p:sldId id="294" r:id="rId26"/>
    <p:sldId id="296" r:id="rId27"/>
    <p:sldId id="298" r:id="rId28"/>
    <p:sldId id="300" r:id="rId29"/>
    <p:sldId id="302" r:id="rId30"/>
    <p:sldId id="304" r:id="rId31"/>
    <p:sldId id="306" r:id="rId32"/>
    <p:sldId id="308" r:id="rId33"/>
    <p:sldId id="293" r:id="rId34"/>
    <p:sldId id="290" r:id="rId35"/>
    <p:sldId id="291" r:id="rId36"/>
    <p:sldId id="292" r:id="rId37"/>
    <p:sldId id="309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과 목차" id="{070720AE-5B92-4DFA-A91E-C4AF5206D6EF}">
          <p14:sldIdLst>
            <p14:sldId id="256"/>
            <p14:sldId id="257"/>
          </p14:sldIdLst>
        </p14:section>
        <p14:section name="탐구 동기" id="{15E1E9EC-8296-49D7-8896-40C31C017E70}">
          <p14:sldIdLst>
            <p14:sldId id="272"/>
            <p14:sldId id="258"/>
            <p14:sldId id="267"/>
            <p14:sldId id="268"/>
            <p14:sldId id="274"/>
            <p14:sldId id="273"/>
            <p14:sldId id="276"/>
            <p14:sldId id="277"/>
            <p14:sldId id="279"/>
            <p14:sldId id="282"/>
          </p14:sldIdLst>
        </p14:section>
        <p14:section name="KK계량" id="{51796E8D-2770-4A1A-99A5-54D5AEA10880}">
          <p14:sldIdLst>
            <p14:sldId id="281"/>
            <p14:sldId id="284"/>
            <p14:sldId id="285"/>
            <p14:sldId id="286"/>
            <p14:sldId id="287"/>
          </p14:sldIdLst>
        </p14:section>
        <p14:section name="탐구 동기 끝" id="{5B108BFD-1B3B-4B7A-A617-97F08E0BAD06}">
          <p14:sldIdLst>
            <p14:sldId id="283"/>
            <p14:sldId id="288"/>
            <p14:sldId id="280"/>
          </p14:sldIdLst>
        </p14:section>
        <p14:section name="탐구 과정" id="{7A31BE09-3A30-4DCC-B496-0EEC888692A2}">
          <p14:sldIdLst>
            <p14:sldId id="310"/>
          </p14:sldIdLst>
        </p14:section>
        <p14:section name="탐구 과정-2) AI" id="{55CCE8CF-3CED-4214-8597-5CD11B0DAA9D}">
          <p14:sldIdLst>
            <p14:sldId id="265"/>
            <p14:sldId id="289"/>
          </p14:sldIdLst>
        </p14:section>
        <p14:section name="전환" id="{64DC003C-3CF5-494D-A399-CC029C39FC62}">
          <p14:sldIdLst>
            <p14:sldId id="294"/>
            <p14:sldId id="296"/>
            <p14:sldId id="298"/>
            <p14:sldId id="300"/>
            <p14:sldId id="302"/>
            <p14:sldId id="304"/>
            <p14:sldId id="306"/>
            <p14:sldId id="308"/>
          </p14:sldIdLst>
        </p14:section>
        <p14:section name="탐구 과정-2) AI" id="{A9C0EE2F-802E-4CA6-B1B0-545D79EED64D}">
          <p14:sldIdLst>
            <p14:sldId id="293"/>
            <p14:sldId id="290"/>
            <p14:sldId id="291"/>
            <p14:sldId id="292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0" d="100"/>
          <a:sy n="80" d="100"/>
        </p:scale>
        <p:origin x="447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20" Type="http://schemas.openxmlformats.org/officeDocument/2006/relationships/slide" Target="slides/slide18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5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4.jp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1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42859-D978-CD4F-DD26-2E3B5996D1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2167DE26-C953-A2CD-4466-D8D49DF92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5081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E055B74-6D07-8027-C2E0-43F217250C44}"/>
              </a:ext>
            </a:extLst>
          </p:cNvPr>
          <p:cNvSpPr/>
          <p:nvPr/>
        </p:nvSpPr>
        <p:spPr>
          <a:xfrm>
            <a:off x="4305299" y="3386138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E23E5A-DE1E-3A9B-6078-49F0E7AF3D81}"/>
              </a:ext>
            </a:extLst>
          </p:cNvPr>
          <p:cNvSpPr/>
          <p:nvPr/>
        </p:nvSpPr>
        <p:spPr>
          <a:xfrm>
            <a:off x="4305036" y="3429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BD44B7B-EEAB-1931-A1FD-882A9B40D634}"/>
              </a:ext>
            </a:extLst>
          </p:cNvPr>
          <p:cNvSpPr/>
          <p:nvPr/>
        </p:nvSpPr>
        <p:spPr>
          <a:xfrm>
            <a:off x="4419600" y="1524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607578-A191-5B26-370C-FE64CA517EAA}"/>
              </a:ext>
            </a:extLst>
          </p:cNvPr>
          <p:cNvSpPr/>
          <p:nvPr/>
        </p:nvSpPr>
        <p:spPr>
          <a:xfrm>
            <a:off x="4258317" y="2290762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F91DC-E3C9-5240-310B-DEDC506789CE}"/>
              </a:ext>
            </a:extLst>
          </p:cNvPr>
          <p:cNvSpPr/>
          <p:nvPr/>
        </p:nvSpPr>
        <p:spPr>
          <a:xfrm>
            <a:off x="4571807" y="4191000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EF02D0-06D3-894B-A201-F8EA901ECF77}"/>
              </a:ext>
            </a:extLst>
          </p:cNvPr>
          <p:cNvSpPr/>
          <p:nvPr/>
        </p:nvSpPr>
        <p:spPr>
          <a:xfrm>
            <a:off x="4571807" y="4586288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891D03D-FDF9-D6C1-3814-18D536568054}"/>
              </a:ext>
            </a:extLst>
          </p:cNvPr>
          <p:cNvSpPr/>
          <p:nvPr/>
        </p:nvSpPr>
        <p:spPr>
          <a:xfrm>
            <a:off x="4571807" y="4926103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2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논리적으로 전하의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0"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700">
        <p:fade/>
      </p:transition>
    </mc:Choice>
    <mc:Fallback xmlns="">
      <p:transition spd="med" advClick="0" advTm="7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5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6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 advClick="0" advTm="300">
        <p159:morph option="byObject"/>
      </p:transition>
    </mc:Choice>
    <mc:Fallback>
      <p:transition advClick="0" advTm="3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748D1-3598-523D-439D-4AEF7172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2BE9A5-2378-3CB9-27F2-4A31ADF93090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B998AC-C1C4-4F15-5F44-DE29A93AE839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2DE99E-B3BF-88B4-C1B8-5F8B4F05E52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D208C02-AC56-2474-E2C6-D9DDFB847CF8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8AD9CB-D9FC-AF6C-A2FC-0FF7D92B67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ABDB16-4C80-51CE-C556-E2BC0B13ABB0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0EF1105-38DC-A9C2-7D2E-0E88EB282A6B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0EF1105-38DC-A9C2-7D2E-0E88EB282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7950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59298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51748F81-73F8-45AF-5F8D-89F62A48E2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9DE33C-629B-E975-9E53-39E5D1A9A1FB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b="1" i="1" smtClean="0">
                            <a:latin typeface="+mj-ea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2800" b="1" i="1" smtClean="0">
                            <a:latin typeface="+mj-ea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+mj-ea"/>
                            <a:ea typeface="+mj-ea"/>
                          </a:rPr>
                          <m:t>𝟎</m:t>
                        </m:r>
                        <m:r>
                          <a:rPr lang="ko-KR" altLang="en-US" sz="2800" b="1" i="1" smtClean="0">
                            <a:latin typeface="+mj-ea"/>
                            <a:ea typeface="+mj-ea"/>
                          </a:rPr>
                          <m:t>𝟎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 그래프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학습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9DE33C-629B-E975-9E53-39E5D1A9A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blipFill>
                <a:blip r:embed="rId3"/>
                <a:stretch>
                  <a:fillRect l="-2601" t="-11628" r="-1560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5518A16-602C-47C2-0C52-7CCEB38AC6B9}"/>
              </a:ext>
            </a:extLst>
          </p:cNvPr>
          <p:cNvSpPr/>
          <p:nvPr/>
        </p:nvSpPr>
        <p:spPr>
          <a:xfrm>
            <a:off x="5423339" y="2533517"/>
            <a:ext cx="733098" cy="733098"/>
          </a:xfrm>
          <a:prstGeom prst="ellipse">
            <a:avLst/>
          </a:prstGeom>
          <a:solidFill>
            <a:srgbClr val="C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E7310163-7D26-F13C-13F1-FA43D92CF4F3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B5EA252-6627-9A94-8931-6BB3C9A54107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40556BE7-0D0B-6CB0-FEB1-8DF600C1D566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070E9F18-6683-D834-AC58-42E55F380174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596C408E-D360-DA2E-F1F2-AEB47F930B8E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6" name="그림 95">
            <a:extLst>
              <a:ext uri="{FF2B5EF4-FFF2-40B4-BE49-F238E27FC236}">
                <a16:creationId xmlns:a16="http://schemas.microsoft.com/office/drawing/2014/main" id="{E65E8391-5996-E848-FAF3-AC2064069D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22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"/>
                            </p:stCondLst>
                            <p:childTnLst>
                              <p:par>
                                <p:cTn id="2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31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8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9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0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47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8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600"/>
                            </p:stCondLst>
                            <p:childTnLst>
                              <p:par>
                                <p:cTn id="5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85" grpId="0" animBg="1"/>
      <p:bldP spid="85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EA88B8-1A85-FF0C-9346-D4E6CBBF0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A6B901E5-3D6A-1F8C-DE1F-C66C3BE7E7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5048F12C-A2E4-1380-C775-CA029CA60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6499998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1E4324-ACA0-6809-C2B8-889368AAB6F8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1)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+mj-ea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+mj-ea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+mj-ea"/>
                            <a:ea typeface="+mj-ea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1E4324-ACA0-6809-C2B8-889368AAB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blipFill>
                <a:blip r:embed="rId4"/>
                <a:stretch>
                  <a:fillRect l="-2601" t="-11628" r="-1560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9A27763-1D3A-7575-5E9A-C9DA1186108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2F63823F-512B-496B-7ADF-F8B6FB0E37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2223572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0E474A-7A1B-D657-933A-A5E71FF9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D1FA8098-B56D-9CF2-377E-567F92B1D8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B7E868F3-6DCA-D069-1EDB-C2DEA2DE9F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7099995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9459D5F-4C98-E8D5-873C-1E6C4A46A08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9459D5F-4C98-E8D5-873C-1E6C4A46A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4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D1EFEAC-198E-E885-4FB5-A09A7DD2909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96467F06-7815-3D23-3E90-78A7CEE8DA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3349508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F4F41B-6BD9-3EC8-4CBE-98E2DCAD7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34D52FA4-ED9D-C2E2-F2B3-2119CB7612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63EFD87B-13E6-3FF9-AEFE-CE0BA42F1C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7399993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554359-3B13-2FA3-7C5E-D023FFD2F67F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554359-3B13-2FA3-7C5E-D023FFD2F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4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872E2D5-261E-FBCD-DC9B-AF1114CC6E16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3F6CE68A-C1F5-DF8D-4A47-350A7EC240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6472360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DC593-EC47-1858-BD81-2FDC25F90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5BE1ECD3-CC8E-BE80-2CF4-C486804FFC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1DD56AA1-9178-F66E-A0AA-EFCF61108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7999990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1A3C846-4D3C-1AF0-AD6E-BEA5874BDF57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1A3C846-4D3C-1AF0-AD6E-BEA5874BDF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4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8932924B-0AEF-EA97-3AEB-2579391A2B5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8AE7BB77-C69E-6B83-9C0F-C67528A770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031299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4F6234-7BC7-8C9E-E3E5-431277164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그림 104">
            <a:extLst>
              <a:ext uri="{FF2B5EF4-FFF2-40B4-BE49-F238E27FC236}">
                <a16:creationId xmlns:a16="http://schemas.microsoft.com/office/drawing/2014/main" id="{25F24E8A-9189-9E5D-5F8A-566C8CFB8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8599986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008E8E2-EDDF-B3E7-66FF-0807DF1D9AC1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008E8E2-EDDF-B3E7-66FF-0807DF1D9A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3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430598D-6678-9B05-05F7-DB3A2AF6B02C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FC48156E-143A-8DD0-B371-BB6471FFD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40130797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54F91C-CE3E-BF33-B328-251547305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그림 104">
            <a:extLst>
              <a:ext uri="{FF2B5EF4-FFF2-40B4-BE49-F238E27FC236}">
                <a16:creationId xmlns:a16="http://schemas.microsoft.com/office/drawing/2014/main" id="{266A3956-10F1-F744-8EA0-73DC20DB8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9199986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06E004-FA83-7ADF-8035-596352870C2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06E004-FA83-7ADF-8035-596352870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3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20683A7-5860-C93D-4650-13F2A1BBBBF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FEBC064E-7053-7FCF-800C-2C23DC41B0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35479055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4FF6DE-E887-1421-2CC3-6B54B9F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그림 104">
            <a:extLst>
              <a:ext uri="{FF2B5EF4-FFF2-40B4-BE49-F238E27FC236}">
                <a16:creationId xmlns:a16="http://schemas.microsoft.com/office/drawing/2014/main" id="{CC01D4E3-09F1-43E0-F83F-FC6ABFD3B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9799983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5C7D5C-B4EA-B0EE-7F81-4EB6D682C141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5C7D5C-B4EA-B0EE-7F81-4EB6D682C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3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8F8BB753-9955-E83E-D0EF-A009D88E5CA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AD9DFF0E-A8A3-852A-F6AA-F260C113DA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0537802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06296F-5584-626E-6BE7-B8F30CC80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그림 104">
            <a:extLst>
              <a:ext uri="{FF2B5EF4-FFF2-40B4-BE49-F238E27FC236}">
                <a16:creationId xmlns:a16="http://schemas.microsoft.com/office/drawing/2014/main" id="{0CB41225-2EBB-1035-96A9-4DC5272FE5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20399983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AFEFF7A-657B-F626-3A8B-6DCFF21EB1B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AFEFF7A-657B-F626-3A8B-6DCFF21EB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3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4F4B597-6119-CBFE-2004-AE02CACB5923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8DF1B3BE-5B0F-2A50-F128-50926C9660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1976483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80441-47E2-091F-B617-0626AF17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BA086B-09BC-C43F-570D-7A7DF1E07966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1)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+mj-ea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+mj-ea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+mj-ea"/>
                            <a:ea typeface="+mj-ea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BA086B-09BC-C43F-570D-7A7DF1E07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blipFill>
                <a:blip r:embed="rId2"/>
                <a:stretch>
                  <a:fillRect l="-2601" t="-11628" r="-1560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2734F64-2958-1E16-E318-07898E00537E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D2AA0F4-B3A8-F19D-BBAB-3C70E6BFCC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9D4394-57A1-FD55-B8CE-4D8628AD94A9}"/>
              </a:ext>
            </a:extLst>
          </p:cNvPr>
          <p:cNvSpPr txBox="1"/>
          <p:nvPr/>
        </p:nvSpPr>
        <p:spPr>
          <a:xfrm>
            <a:off x="7061566" y="1394460"/>
            <a:ext cx="2264401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극대 극소 등 공간적 패턴을 학습</a:t>
            </a:r>
          </a:p>
        </p:txBody>
      </p:sp>
    </p:spTree>
    <p:extLst>
      <p:ext uri="{BB962C8B-B14F-4D97-AF65-F5344CB8AC3E}">
        <p14:creationId xmlns:p14="http://schemas.microsoft.com/office/powerpoint/2010/main" val="17074583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759812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+mj-ea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+mj-ea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+mj-ea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로 부호 복원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759812" cy="523220"/>
              </a:xfrm>
              <a:prstGeom prst="rect">
                <a:avLst/>
              </a:prstGeom>
              <a:blipFill>
                <a:blip r:embed="rId2"/>
                <a:stretch>
                  <a:fillRect l="-3241" t="-11628" r="-2107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27518-0171-0FF3-1CDC-D0C6F5C56804}"/>
              </a:ext>
            </a:extLst>
          </p:cNvPr>
          <p:cNvSpPr txBox="1"/>
          <p:nvPr/>
        </p:nvSpPr>
        <p:spPr>
          <a:xfrm>
            <a:off x="5254167" y="135331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45624A-E835-331C-BA9D-91993C22AD8F}"/>
              </a:ext>
            </a:extLst>
          </p:cNvPr>
          <p:cNvSpPr txBox="1"/>
          <p:nvPr/>
        </p:nvSpPr>
        <p:spPr>
          <a:xfrm>
            <a:off x="5254167" y="225426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615EF-F67D-ED3C-1F61-092BF3D9C034}"/>
              </a:ext>
            </a:extLst>
          </p:cNvPr>
          <p:cNvSpPr txBox="1"/>
          <p:nvPr/>
        </p:nvSpPr>
        <p:spPr>
          <a:xfrm>
            <a:off x="5254167" y="32443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29F2D-1709-2818-FAF3-DA956E760892}"/>
              </a:ext>
            </a:extLst>
          </p:cNvPr>
          <p:cNvSpPr txBox="1"/>
          <p:nvPr/>
        </p:nvSpPr>
        <p:spPr>
          <a:xfrm>
            <a:off x="5254167" y="4224087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E1B58-C8FF-4318-0808-EC5A5150DADF}"/>
              </a:ext>
            </a:extLst>
          </p:cNvPr>
          <p:cNvSpPr txBox="1"/>
          <p:nvPr/>
        </p:nvSpPr>
        <p:spPr>
          <a:xfrm>
            <a:off x="5254167" y="5265395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2B5648-E4D2-FE0F-9252-28C8BC5AFE67}"/>
              </a:ext>
            </a:extLst>
          </p:cNvPr>
          <p:cNvSpPr txBox="1"/>
          <p:nvPr/>
        </p:nvSpPr>
        <p:spPr>
          <a:xfrm>
            <a:off x="5254167" y="6183593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6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0 L 0.2677 -0.27384 " pathEditMode="relative" rAng="0" ptsTypes="AA">
                                      <p:cBhvr>
                                        <p:cTn id="13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385" y="-1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"/>
                            </p:stCondLst>
                            <p:childTnLst>
                              <p:par>
                                <p:cTn id="1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6355 -0.14421 " pathEditMode="relative" rAng="0" ptsTypes="AA">
                                      <p:cBhvr>
                                        <p:cTn id="19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672" y="-7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595 0 " pathEditMode="relative" rAng="0" ptsTypes="AA">
                                      <p:cBhvr>
                                        <p:cTn id="25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900"/>
                            </p:stCondLst>
                            <p:childTnLst>
                              <p:par>
                                <p:cTn id="27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0 L 0.2625 0.14653 " pathEditMode="relative" rAng="0" ptsTypes="AA">
                                      <p:cBhvr>
                                        <p:cTn id="31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125" y="731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159 0.29676 " pathEditMode="relative" rAng="0" ptsTypes="AA">
                                      <p:cBhvr>
                                        <p:cTn id="37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073" y="14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003 0.43056 " pathEditMode="relative" rAng="0" ptsTypes="AA">
                                      <p:cBhvr>
                                        <p:cTn id="43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95" y="215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63664-5E52-31DB-1EFE-D1ACD1E8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FBC69E-1B02-F972-09BB-4735D6AE0823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7B5EE4-17DC-5E32-495F-7B68DE102C7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575F9B-2F82-9D36-8029-469A0E79339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9D9591-AA85-C4DD-20EF-CC466778A6B1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72024-9A7E-DBC4-8A6F-9E0AE0B222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F2B8C-AA98-328E-AAD4-39309F13ED5C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80D610-9473-5058-5178-F686734BA0E8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7C3231-411E-27AC-922C-CAF391C05B52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74014-CD96-1003-8EFD-AFD6F1DF2B28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CA157C7-FFD5-5D1B-E36C-BD9D36C91B60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165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9F1339-78E1-8397-272F-21C3BE62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C3180-4634-0A85-5C80-2C84A6BC028F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F8999-7F54-EA35-5F65-F74137784EB0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7F089-1983-0865-87FB-AADF50FEAD5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4C11F6-0660-6B04-3CB8-FD22675CC0E5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8AB85-1752-68A9-8B62-45F64F2EE290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C413B0-374A-22B2-667E-5763868BB1B7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D29875-AC09-355D-5DBC-65069463CC69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FFC80-F704-F12C-92D5-DB045D787576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E206EE-4225-3638-58AE-945C6165329D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87D50-D590-74B6-AFEC-7804F1BC6CCA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C25C67-90EB-1D35-794D-39BE130E3087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9C1652-D878-4A79-E23A-3D93B75FA92D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11AF1-8071-1C11-6CF0-ABFEF2F58A2C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6A08272-230B-CE67-45CE-62EF47459F87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5C0403A-ACD3-F909-6120-568CFCD7A8E1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8702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4268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9794</TotalTime>
  <Words>908</Words>
  <Application>Microsoft Office PowerPoint</Application>
  <PresentationFormat>와이드스크린</PresentationFormat>
  <Paragraphs>300</Paragraphs>
  <Slides>36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36</vt:i4>
      </vt:variant>
    </vt:vector>
  </HeadingPairs>
  <TitlesOfParts>
    <vt:vector size="42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183</cp:revision>
  <dcterms:created xsi:type="dcterms:W3CDTF">2026-08-20T04:49:28Z</dcterms:created>
  <dcterms:modified xsi:type="dcterms:W3CDTF">2026-08-29T08:03:57Z</dcterms:modified>
</cp:coreProperties>
</file>