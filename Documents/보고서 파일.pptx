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8"/>
  </p:notesMasterIdLst>
  <p:sldIdLst>
    <p:sldId id="256" r:id="rId3"/>
    <p:sldId id="257" r:id="rId4"/>
    <p:sldId id="311" r:id="rId5"/>
    <p:sldId id="272" r:id="rId6"/>
    <p:sldId id="258" r:id="rId7"/>
    <p:sldId id="267" r:id="rId8"/>
    <p:sldId id="268" r:id="rId9"/>
    <p:sldId id="274" r:id="rId10"/>
    <p:sldId id="273" r:id="rId11"/>
    <p:sldId id="276" r:id="rId12"/>
    <p:sldId id="330" r:id="rId13"/>
    <p:sldId id="329" r:id="rId14"/>
    <p:sldId id="277" r:id="rId15"/>
    <p:sldId id="279" r:id="rId16"/>
    <p:sldId id="282" r:id="rId17"/>
    <p:sldId id="283" r:id="rId18"/>
    <p:sldId id="288" r:id="rId19"/>
    <p:sldId id="280" r:id="rId20"/>
    <p:sldId id="325" r:id="rId21"/>
    <p:sldId id="310" r:id="rId22"/>
    <p:sldId id="314" r:id="rId23"/>
    <p:sldId id="265" r:id="rId24"/>
    <p:sldId id="316" r:id="rId25"/>
    <p:sldId id="315" r:id="rId26"/>
    <p:sldId id="319" r:id="rId27"/>
    <p:sldId id="289" r:id="rId28"/>
    <p:sldId id="320" r:id="rId29"/>
    <p:sldId id="318" r:id="rId30"/>
    <p:sldId id="291" r:id="rId31"/>
    <p:sldId id="312" r:id="rId32"/>
    <p:sldId id="322" r:id="rId33"/>
    <p:sldId id="323" r:id="rId34"/>
    <p:sldId id="321" r:id="rId35"/>
    <p:sldId id="324" r:id="rId36"/>
    <p:sldId id="292" r:id="rId37"/>
    <p:sldId id="313" r:id="rId38"/>
    <p:sldId id="326" r:id="rId39"/>
    <p:sldId id="290" r:id="rId40"/>
    <p:sldId id="309" r:id="rId41"/>
    <p:sldId id="327" r:id="rId42"/>
    <p:sldId id="281" r:id="rId43"/>
    <p:sldId id="284" r:id="rId44"/>
    <p:sldId id="285" r:id="rId45"/>
    <p:sldId id="286" r:id="rId46"/>
    <p:sldId id="287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과 목차" id="{070720AE-5B92-4DFA-A91E-C4AF5206D6EF}">
          <p14:sldIdLst>
            <p14:sldId id="256"/>
            <p14:sldId id="257"/>
          </p14:sldIdLst>
        </p14:section>
        <p14:section name="탐구 정체성" id="{D202829A-1289-4B5B-B235-18A9A200B619}">
          <p14:sldIdLst>
            <p14:sldId id="311"/>
          </p14:sldIdLst>
        </p14:section>
        <p14:section name="탐구 동기" id="{15E1E9EC-8296-49D7-8896-40C31C017E70}">
          <p14:sldIdLst>
            <p14:sldId id="272"/>
            <p14:sldId id="258"/>
            <p14:sldId id="267"/>
            <p14:sldId id="268"/>
            <p14:sldId id="274"/>
            <p14:sldId id="273"/>
            <p14:sldId id="276"/>
            <p14:sldId id="330"/>
            <p14:sldId id="329"/>
            <p14:sldId id="277"/>
            <p14:sldId id="279"/>
            <p14:sldId id="282"/>
          </p14:sldIdLst>
        </p14:section>
        <p14:section name="탐구 동기" id="{5B108BFD-1B3B-4B7A-A617-97F08E0BAD06}">
          <p14:sldIdLst>
            <p14:sldId id="283"/>
            <p14:sldId id="288"/>
            <p14:sldId id="280"/>
          </p14:sldIdLst>
        </p14:section>
        <p14:section name="탐구 과정" id="{DD7FB1F4-153D-4847-B17A-68EEAC5E78DB}">
          <p14:sldIdLst>
            <p14:sldId id="325"/>
          </p14:sldIdLst>
        </p14:section>
        <p14:section name="탐구 과정-1) 데이터 생성" id="{7A31BE09-3A30-4DCC-B496-0EEC888692A2}">
          <p14:sldIdLst>
            <p14:sldId id="310"/>
            <p14:sldId id="314"/>
          </p14:sldIdLst>
        </p14:section>
        <p14:section name="탐구 과정-2) AI" id="{55CCE8CF-3CED-4214-8597-5CD11B0DAA9D}">
          <p14:sldIdLst>
            <p14:sldId id="265"/>
            <p14:sldId id="316"/>
            <p14:sldId id="315"/>
            <p14:sldId id="319"/>
            <p14:sldId id="289"/>
            <p14:sldId id="320"/>
            <p14:sldId id="318"/>
            <p14:sldId id="291"/>
            <p14:sldId id="312"/>
            <p14:sldId id="322"/>
            <p14:sldId id="323"/>
            <p14:sldId id="321"/>
            <p14:sldId id="324"/>
            <p14:sldId id="292"/>
            <p14:sldId id="313"/>
            <p14:sldId id="326"/>
          </p14:sldIdLst>
        </p14:section>
        <p14:section name="탐구 과정-3) g05 비교" id="{24487452-C140-4C82-9100-7C10BAE9C1D6}">
          <p14:sldIdLst>
            <p14:sldId id="290"/>
          </p14:sldIdLst>
        </p14:section>
        <p14:section name="탐구 결과 분석" id="{0E94D959-7BFC-44A2-984E-6A8399320528}">
          <p14:sldIdLst>
            <p14:sldId id="309"/>
          </p14:sldIdLst>
        </p14:section>
        <p14:section name="느낀점" id="{24EFFBF0-5F96-42A7-9C45-6A74E515B8DC}">
          <p14:sldIdLst>
            <p14:sldId id="327"/>
          </p14:sldIdLst>
        </p14:section>
        <p14:section name="Details-KK" id="{51796E8D-2770-4A1A-99A5-54D5AEA10880}">
          <p14:sldIdLst>
            <p14:sldId id="281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C"/>
    <a:srgbClr val="1F8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F6D55-966C-4D09-8244-D4902671CCF2}" v="1366" dt="2026-08-26T06:53:41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3" autoAdjust="0"/>
    <p:restoredTop sz="94660"/>
  </p:normalViewPr>
  <p:slideViewPr>
    <p:cSldViewPr snapToGrid="0">
      <p:cViewPr>
        <p:scale>
          <a:sx n="66" d="100"/>
          <a:sy n="66" d="100"/>
        </p:scale>
        <p:origin x="279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연우 오" userId="c3558644dac54ca4" providerId="LiveId" clId="{9333FDCA-79D6-4088-A778-579BE454CE38}"/>
    <pc:docChg chg="undo redo custSel addSld delSld modSld sldOrd">
      <pc:chgData name="연우 오" userId="c3558644dac54ca4" providerId="LiveId" clId="{9333FDCA-79D6-4088-A778-579BE454CE38}" dt="2026-08-26T06:54:04.059" v="7861" actId="20577"/>
      <pc:docMkLst>
        <pc:docMk/>
      </pc:docMkLst>
      <pc:sldChg chg="addSp delSp modSp mod">
        <pc:chgData name="연우 오" userId="c3558644dac54ca4" providerId="LiveId" clId="{9333FDCA-79D6-4088-A778-579BE454CE38}" dt="2026-08-21T07:52:16.416" v="3281" actId="14100"/>
        <pc:sldMkLst>
          <pc:docMk/>
          <pc:sldMk cId="3694522991" sldId="256"/>
        </pc:sldMkLst>
        <pc:spChg chg="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2" creationId="{9087F190-AF04-3CAF-D892-F9146164ED6B}"/>
          </ac:spMkLst>
        </pc:spChg>
        <pc:spChg chg="mod">
          <ac:chgData name="연우 오" userId="c3558644dac54ca4" providerId="LiveId" clId="{9333FDCA-79D6-4088-A778-579BE454CE38}" dt="2026-08-21T01:14:06.649" v="397" actId="1076"/>
          <ac:spMkLst>
            <pc:docMk/>
            <pc:sldMk cId="3694522991" sldId="256"/>
            <ac:spMk id="3" creationId="{76452ABD-CDF8-B89F-0707-5D1691B6D25A}"/>
          </ac:spMkLst>
        </pc:spChg>
        <pc:spChg chg="add 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4" creationId="{A0F1D0AE-0809-55A2-50D5-E07C23A03EBA}"/>
          </ac:spMkLst>
        </pc:spChg>
        <pc:spChg chg="add mod ord">
          <ac:chgData name="연우 오" userId="c3558644dac54ca4" providerId="LiveId" clId="{9333FDCA-79D6-4088-A778-579BE454CE38}" dt="2026-08-21T07:49:37.931" v="2327" actId="166"/>
          <ac:spMkLst>
            <pc:docMk/>
            <pc:sldMk cId="3694522991" sldId="256"/>
            <ac:spMk id="5" creationId="{B9F36D4F-DDBA-7F6D-D1CB-92EF3AA6C5F7}"/>
          </ac:spMkLst>
        </pc:spChg>
        <pc:spChg chg="add mod">
          <ac:chgData name="연우 오" userId="c3558644dac54ca4" providerId="LiveId" clId="{9333FDCA-79D6-4088-A778-579BE454CE38}" dt="2026-08-21T01:14:06.649" v="397" actId="1076"/>
          <ac:spMkLst>
            <pc:docMk/>
            <pc:sldMk cId="3694522991" sldId="256"/>
            <ac:spMk id="6" creationId="{6081D9EA-CF99-AFD1-53CC-472B830753FD}"/>
          </ac:spMkLst>
        </pc:spChg>
        <pc:spChg chg="add mod ord">
          <ac:chgData name="연우 오" userId="c3558644dac54ca4" providerId="LiveId" clId="{9333FDCA-79D6-4088-A778-579BE454CE38}" dt="2026-08-21T07:52:03.917" v="3280" actId="207"/>
          <ac:spMkLst>
            <pc:docMk/>
            <pc:sldMk cId="3694522991" sldId="256"/>
            <ac:spMk id="7" creationId="{1988447A-651A-7674-B384-7B128617E260}"/>
          </ac:spMkLst>
        </pc:spChg>
        <pc:picChg chg="add mod ord">
          <ac:chgData name="연우 오" userId="c3558644dac54ca4" providerId="LiveId" clId="{9333FDCA-79D6-4088-A778-579BE454CE38}" dt="2026-08-21T07:52:16.416" v="3281" actId="14100"/>
          <ac:picMkLst>
            <pc:docMk/>
            <pc:sldMk cId="3694522991" sldId="256"/>
            <ac:picMk id="183" creationId="{B8B6668B-4134-8726-B607-F9BB4BD6D775}"/>
          </ac:picMkLst>
        </pc:picChg>
      </pc:sldChg>
      <pc:sldChg chg="modSp new mod">
        <pc:chgData name="연우 오" userId="c3558644dac54ca4" providerId="LiveId" clId="{9333FDCA-79D6-4088-A778-579BE454CE38}" dt="2026-08-21T01:14:49.190" v="490" actId="20577"/>
        <pc:sldMkLst>
          <pc:docMk/>
          <pc:sldMk cId="2241571029" sldId="257"/>
        </pc:sldMkLst>
        <pc:spChg chg="mod">
          <ac:chgData name="연우 오" userId="c3558644dac54ca4" providerId="LiveId" clId="{9333FDCA-79D6-4088-A778-579BE454CE38}" dt="2026-08-20T04:53:44.710" v="22"/>
          <ac:spMkLst>
            <pc:docMk/>
            <pc:sldMk cId="2241571029" sldId="257"/>
            <ac:spMk id="2" creationId="{7B6ED5B7-F4FF-5D58-1496-805765AC91AD}"/>
          </ac:spMkLst>
        </pc:spChg>
        <pc:spChg chg="mod">
          <ac:chgData name="연우 오" userId="c3558644dac54ca4" providerId="LiveId" clId="{9333FDCA-79D6-4088-A778-579BE454CE38}" dt="2026-08-21T01:14:49.190" v="490" actId="20577"/>
          <ac:spMkLst>
            <pc:docMk/>
            <pc:sldMk cId="2241571029" sldId="257"/>
            <ac:spMk id="3" creationId="{7BCAA9C7-8BC1-5B83-AD83-74E2D21CD892}"/>
          </ac:spMkLst>
        </pc:spChg>
      </pc:sldChg>
      <pc:sldChg chg="addSp delSp modSp add del mod modTransition addAnim delAnim modAnim">
        <pc:chgData name="연우 오" userId="c3558644dac54ca4" providerId="LiveId" clId="{9333FDCA-79D6-4088-A778-579BE454CE38}" dt="2026-08-22T11:19:39.335" v="5102"/>
        <pc:sldMkLst>
          <pc:docMk/>
          <pc:sldMk cId="0" sldId="258"/>
        </pc:sldMkLst>
        <pc:spChg chg="mod ord">
          <ac:chgData name="연우 오" userId="c3558644dac54ca4" providerId="LiveId" clId="{9333FDCA-79D6-4088-A778-579BE454CE38}" dt="2026-08-22T08:09:15.412" v="4326" actId="167"/>
          <ac:spMkLst>
            <pc:docMk/>
            <pc:sldMk cId="0" sldId="258"/>
            <ac:spMk id="2" creationId="{00000000-0000-0000-0000-000000000000}"/>
          </ac:spMkLst>
        </pc:spChg>
        <pc:spChg chg="mod">
          <ac:chgData name="연우 오" userId="c3558644dac54ca4" providerId="LiveId" clId="{9333FDCA-79D6-4088-A778-579BE454CE38}" dt="2026-08-21T08:02:10.647" v="3391"/>
          <ac:spMkLst>
            <pc:docMk/>
            <pc:sldMk cId="0" sldId="258"/>
            <ac:spMk id="3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8:09:10.454" v="4324" actId="167"/>
          <ac:spMkLst>
            <pc:docMk/>
            <pc:sldMk cId="0" sldId="258"/>
            <ac:spMk id="7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8:07:48.020" v="4310" actId="167"/>
          <ac:spMkLst>
            <pc:docMk/>
            <pc:sldMk cId="0" sldId="258"/>
            <ac:spMk id="8" creationId="{00000000-0000-0000-0000-000000000000}"/>
          </ac:spMkLst>
        </pc:spChg>
        <pc:spChg chg="mod">
          <ac:chgData name="연우 오" userId="c3558644dac54ca4" providerId="LiveId" clId="{9333FDCA-79D6-4088-A778-579BE454CE38}" dt="2026-08-22T08:04:28.516" v="4279" actId="1076"/>
          <ac:spMkLst>
            <pc:docMk/>
            <pc:sldMk cId="0" sldId="258"/>
            <ac:spMk id="9" creationId="{00000000-0000-0000-0000-000000000000}"/>
          </ac:spMkLst>
        </pc:spChg>
        <pc:spChg chg="mod ord">
          <ac:chgData name="연우 오" userId="c3558644dac54ca4" providerId="LiveId" clId="{9333FDCA-79D6-4088-A778-579BE454CE38}" dt="2026-08-22T07:51:45.967" v="4228" actId="1076"/>
          <ac:spMkLst>
            <pc:docMk/>
            <pc:sldMk cId="0" sldId="258"/>
            <ac:spMk id="10" creationId="{00000000-0000-0000-0000-000000000000}"/>
          </ac:spMkLst>
        </pc:spChg>
        <pc:spChg chg="add mod ord">
          <ac:chgData name="연우 오" userId="c3558644dac54ca4" providerId="LiveId" clId="{9333FDCA-79D6-4088-A778-579BE454CE38}" dt="2026-08-22T08:09:13.754" v="4325" actId="167"/>
          <ac:spMkLst>
            <pc:docMk/>
            <pc:sldMk cId="0" sldId="258"/>
            <ac:spMk id="14" creationId="{1BC14763-48D4-D601-7D32-42FF5D51D465}"/>
          </ac:spMkLst>
        </pc:spChg>
        <pc:spChg chg="add mod ord">
          <ac:chgData name="연우 오" userId="c3558644dac54ca4" providerId="LiveId" clId="{9333FDCA-79D6-4088-A778-579BE454CE38}" dt="2026-08-22T08:08:19.110" v="4314" actId="167"/>
          <ac:spMkLst>
            <pc:docMk/>
            <pc:sldMk cId="0" sldId="258"/>
            <ac:spMk id="16" creationId="{FCB9916F-80A4-BD15-26B8-E072BDD4BC6D}"/>
          </ac:spMkLst>
        </pc:spChg>
        <pc:spChg chg="add mod">
          <ac:chgData name="연우 오" userId="c3558644dac54ca4" providerId="LiveId" clId="{9333FDCA-79D6-4088-A778-579BE454CE38}" dt="2026-08-22T08:04:48.037" v="4281" actId="1076"/>
          <ac:spMkLst>
            <pc:docMk/>
            <pc:sldMk cId="0" sldId="258"/>
            <ac:spMk id="17" creationId="{DD5F9F98-C5DA-F712-AA00-ECD121EC3ED4}"/>
          </ac:spMkLst>
        </pc:spChg>
        <pc:picChg chg="add mod">
          <ac:chgData name="연우 오" userId="c3558644dac54ca4" providerId="LiveId" clId="{9333FDCA-79D6-4088-A778-579BE454CE38}" dt="2026-08-22T08:15:07.796" v="4357" actId="1076"/>
          <ac:picMkLst>
            <pc:docMk/>
            <pc:sldMk cId="0" sldId="258"/>
            <ac:picMk id="12" creationId="{6F836141-F320-57A3-36AA-AD246B1F6298}"/>
          </ac:picMkLst>
        </pc:picChg>
      </pc:sldChg>
      <pc:sldChg chg="modSp add del mod ord">
        <pc:chgData name="연우 오" userId="c3558644dac54ca4" providerId="LiveId" clId="{9333FDCA-79D6-4088-A778-579BE454CE38}" dt="2026-08-26T06:41:01.183" v="7559" actId="20577"/>
        <pc:sldMkLst>
          <pc:docMk/>
          <pc:sldMk cId="0" sldId="260"/>
        </pc:sldMkLst>
        <pc:spChg chg="mod">
          <ac:chgData name="연우 오" userId="c3558644dac54ca4" providerId="LiveId" clId="{9333FDCA-79D6-4088-A778-579BE454CE38}" dt="2026-08-26T06:41:01.183" v="7559" actId="20577"/>
          <ac:spMkLst>
            <pc:docMk/>
            <pc:sldMk cId="0" sldId="260"/>
            <ac:spMk id="3" creationId="{00000000-0000-0000-0000-000000000000}"/>
          </ac:spMkLst>
        </pc:spChg>
      </pc:sldChg>
      <pc:sldChg chg="add del ord">
        <pc:chgData name="연우 오" userId="c3558644dac54ca4" providerId="LiveId" clId="{9333FDCA-79D6-4088-A778-579BE454CE38}" dt="2026-08-22T09:29:09.136" v="5099"/>
        <pc:sldMkLst>
          <pc:docMk/>
          <pc:sldMk cId="0" sldId="262"/>
        </pc:sldMkLst>
      </pc:sldChg>
      <pc:sldChg chg="addSp delSp modSp add del mod ord modAnim">
        <pc:chgData name="연우 오" userId="c3558644dac54ca4" providerId="LiveId" clId="{9333FDCA-79D6-4088-A778-579BE454CE38}" dt="2026-08-26T06:53:51.502" v="7857" actId="47"/>
        <pc:sldMkLst>
          <pc:docMk/>
          <pc:sldMk cId="0" sldId="263"/>
        </pc:sldMkLst>
        <pc:spChg chg="mod">
          <ac:chgData name="연우 오" userId="c3558644dac54ca4" providerId="LiveId" clId="{9333FDCA-79D6-4088-A778-579BE454CE38}" dt="2026-08-22T08:21:59.742" v="4384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0:36.937" v="5260"/>
          <ac:spMkLst>
            <pc:docMk/>
            <pc:sldMk cId="0" sldId="263"/>
            <ac:spMk id="3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3:35.275" v="5288"/>
          <ac:spMkLst>
            <pc:docMk/>
            <pc:sldMk cId="0" sldId="263"/>
            <ac:spMk id="7" creationId="{00000000-0000-0000-0000-000000000000}"/>
          </ac:spMkLst>
        </pc:spChg>
        <pc:spChg chg="mod">
          <ac:chgData name="연우 오" userId="c3558644dac54ca4" providerId="LiveId" clId="{9333FDCA-79D6-4088-A778-579BE454CE38}" dt="2026-08-22T11:38:34.714" v="5520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29.981" v="560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연우 오" userId="c3558644dac54ca4" providerId="LiveId" clId="{9333FDCA-79D6-4088-A778-579BE454CE38}" dt="2026-08-26T06:42:20.550" v="7610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50.089" v="5607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연우 오" userId="c3558644dac54ca4" providerId="LiveId" clId="{9333FDCA-79D6-4088-A778-579BE454CE38}" dt="2026-08-24T05:12:57.022" v="5610" actId="1076"/>
          <ac:spMkLst>
            <pc:docMk/>
            <pc:sldMk cId="0" sldId="263"/>
            <ac:spMk id="16" creationId="{00000000-0000-0000-0000-000000000000}"/>
          </ac:spMkLst>
        </pc:spChg>
        <pc:spChg chg="add mod">
          <ac:chgData name="연우 오" userId="c3558644dac54ca4" providerId="LiveId" clId="{9333FDCA-79D6-4088-A778-579BE454CE38}" dt="2026-08-22T11:35:45.296" v="5308" actId="207"/>
          <ac:spMkLst>
            <pc:docMk/>
            <pc:sldMk cId="0" sldId="263"/>
            <ac:spMk id="18" creationId="{429E76F4-8747-D59E-08C8-35E0A3246F44}"/>
          </ac:spMkLst>
        </pc:spChg>
      </pc:sldChg>
      <pc:sldChg chg="modSp add del mod ord">
        <pc:chgData name="연우 오" userId="c3558644dac54ca4" providerId="LiveId" clId="{9333FDCA-79D6-4088-A778-579BE454CE38}" dt="2026-08-26T06:54:04.059" v="7861" actId="20577"/>
        <pc:sldMkLst>
          <pc:docMk/>
          <pc:sldMk cId="0" sldId="264"/>
        </pc:sldMkLst>
        <pc:spChg chg="mod">
          <ac:chgData name="연우 오" userId="c3558644dac54ca4" providerId="LiveId" clId="{9333FDCA-79D6-4088-A778-579BE454CE38}" dt="2026-08-26T06:54:04.059" v="7861" actId="20577"/>
          <ac:spMkLst>
            <pc:docMk/>
            <pc:sldMk cId="0" sldId="264"/>
            <ac:spMk id="3" creationId="{00000000-0000-0000-0000-000000000000}"/>
          </ac:spMkLst>
        </pc:spChg>
      </pc:sldChg>
      <pc:sldChg chg="add del">
        <pc:chgData name="연우 오" userId="c3558644dac54ca4" providerId="LiveId" clId="{9333FDCA-79D6-4088-A778-579BE454CE38}" dt="2026-08-22T07:32:29.055" v="3819"/>
        <pc:sldMkLst>
          <pc:docMk/>
          <pc:sldMk cId="0" sldId="265"/>
        </pc:sldMkLst>
      </pc:sldChg>
      <pc:sldChg chg="addSp delSp modSp add mod modTransition modAnim">
        <pc:chgData name="연우 오" userId="c3558644dac54ca4" providerId="LiveId" clId="{9333FDCA-79D6-4088-A778-579BE454CE38}" dt="2026-08-22T08:24:37.049" v="4569" actId="478"/>
        <pc:sldMkLst>
          <pc:docMk/>
          <pc:sldMk cId="96350533" sldId="267"/>
        </pc:sldMkLst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7" creationId="{CBB12F64-12D9-DF0D-F200-05D9460D23E6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8" creationId="{BE2EE4C3-3F08-8ACC-A901-639FFAAAAECE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9" creationId="{8ABB6EDB-60E2-32F7-B321-7F9BD3D27664}"/>
          </ac:spMkLst>
        </pc:spChg>
        <pc:spChg chg="mod">
          <ac:chgData name="연우 오" userId="c3558644dac54ca4" providerId="LiveId" clId="{9333FDCA-79D6-4088-A778-579BE454CE38}" dt="2026-08-22T08:16:58.856" v="4371" actId="1076"/>
          <ac:spMkLst>
            <pc:docMk/>
            <pc:sldMk cId="96350533" sldId="267"/>
            <ac:spMk id="17" creationId="{6C92398E-0F84-BBDB-2D03-BE2A1DE19492}"/>
          </ac:spMkLst>
        </pc:spChg>
        <pc:picChg chg="add mod">
          <ac:chgData name="연우 오" userId="c3558644dac54ca4" providerId="LiveId" clId="{9333FDCA-79D6-4088-A778-579BE454CE38}" dt="2026-08-22T08:24:23.254" v="4565" actId="1076"/>
          <ac:picMkLst>
            <pc:docMk/>
            <pc:sldMk cId="96350533" sldId="267"/>
            <ac:picMk id="15" creationId="{A67BCAA6-D0E9-6960-67CA-D0491AF61F93}"/>
          </ac:picMkLst>
        </pc:picChg>
      </pc:sldChg>
      <pc:sldChg chg="addSp delSp modSp add mod addAnim delAnim modAnim">
        <pc:chgData name="연우 오" userId="c3558644dac54ca4" providerId="LiveId" clId="{9333FDCA-79D6-4088-A778-579BE454CE38}" dt="2026-08-22T11:22:02.791" v="5107" actId="14861"/>
        <pc:sldMkLst>
          <pc:docMk/>
          <pc:sldMk cId="1729818181" sldId="268"/>
        </pc:sldMkLst>
        <pc:spChg chg="mod">
          <ac:chgData name="연우 오" userId="c3558644dac54ca4" providerId="LiveId" clId="{9333FDCA-79D6-4088-A778-579BE454CE38}" dt="2026-08-22T11:22:02.791" v="5107" actId="14861"/>
          <ac:spMkLst>
            <pc:docMk/>
            <pc:sldMk cId="1729818181" sldId="268"/>
            <ac:spMk id="18" creationId="{360CB4A5-BBD7-B12D-4C75-809179E31229}"/>
          </ac:spMkLst>
        </pc:spChg>
        <pc:picChg chg="add mod ord">
          <ac:chgData name="연우 오" userId="c3558644dac54ca4" providerId="LiveId" clId="{9333FDCA-79D6-4088-A778-579BE454CE38}" dt="2026-08-22T08:27:20.619" v="4603" actId="1076"/>
          <ac:picMkLst>
            <pc:docMk/>
            <pc:sldMk cId="1729818181" sldId="268"/>
            <ac:picMk id="10" creationId="{2167DE26-C953-A2CD-4466-D8D49DF924F1}"/>
          </ac:picMkLst>
        </pc:picChg>
      </pc:sldChg>
      <pc:sldChg chg="addSp delSp modSp add mod ord modTransition modAnim">
        <pc:chgData name="연우 오" userId="c3558644dac54ca4" providerId="LiveId" clId="{9333FDCA-79D6-4088-A778-579BE454CE38}" dt="2026-08-22T11:26:00.784" v="5129" actId="1076"/>
        <pc:sldMkLst>
          <pc:docMk/>
          <pc:sldMk cId="329045685" sldId="272"/>
        </pc:sldMkLst>
        <pc:spChg chg="add mod">
          <ac:chgData name="연우 오" userId="c3558644dac54ca4" providerId="LiveId" clId="{9333FDCA-79D6-4088-A778-579BE454CE38}" dt="2026-08-22T11:26:00.784" v="5129" actId="1076"/>
          <ac:spMkLst>
            <pc:docMk/>
            <pc:sldMk cId="329045685" sldId="272"/>
            <ac:spMk id="12" creationId="{F07AC7A4-0456-10D0-4E2B-77714D89D768}"/>
          </ac:spMkLst>
        </pc:spChg>
        <pc:picChg chg="mod ord">
          <ac:chgData name="연우 오" userId="c3558644dac54ca4" providerId="LiveId" clId="{9333FDCA-79D6-4088-A778-579BE454CE38}" dt="2026-08-22T09:15:54.305" v="4764" actId="1076"/>
          <ac:picMkLst>
            <pc:docMk/>
            <pc:sldMk cId="329045685" sldId="272"/>
            <ac:picMk id="11" creationId="{7878F7C8-B08E-BC56-7800-34711E415A79}"/>
          </ac:picMkLst>
        </pc:picChg>
      </pc:sldChg>
      <pc:sldChg chg="addSp delSp modSp add mod ord modTransition">
        <pc:chgData name="연우 오" userId="c3558644dac54ca4" providerId="LiveId" clId="{9333FDCA-79D6-4088-A778-579BE454CE38}" dt="2026-08-22T09:22:33.294" v="4873" actId="21"/>
        <pc:sldMkLst>
          <pc:docMk/>
          <pc:sldMk cId="2393217054" sldId="273"/>
        </pc:sldMkLst>
        <pc:picChg chg="mod ord">
          <ac:chgData name="연우 오" userId="c3558644dac54ca4" providerId="LiveId" clId="{9333FDCA-79D6-4088-A778-579BE454CE38}" dt="2026-08-22T09:16:04.467" v="4768" actId="1076"/>
          <ac:picMkLst>
            <pc:docMk/>
            <pc:sldMk cId="2393217054" sldId="273"/>
            <ac:picMk id="11" creationId="{5BE667EB-0BF8-7892-23A8-7F4B9853A7CD}"/>
          </ac:picMkLst>
        </pc:picChg>
        <pc:picChg chg="add mod">
          <ac:chgData name="연우 오" userId="c3558644dac54ca4" providerId="LiveId" clId="{9333FDCA-79D6-4088-A778-579BE454CE38}" dt="2026-08-22T09:13:10.527" v="4747" actId="1076"/>
          <ac:picMkLst>
            <pc:docMk/>
            <pc:sldMk cId="2393217054" sldId="273"/>
            <ac:picMk id="14" creationId="{C288CC23-7329-EF10-382C-F097D130BE50}"/>
          </ac:picMkLst>
        </pc:picChg>
      </pc:sldChg>
      <pc:sldChg chg="addSp delSp modSp add mod ord modTransition modAnim">
        <pc:chgData name="연우 오" userId="c3558644dac54ca4" providerId="LiveId" clId="{9333FDCA-79D6-4088-A778-579BE454CE38}" dt="2026-08-22T11:26:25.154" v="5133"/>
        <pc:sldMkLst>
          <pc:docMk/>
          <pc:sldMk cId="3543465259" sldId="274"/>
        </pc:sldMkLst>
        <pc:spChg chg="add mod">
          <ac:chgData name="연우 오" userId="c3558644dac54ca4" providerId="LiveId" clId="{9333FDCA-79D6-4088-A778-579BE454CE38}" dt="2026-08-22T11:25:33.923" v="5124" actId="1076"/>
          <ac:spMkLst>
            <pc:docMk/>
            <pc:sldMk cId="3543465259" sldId="274"/>
            <ac:spMk id="12" creationId="{7E055B74-6D07-8027-C2E0-43F217250C44}"/>
          </ac:spMkLst>
        </pc:spChg>
        <pc:picChg chg="mod">
          <ac:chgData name="연우 오" userId="c3558644dac54ca4" providerId="LiveId" clId="{9333FDCA-79D6-4088-A778-579BE454CE38}" dt="2026-08-22T09:15:57.802" v="4766" actId="1076"/>
          <ac:picMkLst>
            <pc:docMk/>
            <pc:sldMk cId="3543465259" sldId="274"/>
            <ac:picMk id="11" creationId="{1B107074-574A-DC3D-16D3-B7A1327024AC}"/>
          </ac:picMkLst>
        </pc:picChg>
      </pc:sldChg>
      <pc:sldChg chg="addSp delSp modSp add mod ord">
        <pc:chgData name="연우 오" userId="c3558644dac54ca4" providerId="LiveId" clId="{9333FDCA-79D6-4088-A778-579BE454CE38}" dt="2026-08-22T09:27:59.634" v="5087" actId="1076"/>
        <pc:sldMkLst>
          <pc:docMk/>
          <pc:sldMk cId="2033718256" sldId="275"/>
        </pc:sldMkLst>
        <pc:spChg chg="mod">
          <ac:chgData name="연우 오" userId="c3558644dac54ca4" providerId="LiveId" clId="{9333FDCA-79D6-4088-A778-579BE454CE38}" dt="2026-08-22T09:27:59.634" v="5087" actId="1076"/>
          <ac:spMkLst>
            <pc:docMk/>
            <pc:sldMk cId="2033718256" sldId="275"/>
            <ac:spMk id="9" creationId="{A82ECAA6-2184-F677-6B89-FB3CA3972837}"/>
          </ac:spMkLst>
        </pc:spChg>
        <pc:picChg chg="mod">
          <ac:chgData name="연우 오" userId="c3558644dac54ca4" providerId="LiveId" clId="{9333FDCA-79D6-4088-A778-579BE454CE38}" dt="2026-08-22T09:17:35.394" v="4789" actId="1076"/>
          <ac:picMkLst>
            <pc:docMk/>
            <pc:sldMk cId="2033718256" sldId="275"/>
            <ac:picMk id="24" creationId="{B22006DD-02B5-4310-0BFB-16AA6EC862E6}"/>
          </ac:picMkLst>
        </pc:picChg>
      </pc:sldChg>
      <pc:sldChg chg="addSp delSp modSp new mod modTransition modAnim">
        <pc:chgData name="연우 오" userId="c3558644dac54ca4" providerId="LiveId" clId="{9333FDCA-79D6-4088-A778-579BE454CE38}" dt="2026-08-22T11:27:12.398" v="5143"/>
        <pc:sldMkLst>
          <pc:docMk/>
          <pc:sldMk cId="1668423257" sldId="276"/>
        </pc:sldMkLst>
        <pc:spChg chg="add mod">
          <ac:chgData name="연우 오" userId="c3558644dac54ca4" providerId="LiveId" clId="{9333FDCA-79D6-4088-A778-579BE454CE38}" dt="2026-08-22T11:26:45.648" v="5135" actId="1076"/>
          <ac:spMkLst>
            <pc:docMk/>
            <pc:sldMk cId="1668423257" sldId="276"/>
            <ac:spMk id="16" creationId="{69E23E5A-DE1E-3A9B-6078-49F0E7AF3D81}"/>
          </ac:spMkLst>
        </pc:spChg>
        <pc:spChg chg="add mod">
          <ac:chgData name="연우 오" userId="c3558644dac54ca4" providerId="LiveId" clId="{9333FDCA-79D6-4088-A778-579BE454CE38}" dt="2026-08-22T11:26:55.553" v="5138" actId="1076"/>
          <ac:spMkLst>
            <pc:docMk/>
            <pc:sldMk cId="1668423257" sldId="276"/>
            <ac:spMk id="18" creationId="{0BD44B7B-EEAB-1931-A1FD-882A9B40D634}"/>
          </ac:spMkLst>
        </pc:spChg>
        <pc:spChg chg="add mod">
          <ac:chgData name="연우 오" userId="c3558644dac54ca4" providerId="LiveId" clId="{9333FDCA-79D6-4088-A778-579BE454CE38}" dt="2026-08-22T11:27:08.482" v="5142" actId="1076"/>
          <ac:spMkLst>
            <pc:docMk/>
            <pc:sldMk cId="1668423257" sldId="276"/>
            <ac:spMk id="20" creationId="{39607578-A191-5B26-370C-FE64CA517EAA}"/>
          </ac:spMkLst>
        </pc:spChg>
        <pc:picChg chg="add mod">
          <ac:chgData name="연우 오" userId="c3558644dac54ca4" providerId="LiveId" clId="{9333FDCA-79D6-4088-A778-579BE454CE38}" dt="2026-08-22T09:13:50.753" v="4752" actId="1076"/>
          <ac:picMkLst>
            <pc:docMk/>
            <pc:sldMk cId="1668423257" sldId="276"/>
            <ac:picMk id="3" creationId="{7DFA16B5-439E-338D-1F2E-2F5AD21B4099}"/>
          </ac:picMkLst>
        </pc:picChg>
        <pc:picChg chg="add">
          <ac:chgData name="연우 오" userId="c3558644dac54ca4" providerId="LiveId" clId="{9333FDCA-79D6-4088-A778-579BE454CE38}" dt="2026-08-22T09:12:37.969" v="4744" actId="22"/>
          <ac:picMkLst>
            <pc:docMk/>
            <pc:sldMk cId="1668423257" sldId="276"/>
            <ac:picMk id="14" creationId="{92798C73-2C09-0228-B26D-AEB5F7D21A6C}"/>
          </ac:picMkLst>
        </pc:picChg>
      </pc:sldChg>
      <pc:sldChg chg="addSp delSp modSp add del mod modTransition delAnim modAnim">
        <pc:chgData name="연우 오" userId="c3558644dac54ca4" providerId="LiveId" clId="{9333FDCA-79D6-4088-A778-579BE454CE38}" dt="2026-08-22T11:29:50.110" v="5168"/>
        <pc:sldMkLst>
          <pc:docMk/>
          <pc:sldMk cId="163252672" sldId="277"/>
        </pc:sldMkLst>
        <pc:spChg chg="add mod">
          <ac:chgData name="연우 오" userId="c3558644dac54ca4" providerId="LiveId" clId="{9333FDCA-79D6-4088-A778-579BE454CE38}" dt="2026-08-22T11:29:09.581" v="5162" actId="14100"/>
          <ac:spMkLst>
            <pc:docMk/>
            <pc:sldMk cId="163252672" sldId="277"/>
            <ac:spMk id="7" creationId="{143F91DC-E3C9-5240-310B-DEDC506789CE}"/>
          </ac:spMkLst>
        </pc:spChg>
        <pc:spChg chg="add mod">
          <ac:chgData name="연우 오" userId="c3558644dac54ca4" providerId="LiveId" clId="{9333FDCA-79D6-4088-A778-579BE454CE38}" dt="2026-08-22T11:29:14.135" v="5163" actId="571"/>
          <ac:spMkLst>
            <pc:docMk/>
            <pc:sldMk cId="163252672" sldId="277"/>
            <ac:spMk id="13" creationId="{D6EF02D0-06D3-894B-A201-F8EA901ECF77}"/>
          </ac:spMkLst>
        </pc:spChg>
        <pc:spChg chg="add mod">
          <ac:chgData name="연우 오" userId="c3558644dac54ca4" providerId="LiveId" clId="{9333FDCA-79D6-4088-A778-579BE454CE38}" dt="2026-08-22T11:29:20.915" v="5166" actId="571"/>
          <ac:spMkLst>
            <pc:docMk/>
            <pc:sldMk cId="163252672" sldId="277"/>
            <ac:spMk id="14" creationId="{6891D03D-FDF9-D6C1-3814-18D536568054}"/>
          </ac:spMkLst>
        </pc:spChg>
        <pc:picChg chg="add del mod">
          <ac:chgData name="연우 오" userId="c3558644dac54ca4" providerId="LiveId" clId="{9333FDCA-79D6-4088-A778-579BE454CE38}" dt="2026-08-22T09:14:32.509" v="4757"/>
          <ac:picMkLst>
            <pc:docMk/>
            <pc:sldMk cId="163252672" sldId="277"/>
            <ac:picMk id="3" creationId="{3052D9DB-6FFD-3C52-F274-0C59790CF13A}"/>
          </ac:picMkLst>
        </pc:picChg>
        <pc:picChg chg="add mod">
          <ac:chgData name="연우 오" userId="c3558644dac54ca4" providerId="LiveId" clId="{9333FDCA-79D6-4088-A778-579BE454CE38}" dt="2026-08-22T11:22:44.397" v="5113" actId="1076"/>
          <ac:picMkLst>
            <pc:docMk/>
            <pc:sldMk cId="163252672" sldId="277"/>
            <ac:picMk id="5" creationId="{5D598E6D-36AC-A64D-433B-C549BC9488B5}"/>
          </ac:picMkLst>
        </pc:picChg>
      </pc:sldChg>
      <pc:sldChg chg="addSp delSp modSp new mod modTransition">
        <pc:chgData name="연우 오" userId="c3558644dac54ca4" providerId="LiveId" clId="{9333FDCA-79D6-4088-A778-579BE454CE38}" dt="2026-08-22T11:23:05.692" v="5117"/>
        <pc:sldMkLst>
          <pc:docMk/>
          <pc:sldMk cId="3741572890" sldId="279"/>
        </pc:sldMkLst>
        <pc:picChg chg="add mod">
          <ac:chgData name="연우 오" userId="c3558644dac54ca4" providerId="LiveId" clId="{9333FDCA-79D6-4088-A778-579BE454CE38}" dt="2026-08-22T09:19:04.365" v="4816"/>
          <ac:picMkLst>
            <pc:docMk/>
            <pc:sldMk cId="3741572890" sldId="279"/>
            <ac:picMk id="5" creationId="{64F5D7D9-B28D-316A-E24A-935AAD2D10E0}"/>
          </ac:picMkLst>
        </pc:picChg>
        <pc:picChg chg="add mod">
          <ac:chgData name="연우 오" userId="c3558644dac54ca4" providerId="LiveId" clId="{9333FDCA-79D6-4088-A778-579BE454CE38}" dt="2026-08-22T11:22:22.042" v="5109" actId="1076"/>
          <ac:picMkLst>
            <pc:docMk/>
            <pc:sldMk cId="3741572890" sldId="279"/>
            <ac:picMk id="13" creationId="{66E1CC64-F6AE-6739-C47D-C8BD5DC146D8}"/>
          </ac:picMkLst>
        </pc:picChg>
      </pc:sldChg>
      <pc:sldChg chg="addSp delSp modSp add mod modTransition">
        <pc:chgData name="연우 오" userId="c3558644dac54ca4" providerId="LiveId" clId="{9333FDCA-79D6-4088-A778-579BE454CE38}" dt="2026-08-22T09:26:40.066" v="5068" actId="22"/>
        <pc:sldMkLst>
          <pc:docMk/>
          <pc:sldMk cId="148479471" sldId="280"/>
        </pc:sldMkLst>
        <pc:picChg chg="mod">
          <ac:chgData name="연우 오" userId="c3558644dac54ca4" providerId="LiveId" clId="{9333FDCA-79D6-4088-A778-579BE454CE38}" dt="2026-08-22T09:21:08.537" v="4835"/>
          <ac:picMkLst>
            <pc:docMk/>
            <pc:sldMk cId="148479471" sldId="280"/>
            <ac:picMk id="5" creationId="{3A56FFD3-4205-E8D2-4A88-E77CC1CE0E3B}"/>
          </ac:picMkLst>
        </pc:picChg>
        <pc:picChg chg="add">
          <ac:chgData name="연우 오" userId="c3558644dac54ca4" providerId="LiveId" clId="{9333FDCA-79D6-4088-A778-579BE454CE38}" dt="2026-08-22T09:26:40.066" v="5068" actId="22"/>
          <ac:picMkLst>
            <pc:docMk/>
            <pc:sldMk cId="148479471" sldId="280"/>
            <ac:picMk id="19" creationId="{CEDE078E-80A8-9335-7D38-7AB2363C96CB}"/>
          </ac:picMkLst>
        </pc:picChg>
      </pc:sldChg>
      <pc:sldChg chg="addSp delSp modSp add mod ord setBg modAnim">
        <pc:chgData name="연우 오" userId="c3558644dac54ca4" providerId="LiveId" clId="{9333FDCA-79D6-4088-A778-579BE454CE38}" dt="2026-08-26T00:32:36.799" v="7385"/>
        <pc:sldMkLst>
          <pc:docMk/>
          <pc:sldMk cId="1001799100" sldId="281"/>
        </pc:sldMkLst>
        <pc:spChg chg="del mod">
          <ac:chgData name="연우 오" userId="c3558644dac54ca4" providerId="LiveId" clId="{9333FDCA-79D6-4088-A778-579BE454CE38}" dt="2026-08-25T14:43:30.913" v="6331" actId="478"/>
          <ac:spMkLst>
            <pc:docMk/>
            <pc:sldMk cId="1001799100" sldId="281"/>
            <ac:spMk id="2" creationId="{431F2684-16FA-93E9-18CA-27CF315BC73C}"/>
          </ac:spMkLst>
        </pc:spChg>
        <pc:spChg chg="mod">
          <ac:chgData name="연우 오" userId="c3558644dac54ca4" providerId="LiveId" clId="{9333FDCA-79D6-4088-A778-579BE454CE38}" dt="2026-08-25T05:40:42.449" v="6100"/>
          <ac:spMkLst>
            <pc:docMk/>
            <pc:sldMk cId="1001799100" sldId="281"/>
            <ac:spMk id="3" creationId="{97ECB08E-8CB8-E2E4-424A-9DEF6569BB18}"/>
          </ac:spMkLst>
        </pc:spChg>
        <pc:spChg chg="mod">
          <ac:chgData name="연우 오" userId="c3558644dac54ca4" providerId="LiveId" clId="{9333FDCA-79D6-4088-A778-579BE454CE38}" dt="2026-08-26T00:12:00.061" v="7065"/>
          <ac:spMkLst>
            <pc:docMk/>
            <pc:sldMk cId="1001799100" sldId="281"/>
            <ac:spMk id="4" creationId="{7E2EA9DE-D405-12B4-70FF-DCE880A9B084}"/>
          </ac:spMkLst>
        </pc:spChg>
        <pc:spChg chg="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7" creationId="{601AA786-58E7-45C0-5FA8-6D7621D31FAE}"/>
          </ac:spMkLst>
        </pc:spChg>
        <pc:spChg chg="mod">
          <ac:chgData name="연우 오" userId="c3558644dac54ca4" providerId="LiveId" clId="{9333FDCA-79D6-4088-A778-579BE454CE38}" dt="2026-08-25T14:29:46.030" v="6152" actId="1076"/>
          <ac:spMkLst>
            <pc:docMk/>
            <pc:sldMk cId="1001799100" sldId="281"/>
            <ac:spMk id="8" creationId="{470CA7B5-9EA5-3666-30A6-B6BBDDFC6064}"/>
          </ac:spMkLst>
        </pc:spChg>
        <pc:spChg chg="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9" creationId="{E1CC60A3-DE5A-F883-7F61-BF19D24BBC4D}"/>
          </ac:spMkLst>
        </pc:spChg>
        <pc:spChg chg="add mod ord">
          <ac:chgData name="연우 오" userId="c3558644dac54ca4" providerId="LiveId" clId="{9333FDCA-79D6-4088-A778-579BE454CE38}" dt="2026-08-25T14:45:55.751" v="6345" actId="1076"/>
          <ac:spMkLst>
            <pc:docMk/>
            <pc:sldMk cId="1001799100" sldId="281"/>
            <ac:spMk id="10" creationId="{2030E6F3-1205-D133-7B4D-554FC86901A2}"/>
          </ac:spMkLst>
        </pc:spChg>
        <pc:spChg chg="add del mod">
          <ac:chgData name="연우 오" userId="c3558644dac54ca4" providerId="LiveId" clId="{9333FDCA-79D6-4088-A778-579BE454CE38}" dt="2026-08-25T14:28:51.204" v="6142" actId="478"/>
          <ac:spMkLst>
            <pc:docMk/>
            <pc:sldMk cId="1001799100" sldId="281"/>
            <ac:spMk id="11" creationId="{BC9F4871-15A5-8481-720F-3C58E9FBA15C}"/>
          </ac:spMkLst>
        </pc:spChg>
        <pc:spChg chg="del">
          <ac:chgData name="연우 오" userId="c3558644dac54ca4" providerId="LiveId" clId="{9333FDCA-79D6-4088-A778-579BE454CE38}" dt="2026-08-25T14:33:27.252" v="6193" actId="478"/>
          <ac:spMkLst>
            <pc:docMk/>
            <pc:sldMk cId="1001799100" sldId="281"/>
            <ac:spMk id="13" creationId="{B2FADBB7-D278-11E2-22EA-89E4E1C3DF4D}"/>
          </ac:spMkLst>
        </pc:spChg>
        <pc:spChg chg="del">
          <ac:chgData name="연우 오" userId="c3558644dac54ca4" providerId="LiveId" clId="{9333FDCA-79D6-4088-A778-579BE454CE38}" dt="2026-08-25T14:33:29.861" v="6195" actId="478"/>
          <ac:spMkLst>
            <pc:docMk/>
            <pc:sldMk cId="1001799100" sldId="281"/>
            <ac:spMk id="14" creationId="{5664BB9C-2ED6-1CCF-D704-04D735435900}"/>
          </ac:spMkLst>
        </pc:spChg>
        <pc:spChg chg="del mod">
          <ac:chgData name="연우 오" userId="c3558644dac54ca4" providerId="LiveId" clId="{9333FDCA-79D6-4088-A778-579BE454CE38}" dt="2026-08-25T14:33:31.353" v="6196" actId="478"/>
          <ac:spMkLst>
            <pc:docMk/>
            <pc:sldMk cId="1001799100" sldId="281"/>
            <ac:spMk id="15" creationId="{CE6C7B59-E1C7-C689-109B-97B3B23A6E6A}"/>
          </ac:spMkLst>
        </pc:spChg>
        <pc:spChg chg="del">
          <ac:chgData name="연우 오" userId="c3558644dac54ca4" providerId="LiveId" clId="{9333FDCA-79D6-4088-A778-579BE454CE38}" dt="2026-08-25T14:33:26.211" v="6192" actId="478"/>
          <ac:spMkLst>
            <pc:docMk/>
            <pc:sldMk cId="1001799100" sldId="281"/>
            <ac:spMk id="16" creationId="{F48CF3FC-391B-ACAF-7C2B-D527665EDE1D}"/>
          </ac:spMkLst>
        </pc:spChg>
        <pc:spChg chg="add 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17" creationId="{10AAA47D-ED53-E371-2F27-B89A3C6B28B1}"/>
          </ac:spMkLst>
        </pc:spChg>
        <pc:spChg chg="add del mod ord">
          <ac:chgData name="연우 오" userId="c3558644dac54ca4" providerId="LiveId" clId="{9333FDCA-79D6-4088-A778-579BE454CE38}" dt="2026-08-25T14:42:49.991" v="6324" actId="478"/>
          <ac:spMkLst>
            <pc:docMk/>
            <pc:sldMk cId="1001799100" sldId="281"/>
            <ac:spMk id="18" creationId="{89A98E51-613A-DB39-685D-396BE0DC981E}"/>
          </ac:spMkLst>
        </pc:spChg>
        <pc:spChg chg="add del">
          <ac:chgData name="연우 오" userId="c3558644dac54ca4" providerId="LiveId" clId="{9333FDCA-79D6-4088-A778-579BE454CE38}" dt="2026-08-25T14:33:23.234" v="6191" actId="478"/>
          <ac:spMkLst>
            <pc:docMk/>
            <pc:sldMk cId="1001799100" sldId="281"/>
            <ac:spMk id="19" creationId="{413A8E2D-F421-E66A-0DCA-E7996F15DB20}"/>
          </ac:spMkLst>
        </pc:spChg>
        <pc:spChg chg="add mod">
          <ac:chgData name="연우 오" userId="c3558644dac54ca4" providerId="LiveId" clId="{9333FDCA-79D6-4088-A778-579BE454CE38}" dt="2026-08-25T14:29:44" v="6150" actId="571"/>
          <ac:spMkLst>
            <pc:docMk/>
            <pc:sldMk cId="1001799100" sldId="281"/>
            <ac:spMk id="20" creationId="{6AC5034C-5F32-C675-1E22-BF6BA4320E41}"/>
          </ac:spMkLst>
        </pc:spChg>
        <pc:spChg chg="add del">
          <ac:chgData name="연우 오" userId="c3558644dac54ca4" providerId="LiveId" clId="{9333FDCA-79D6-4088-A778-579BE454CE38}" dt="2026-08-25T14:33:26.211" v="6192" actId="478"/>
          <ac:spMkLst>
            <pc:docMk/>
            <pc:sldMk cId="1001799100" sldId="281"/>
            <ac:spMk id="21" creationId="{A05F3E91-CC37-9018-B886-35FCF5658911}"/>
          </ac:spMkLst>
        </pc:spChg>
        <pc:spChg chg="add mod">
          <ac:chgData name="연우 오" userId="c3558644dac54ca4" providerId="LiveId" clId="{9333FDCA-79D6-4088-A778-579BE454CE38}" dt="2026-08-25T14:29:44" v="6150" actId="571"/>
          <ac:spMkLst>
            <pc:docMk/>
            <pc:sldMk cId="1001799100" sldId="281"/>
            <ac:spMk id="23" creationId="{7743587A-C7A7-2160-3F1F-87460D7061D6}"/>
          </ac:spMkLst>
        </pc:spChg>
        <pc:spChg chg="add del mod">
          <ac:chgData name="연우 오" userId="c3558644dac54ca4" providerId="LiveId" clId="{9333FDCA-79D6-4088-A778-579BE454CE38}" dt="2026-08-25T14:31:40.803" v="6173" actId="478"/>
          <ac:spMkLst>
            <pc:docMk/>
            <pc:sldMk cId="1001799100" sldId="281"/>
            <ac:spMk id="24" creationId="{B5A628E1-ABB9-FABA-0A24-D5DACDAF2BF0}"/>
          </ac:spMkLst>
        </pc:spChg>
        <pc:spChg chg="add del mod">
          <ac:chgData name="연우 오" userId="c3558644dac54ca4" providerId="LiveId" clId="{9333FDCA-79D6-4088-A778-579BE454CE38}" dt="2026-08-25T14:38:10.775" v="6236" actId="478"/>
          <ac:spMkLst>
            <pc:docMk/>
            <pc:sldMk cId="1001799100" sldId="281"/>
            <ac:spMk id="25" creationId="{993F2DE3-C3D5-8530-0D50-43FA2D4F3DB7}"/>
          </ac:spMkLst>
        </pc:spChg>
        <pc:spChg chg="add del mod">
          <ac:chgData name="연우 오" userId="c3558644dac54ca4" providerId="LiveId" clId="{9333FDCA-79D6-4088-A778-579BE454CE38}" dt="2026-08-25T14:41:50.149" v="6316" actId="478"/>
          <ac:spMkLst>
            <pc:docMk/>
            <pc:sldMk cId="1001799100" sldId="281"/>
            <ac:spMk id="26" creationId="{7E3587E6-BF96-393B-5F2F-B94C6080152D}"/>
          </ac:spMkLst>
        </pc:spChg>
        <pc:spChg chg="add mod">
          <ac:chgData name="연우 오" userId="c3558644dac54ca4" providerId="LiveId" clId="{9333FDCA-79D6-4088-A778-579BE454CE38}" dt="2026-08-25T14:45:55.751" v="6345" actId="1076"/>
          <ac:spMkLst>
            <pc:docMk/>
            <pc:sldMk cId="1001799100" sldId="281"/>
            <ac:spMk id="30" creationId="{F69B093C-689F-C25E-F47F-25EBDF298092}"/>
          </ac:spMkLst>
        </pc:spChg>
        <pc:spChg chg="add">
          <ac:chgData name="연우 오" userId="c3558644dac54ca4" providerId="LiveId" clId="{9333FDCA-79D6-4088-A778-579BE454CE38}" dt="2026-08-25T14:48:52.341" v="6358" actId="11529"/>
          <ac:spMkLst>
            <pc:docMk/>
            <pc:sldMk cId="1001799100" sldId="281"/>
            <ac:spMk id="31" creationId="{4504CC22-89C5-1293-158B-1F6FF92F1153}"/>
          </ac:spMkLst>
        </pc:spChg>
        <pc:spChg chg="add mod">
          <ac:chgData name="연우 오" userId="c3558644dac54ca4" providerId="LiveId" clId="{9333FDCA-79D6-4088-A778-579BE454CE38}" dt="2026-08-25T14:48:55.101" v="6359" actId="571"/>
          <ac:spMkLst>
            <pc:docMk/>
            <pc:sldMk cId="1001799100" sldId="281"/>
            <ac:spMk id="32" creationId="{E69337D7-9A27-E3F1-F31D-67D8334787A8}"/>
          </ac:spMkLst>
        </pc:spChg>
        <pc:spChg chg="add mod">
          <ac:chgData name="연우 오" userId="c3558644dac54ca4" providerId="LiveId" clId="{9333FDCA-79D6-4088-A778-579BE454CE38}" dt="2026-08-25T14:48:57.087" v="6360" actId="571"/>
          <ac:spMkLst>
            <pc:docMk/>
            <pc:sldMk cId="1001799100" sldId="281"/>
            <ac:spMk id="33" creationId="{19ABEEC4-6C5A-A74D-1B48-AFCA6C76B1A9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4" creationId="{AB789D8B-79AC-2093-574B-F4C3E67DC186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5" creationId="{B62A0420-8D11-D2D7-62D8-860C676C8A09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6" creationId="{E9879D28-82AF-1213-137D-5B9BF1F9C5E0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37" creationId="{77AAD94B-1DF9-327E-9D62-76303A48B722}"/>
          </ac:spMkLst>
        </pc:spChg>
        <pc:spChg chg="add mod">
          <ac:chgData name="연우 오" userId="c3558644dac54ca4" providerId="LiveId" clId="{9333FDCA-79D6-4088-A778-579BE454CE38}" dt="2026-08-25T14:49:07.376" v="6365" actId="571"/>
          <ac:spMkLst>
            <pc:docMk/>
            <pc:sldMk cId="1001799100" sldId="281"/>
            <ac:spMk id="38" creationId="{6FBBED1D-7EB7-F66A-9286-DF2961F20B0D}"/>
          </ac:spMkLst>
        </pc:spChg>
        <pc:spChg chg="add mod">
          <ac:chgData name="연우 오" userId="c3558644dac54ca4" providerId="LiveId" clId="{9333FDCA-79D6-4088-A778-579BE454CE38}" dt="2026-08-25T14:49:09.011" v="6366" actId="571"/>
          <ac:spMkLst>
            <pc:docMk/>
            <pc:sldMk cId="1001799100" sldId="281"/>
            <ac:spMk id="39" creationId="{7AFF51EC-2337-2D4E-3A1F-74C3701CCB97}"/>
          </ac:spMkLst>
        </pc:spChg>
        <pc:spChg chg="add mod">
          <ac:chgData name="연우 오" userId="c3558644dac54ca4" providerId="LiveId" clId="{9333FDCA-79D6-4088-A778-579BE454CE38}" dt="2026-08-25T14:49:11.560" v="6367" actId="571"/>
          <ac:spMkLst>
            <pc:docMk/>
            <pc:sldMk cId="1001799100" sldId="281"/>
            <ac:spMk id="40" creationId="{9F9E2CCC-2BFB-EA94-3FA6-9027C42112BB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1" creationId="{039DBB61-CAFA-8C63-DD4E-B2C46E893EC8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2" creationId="{2E648C17-107B-16B8-95E4-5AC5EB9B4F75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3" creationId="{5F4C7FB6-FB47-7E14-1AC6-4EC4C4A8E0AE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4" creationId="{1E395085-2ECB-690C-C24A-0DC3E4E8F95C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5" creationId="{A338867D-C54A-045E-6ABF-501D1EAED85E}"/>
          </ac:spMkLst>
        </pc:spChg>
        <pc:spChg chg="add mod">
          <ac:chgData name="연우 오" userId="c3558644dac54ca4" providerId="LiveId" clId="{9333FDCA-79D6-4088-A778-579BE454CE38}" dt="2026-08-25T14:54:45.328" v="6410" actId="1076"/>
          <ac:spMkLst>
            <pc:docMk/>
            <pc:sldMk cId="1001799100" sldId="281"/>
            <ac:spMk id="46" creationId="{AFCE936F-617B-8910-65E2-88A4A60FD5CD}"/>
          </ac:spMkLst>
        </pc:spChg>
        <pc:spChg chg="add mod">
          <ac:chgData name="연우 오" userId="c3558644dac54ca4" providerId="LiveId" clId="{9333FDCA-79D6-4088-A778-579BE454CE38}" dt="2026-08-26T00:12:13.662" v="7066" actId="1076"/>
          <ac:spMkLst>
            <pc:docMk/>
            <pc:sldMk cId="1001799100" sldId="281"/>
            <ac:spMk id="47" creationId="{5083FE0B-9433-6B4E-AFB8-6744453A1D4E}"/>
          </ac:spMkLst>
        </pc:spChg>
        <pc:spChg chg="add mod ord">
          <ac:chgData name="연우 오" userId="c3558644dac54ca4" providerId="LiveId" clId="{9333FDCA-79D6-4088-A778-579BE454CE38}" dt="2026-08-25T16:00:37.340" v="6718" actId="167"/>
          <ac:spMkLst>
            <pc:docMk/>
            <pc:sldMk cId="1001799100" sldId="281"/>
            <ac:spMk id="51" creationId="{9A5E9731-4A82-3444-B26C-B3BEF85F13C3}"/>
          </ac:spMkLst>
        </pc:spChg>
        <pc:spChg chg="add mod">
          <ac:chgData name="연우 오" userId="c3558644dac54ca4" providerId="LiveId" clId="{9333FDCA-79D6-4088-A778-579BE454CE38}" dt="2026-08-26T00:31:49.737" v="7377" actId="1076"/>
          <ac:spMkLst>
            <pc:docMk/>
            <pc:sldMk cId="1001799100" sldId="281"/>
            <ac:spMk id="54" creationId="{45106707-548F-E7DC-A034-58F650FC54FD}"/>
          </ac:spMkLst>
        </pc:spChg>
        <pc:graphicFrameChg chg="add del">
          <ac:chgData name="연우 오" userId="c3558644dac54ca4" providerId="LiveId" clId="{9333FDCA-79D6-4088-A778-579BE454CE38}" dt="2026-08-25T14:35:36.870" v="6206" actId="3680"/>
          <ac:graphicFrameMkLst>
            <pc:docMk/>
            <pc:sldMk cId="1001799100" sldId="281"/>
            <ac:graphicFrameMk id="27" creationId="{8D45D3A9-9C48-84C3-281A-8E7E967E4483}"/>
          </ac:graphicFrameMkLst>
        </pc:graphicFrameChg>
        <pc:graphicFrameChg chg="add mod modGraphic">
          <ac:chgData name="연우 오" userId="c3558644dac54ca4" providerId="LiveId" clId="{9333FDCA-79D6-4088-A778-579BE454CE38}" dt="2026-08-25T14:45:55.751" v="6345" actId="1076"/>
          <ac:graphicFrameMkLst>
            <pc:docMk/>
            <pc:sldMk cId="1001799100" sldId="281"/>
            <ac:graphicFrameMk id="28" creationId="{627F2CF0-24EA-EDEA-8B20-7F1BBE5E75C5}"/>
          </ac:graphicFrameMkLst>
        </pc:graphicFrameChg>
        <pc:graphicFrameChg chg="add modGraphic">
          <ac:chgData name="연우 오" userId="c3558644dac54ca4" providerId="LiveId" clId="{9333FDCA-79D6-4088-A778-579BE454CE38}" dt="2026-08-26T00:11:49.760" v="7018" actId="14734"/>
          <ac:graphicFrameMkLst>
            <pc:docMk/>
            <pc:sldMk cId="1001799100" sldId="281"/>
            <ac:graphicFrameMk id="49" creationId="{21E41EB4-0CF5-6319-936E-FF5741C1865D}"/>
          </ac:graphicFrameMkLst>
        </pc:graphicFrameChg>
        <pc:picChg chg="add del mod">
          <ac:chgData name="연우 오" userId="c3558644dac54ca4" providerId="LiveId" clId="{9333FDCA-79D6-4088-A778-579BE454CE38}" dt="2026-08-25T14:27:28.419" v="6135" actId="478"/>
          <ac:picMkLst>
            <pc:docMk/>
            <pc:sldMk cId="1001799100" sldId="281"/>
            <ac:picMk id="5" creationId="{4EF95321-627D-C478-B136-9613AD4890FF}"/>
          </ac:picMkLst>
        </pc:picChg>
        <pc:picChg chg="add mod ord">
          <ac:chgData name="연우 오" userId="c3558644dac54ca4" providerId="LiveId" clId="{9333FDCA-79D6-4088-A778-579BE454CE38}" dt="2026-08-25T14:54:36.187" v="6409" actId="1076"/>
          <ac:picMkLst>
            <pc:docMk/>
            <pc:sldMk cId="1001799100" sldId="281"/>
            <ac:picMk id="22" creationId="{958FEACA-6C5A-6E48-DE89-2749A93EF9BB}"/>
          </ac:picMkLst>
        </pc:picChg>
        <pc:picChg chg="add del">
          <ac:chgData name="연우 오" userId="c3558644dac54ca4" providerId="LiveId" clId="{9333FDCA-79D6-4088-A778-579BE454CE38}" dt="2026-08-26T00:19:50.365" v="7272" actId="22"/>
          <ac:picMkLst>
            <pc:docMk/>
            <pc:sldMk cId="1001799100" sldId="281"/>
            <ac:picMk id="52" creationId="{02226A97-366A-30A6-AA5F-F34EB349E439}"/>
          </ac:picMkLst>
        </pc:picChg>
        <pc:picChg chg="add mod">
          <ac:chgData name="연우 오" userId="c3558644dac54ca4" providerId="LiveId" clId="{9333FDCA-79D6-4088-A778-579BE454CE38}" dt="2026-08-26T00:19:58.666" v="7277" actId="1076"/>
          <ac:picMkLst>
            <pc:docMk/>
            <pc:sldMk cId="1001799100" sldId="281"/>
            <ac:picMk id="53" creationId="{31A4A46E-35AE-B131-8848-D595E108EE20}"/>
          </ac:picMkLst>
        </pc:picChg>
      </pc:sldChg>
      <pc:sldChg chg="addSp delSp modSp add mod ord delAnim modAnim">
        <pc:chgData name="연우 오" userId="c3558644dac54ca4" providerId="LiveId" clId="{9333FDCA-79D6-4088-A778-579BE454CE38}" dt="2026-08-25T05:41:38.562" v="6105"/>
        <pc:sldMkLst>
          <pc:docMk/>
          <pc:sldMk cId="2797417546" sldId="282"/>
        </pc:sldMkLst>
        <pc:spChg chg="mod ord">
          <ac:chgData name="연우 오" userId="c3558644dac54ca4" providerId="LiveId" clId="{9333FDCA-79D6-4088-A778-579BE454CE38}" dt="2026-08-25T03:57:20.725" v="5690" actId="167"/>
          <ac:spMkLst>
            <pc:docMk/>
            <pc:sldMk cId="2797417546" sldId="282"/>
            <ac:spMk id="2" creationId="{BB0C40F5-940E-4268-7F32-BC3C5A3AC66A}"/>
          </ac:spMkLst>
        </pc:spChg>
        <pc:spChg chg="mod">
          <ac:chgData name="연우 오" userId="c3558644dac54ca4" providerId="LiveId" clId="{9333FDCA-79D6-4088-A778-579BE454CE38}" dt="2026-08-25T05:40:27.468" v="6036" actId="20577"/>
          <ac:spMkLst>
            <pc:docMk/>
            <pc:sldMk cId="2797417546" sldId="282"/>
            <ac:spMk id="3" creationId="{324C18AA-7C39-0EAB-76DD-2FB668EC534A}"/>
          </ac:spMkLst>
        </pc:spChg>
        <pc:spChg chg="add del mod">
          <ac:chgData name="연우 오" userId="c3558644dac54ca4" providerId="LiveId" clId="{9333FDCA-79D6-4088-A778-579BE454CE38}" dt="2026-08-25T05:02:00.007" v="5752" actId="478"/>
          <ac:spMkLst>
            <pc:docMk/>
            <pc:sldMk cId="2797417546" sldId="282"/>
            <ac:spMk id="5" creationId="{4058A72D-BFC0-0E9B-6A39-F90C6ED1B87B}"/>
          </ac:spMkLst>
        </pc:spChg>
        <pc:spChg chg="mod or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7" creationId="{EED7F4D3-B606-4D0C-C294-E85A2009D05C}"/>
          </ac:spMkLst>
        </pc:spChg>
        <pc:spChg chg="mo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9" creationId="{E2EA0AE6-AD4D-EE8D-97EC-929CCB17ABAD}"/>
          </ac:spMkLst>
        </pc:spChg>
        <pc:spChg chg="del mod">
          <ac:chgData name="연우 오" userId="c3558644dac54ca4" providerId="LiveId" clId="{9333FDCA-79D6-4088-A778-579BE454CE38}" dt="2026-08-25T05:28:19.075" v="5878" actId="478"/>
          <ac:spMkLst>
            <pc:docMk/>
            <pc:sldMk cId="2797417546" sldId="282"/>
            <ac:spMk id="13" creationId="{5A7E7113-9FAD-C963-ED6F-AE435C87A952}"/>
          </ac:spMkLst>
        </pc:spChg>
        <pc:spChg chg="del mod">
          <ac:chgData name="연우 오" userId="c3558644dac54ca4" providerId="LiveId" clId="{9333FDCA-79D6-4088-A778-579BE454CE38}" dt="2026-08-25T05:28:48.997" v="5881" actId="478"/>
          <ac:spMkLst>
            <pc:docMk/>
            <pc:sldMk cId="2797417546" sldId="282"/>
            <ac:spMk id="14" creationId="{629B201B-8732-21D5-29C5-E51E80223233}"/>
          </ac:spMkLst>
        </pc:spChg>
        <pc:spChg chg="del mod">
          <ac:chgData name="연우 오" userId="c3558644dac54ca4" providerId="LiveId" clId="{9333FDCA-79D6-4088-A778-579BE454CE38}" dt="2026-08-25T05:28:47.450" v="5880" actId="478"/>
          <ac:spMkLst>
            <pc:docMk/>
            <pc:sldMk cId="2797417546" sldId="282"/>
            <ac:spMk id="15" creationId="{2BDC90F9-7C3F-BC58-1B52-C5E2701FDC49}"/>
          </ac:spMkLst>
        </pc:spChg>
        <pc:spChg chg="del mod">
          <ac:chgData name="연우 오" userId="c3558644dac54ca4" providerId="LiveId" clId="{9333FDCA-79D6-4088-A778-579BE454CE38}" dt="2026-08-25T05:28:39.734" v="5879" actId="478"/>
          <ac:spMkLst>
            <pc:docMk/>
            <pc:sldMk cId="2797417546" sldId="282"/>
            <ac:spMk id="16" creationId="{C471ED58-6AFB-0849-C083-22D59A83A7BF}"/>
          </ac:spMkLst>
        </pc:spChg>
        <pc:spChg chg="add mod or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17" creationId="{EB371654-B606-190F-ACE3-50704E39A432}"/>
          </ac:spMkLst>
        </pc:spChg>
        <pc:spChg chg="mod">
          <ac:chgData name="연우 오" userId="c3558644dac54ca4" providerId="LiveId" clId="{9333FDCA-79D6-4088-A778-579BE454CE38}" dt="2026-08-25T05:06:28.962" v="5854" actId="1076"/>
          <ac:spMkLst>
            <pc:docMk/>
            <pc:sldMk cId="2797417546" sldId="282"/>
            <ac:spMk id="18" creationId="{9FD5D486-D495-27A6-A3D1-F99195EEFD56}"/>
          </ac:spMkLst>
        </pc:spChg>
        <pc:spChg chg="add del mod">
          <ac:chgData name="연우 오" userId="c3558644dac54ca4" providerId="LiveId" clId="{9333FDCA-79D6-4088-A778-579BE454CE38}" dt="2026-08-25T03:48:08.119" v="5683" actId="478"/>
          <ac:spMkLst>
            <pc:docMk/>
            <pc:sldMk cId="2797417546" sldId="282"/>
            <ac:spMk id="20" creationId="{46BBFF52-91DD-0784-3561-BA2215E6AE9C}"/>
          </ac:spMkLst>
        </pc:spChg>
        <pc:spChg chg="add del mod">
          <ac:chgData name="연우 오" userId="c3558644dac54ca4" providerId="LiveId" clId="{9333FDCA-79D6-4088-A778-579BE454CE38}" dt="2026-08-25T04:35:23.609" v="5709"/>
          <ac:spMkLst>
            <pc:docMk/>
            <pc:sldMk cId="2797417546" sldId="282"/>
            <ac:spMk id="21" creationId="{792544E1-F277-6B1F-2DFC-7D4A1F089F4E}"/>
          </ac:spMkLst>
        </pc:spChg>
        <pc:spChg chg="add del mod">
          <ac:chgData name="연우 오" userId="c3558644dac54ca4" providerId="LiveId" clId="{9333FDCA-79D6-4088-A778-579BE454CE38}" dt="2026-08-25T04:39:10.528" v="5722"/>
          <ac:spMkLst>
            <pc:docMk/>
            <pc:sldMk cId="2797417546" sldId="282"/>
            <ac:spMk id="22" creationId="{FFAAA2FF-5F58-0CEF-32B8-4FF708F998CA}"/>
          </ac:spMkLst>
        </pc:spChg>
        <pc:spChg chg="add del">
          <ac:chgData name="연우 오" userId="c3558644dac54ca4" providerId="LiveId" clId="{9333FDCA-79D6-4088-A778-579BE454CE38}" dt="2026-08-25T04:39:10.526" v="5720" actId="478"/>
          <ac:spMkLst>
            <pc:docMk/>
            <pc:sldMk cId="2797417546" sldId="282"/>
            <ac:spMk id="23" creationId="{1AC211A1-E82B-3797-753D-2EBA4404DCC4}"/>
          </ac:spMkLst>
        </pc:spChg>
        <pc:spChg chg="add del">
          <ac:chgData name="연우 오" userId="c3558644dac54ca4" providerId="LiveId" clId="{9333FDCA-79D6-4088-A778-579BE454CE38}" dt="2026-08-25T04:48:46.136" v="5724" actId="478"/>
          <ac:spMkLst>
            <pc:docMk/>
            <pc:sldMk cId="2797417546" sldId="282"/>
            <ac:spMk id="24" creationId="{C022F2FC-C806-95FC-31A5-B9C1F8C89E65}"/>
          </ac:spMkLst>
        </pc:spChg>
        <pc:spChg chg="add del mod">
          <ac:chgData name="연우 오" userId="c3558644dac54ca4" providerId="LiveId" clId="{9333FDCA-79D6-4088-A778-579BE454CE38}" dt="2026-08-25T04:49:20.449" v="5727" actId="478"/>
          <ac:spMkLst>
            <pc:docMk/>
            <pc:sldMk cId="2797417546" sldId="282"/>
            <ac:spMk id="25" creationId="{840EDBFF-AE81-9AB5-9972-2D15FA3D4865}"/>
          </ac:spMkLst>
        </pc:spChg>
        <pc:spChg chg="add del mod">
          <ac:chgData name="연우 오" userId="c3558644dac54ca4" providerId="LiveId" clId="{9333FDCA-79D6-4088-A778-579BE454CE38}" dt="2026-08-25T04:49:48.153" v="5730" actId="478"/>
          <ac:spMkLst>
            <pc:docMk/>
            <pc:sldMk cId="2797417546" sldId="282"/>
            <ac:spMk id="26" creationId="{7CBC1A33-C389-409B-F58D-637F2089A308}"/>
          </ac:spMkLst>
        </pc:spChg>
        <pc:spChg chg="add del mod">
          <ac:chgData name="연우 오" userId="c3558644dac54ca4" providerId="LiveId" clId="{9333FDCA-79D6-4088-A778-579BE454CE38}" dt="2026-08-25T05:00:21.835" v="5733" actId="478"/>
          <ac:spMkLst>
            <pc:docMk/>
            <pc:sldMk cId="2797417546" sldId="282"/>
            <ac:spMk id="27" creationId="{86334927-DFE4-86D4-A1AE-C547AF1141E2}"/>
          </ac:spMkLst>
        </pc:spChg>
        <pc:spChg chg="add del mod">
          <ac:chgData name="연우 오" userId="c3558644dac54ca4" providerId="LiveId" clId="{9333FDCA-79D6-4088-A778-579BE454CE38}" dt="2026-08-25T05:00:51.732" v="5737" actId="478"/>
          <ac:spMkLst>
            <pc:docMk/>
            <pc:sldMk cId="2797417546" sldId="282"/>
            <ac:spMk id="28" creationId="{24C9C8F0-F4CC-8E77-6361-241B8EC98871}"/>
          </ac:spMkLst>
        </pc:spChg>
        <pc:spChg chg="add del mod">
          <ac:chgData name="연우 오" userId="c3558644dac54ca4" providerId="LiveId" clId="{9333FDCA-79D6-4088-A778-579BE454CE38}" dt="2026-08-25T05:01:16.956" v="5742" actId="478"/>
          <ac:spMkLst>
            <pc:docMk/>
            <pc:sldMk cId="2797417546" sldId="282"/>
            <ac:spMk id="29" creationId="{C349BB00-75DA-B2FD-2CE4-66B0A29E76D2}"/>
          </ac:spMkLst>
        </pc:spChg>
        <pc:spChg chg="add mod">
          <ac:chgData name="연우 오" userId="c3558644dac54ca4" providerId="LiveId" clId="{9333FDCA-79D6-4088-A778-579BE454CE38}" dt="2026-08-25T05:18:26.207" v="5866" actId="1076"/>
          <ac:spMkLst>
            <pc:docMk/>
            <pc:sldMk cId="2797417546" sldId="282"/>
            <ac:spMk id="30" creationId="{73799D60-B805-1887-68DD-36F59546F332}"/>
          </ac:spMkLst>
        </pc:spChg>
        <pc:spChg chg="add mod">
          <ac:chgData name="연우 오" userId="c3558644dac54ca4" providerId="LiveId" clId="{9333FDCA-79D6-4088-A778-579BE454CE38}" dt="2026-08-25T05:18:26.207" v="5866" actId="1076"/>
          <ac:spMkLst>
            <pc:docMk/>
            <pc:sldMk cId="2797417546" sldId="282"/>
            <ac:spMk id="31" creationId="{C92197E5-A456-0C24-8CCA-6BAC4E90CC95}"/>
          </ac:spMkLst>
        </pc:spChg>
        <pc:spChg chg="add mod">
          <ac:chgData name="연우 오" userId="c3558644dac54ca4" providerId="LiveId" clId="{9333FDCA-79D6-4088-A778-579BE454CE38}" dt="2026-08-25T05:25:59.293" v="5877" actId="1076"/>
          <ac:spMkLst>
            <pc:docMk/>
            <pc:sldMk cId="2797417546" sldId="282"/>
            <ac:spMk id="34" creationId="{733EEE1D-4BE2-8206-13F4-20490ABA809B}"/>
          </ac:spMkLst>
        </pc:spChg>
        <pc:spChg chg="add mod">
          <ac:chgData name="연우 오" userId="c3558644dac54ca4" providerId="LiveId" clId="{9333FDCA-79D6-4088-A778-579BE454CE38}" dt="2026-08-25T05:29:40.934" v="5884" actId="1076"/>
          <ac:spMkLst>
            <pc:docMk/>
            <pc:sldMk cId="2797417546" sldId="282"/>
            <ac:spMk id="35" creationId="{A6141C10-2286-2155-97E1-4DF86E964FC1}"/>
          </ac:spMkLst>
        </pc:spChg>
        <pc:spChg chg="add mod">
          <ac:chgData name="연우 오" userId="c3558644dac54ca4" providerId="LiveId" clId="{9333FDCA-79D6-4088-A778-579BE454CE38}" dt="2026-08-25T05:30:04.628" v="5886" actId="1076"/>
          <ac:spMkLst>
            <pc:docMk/>
            <pc:sldMk cId="2797417546" sldId="282"/>
            <ac:spMk id="36" creationId="{5A2154DC-55A1-2B41-4206-DF9608585A95}"/>
          </ac:spMkLst>
        </pc:spChg>
        <pc:spChg chg="add del mod">
          <ac:chgData name="연우 오" userId="c3558644dac54ca4" providerId="LiveId" clId="{9333FDCA-79D6-4088-A778-579BE454CE38}" dt="2026-08-25T05:31:26.451" v="5917"/>
          <ac:spMkLst>
            <pc:docMk/>
            <pc:sldMk cId="2797417546" sldId="282"/>
            <ac:spMk id="37" creationId="{ED675A3D-5725-2B3F-8F9A-B05832F38E69}"/>
          </ac:spMkLst>
        </pc:spChg>
        <pc:spChg chg="add del mod">
          <ac:chgData name="연우 오" userId="c3558644dac54ca4" providerId="LiveId" clId="{9333FDCA-79D6-4088-A778-579BE454CE38}" dt="2026-08-25T05:31:58.208" v="5926" actId="478"/>
          <ac:spMkLst>
            <pc:docMk/>
            <pc:sldMk cId="2797417546" sldId="282"/>
            <ac:spMk id="39" creationId="{23B3BDE1-AED7-9B02-A0E9-AB97F817C1FA}"/>
          </ac:spMkLst>
        </pc:spChg>
        <pc:spChg chg="add mod">
          <ac:chgData name="연우 오" userId="c3558644dac54ca4" providerId="LiveId" clId="{9333FDCA-79D6-4088-A778-579BE454CE38}" dt="2026-08-25T05:33:53.501" v="6025" actId="20577"/>
          <ac:spMkLst>
            <pc:docMk/>
            <pc:sldMk cId="2797417546" sldId="282"/>
            <ac:spMk id="40" creationId="{CB7099D8-71F9-C93D-A057-F0B4067DD10E}"/>
          </ac:spMkLst>
        </pc:spChg>
        <pc:spChg chg="add del mod">
          <ac:chgData name="연우 오" userId="c3558644dac54ca4" providerId="LiveId" clId="{9333FDCA-79D6-4088-A778-579BE454CE38}" dt="2026-08-25T05:39:29.229" v="6032" actId="478"/>
          <ac:spMkLst>
            <pc:docMk/>
            <pc:sldMk cId="2797417546" sldId="282"/>
            <ac:spMk id="41" creationId="{E9ED6716-A62E-76E5-72A9-14B10E135752}"/>
          </ac:spMkLst>
        </pc:spChg>
        <pc:picChg chg="add del">
          <ac:chgData name="연우 오" userId="c3558644dac54ca4" providerId="LiveId" clId="{9333FDCA-79D6-4088-A778-579BE454CE38}" dt="2026-08-25T05:04:29.143" v="5848" actId="22"/>
          <ac:picMkLst>
            <pc:docMk/>
            <pc:sldMk cId="2797417546" sldId="282"/>
            <ac:picMk id="33" creationId="{252B05EE-169D-EAD1-77E6-687839C0B0C3}"/>
          </ac:picMkLst>
        </pc:picChg>
      </pc:sldChg>
      <pc:sldChg chg="addSp delSp modSp add mod modTransition setBg addAnim delAnim modAnim">
        <pc:chgData name="연우 오" userId="c3558644dac54ca4" providerId="LiveId" clId="{9333FDCA-79D6-4088-A778-579BE454CE38}" dt="2026-08-26T06:48:39.615" v="7778" actId="20577"/>
        <pc:sldMkLst>
          <pc:docMk/>
          <pc:sldMk cId="857794491" sldId="283"/>
        </pc:sldMkLst>
        <pc:spChg chg="del mod">
          <ac:chgData name="연우 오" userId="c3558644dac54ca4" providerId="LiveId" clId="{9333FDCA-79D6-4088-A778-579BE454CE38}" dt="2026-08-26T06:45:25.283" v="7741" actId="478"/>
          <ac:spMkLst>
            <pc:docMk/>
            <pc:sldMk cId="857794491" sldId="283"/>
            <ac:spMk id="2" creationId="{567B9DCD-EDEE-1B89-48B4-67ADC7D7B398}"/>
          </ac:spMkLst>
        </pc:spChg>
        <pc:spChg chg="mod">
          <ac:chgData name="연우 오" userId="c3558644dac54ca4" providerId="LiveId" clId="{9333FDCA-79D6-4088-A778-579BE454CE38}" dt="2026-08-26T06:48:39.615" v="7778" actId="20577"/>
          <ac:spMkLst>
            <pc:docMk/>
            <pc:sldMk cId="857794491" sldId="283"/>
            <ac:spMk id="4" creationId="{278DCBD3-AFDA-8244-E5E7-CF449A88E79E}"/>
          </ac:spMkLst>
        </pc:spChg>
        <pc:spChg chg="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7" creationId="{1A325592-99F1-D97E-4A52-8D77904BFEA1}"/>
          </ac:spMkLst>
        </pc:spChg>
        <pc:spChg chg="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8" creationId="{C4F315CD-1989-9E71-CEF4-814D1AAF38B9}"/>
          </ac:spMkLst>
        </pc:spChg>
        <pc:spChg chg="del mod">
          <ac:chgData name="연우 오" userId="c3558644dac54ca4" providerId="LiveId" clId="{9333FDCA-79D6-4088-A778-579BE454CE38}" dt="2026-08-26T06:40:39.845" v="7555" actId="478"/>
          <ac:spMkLst>
            <pc:docMk/>
            <pc:sldMk cId="857794491" sldId="283"/>
            <ac:spMk id="9" creationId="{A163CBB4-59A1-8CD5-FA7C-574E931AFE2B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10" creationId="{DCBA063F-A484-32DC-39CB-B79B1BAB4582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12" creationId="{CE57C3D6-FA7D-4272-1D9B-21A4FEB2B07F}"/>
          </ac:spMkLst>
        </pc:spChg>
        <pc:spChg chg="del">
          <ac:chgData name="연우 오" userId="c3558644dac54ca4" providerId="LiveId" clId="{9333FDCA-79D6-4088-A778-579BE454CE38}" dt="2026-08-26T06:48:25.097" v="7771" actId="478"/>
          <ac:spMkLst>
            <pc:docMk/>
            <pc:sldMk cId="857794491" sldId="283"/>
            <ac:spMk id="13" creationId="{4C702CB2-3533-8ECC-8410-104B95A4AB0A}"/>
          </ac:spMkLst>
        </pc:spChg>
        <pc:spChg chg="del">
          <ac:chgData name="연우 오" userId="c3558644dac54ca4" providerId="LiveId" clId="{9333FDCA-79D6-4088-A778-579BE454CE38}" dt="2026-08-26T06:48:26.116" v="7772" actId="478"/>
          <ac:spMkLst>
            <pc:docMk/>
            <pc:sldMk cId="857794491" sldId="283"/>
            <ac:spMk id="14" creationId="{3F8878F3-7361-67A5-B369-67844CC58BFF}"/>
          </ac:spMkLst>
        </pc:spChg>
        <pc:spChg chg="del">
          <ac:chgData name="연우 오" userId="c3558644dac54ca4" providerId="LiveId" clId="{9333FDCA-79D6-4088-A778-579BE454CE38}" dt="2026-08-26T06:48:23.678" v="7769" actId="478"/>
          <ac:spMkLst>
            <pc:docMk/>
            <pc:sldMk cId="857794491" sldId="283"/>
            <ac:spMk id="15" creationId="{5485FAEF-646D-F2B5-C729-C983828F45C7}"/>
          </ac:spMkLst>
        </pc:spChg>
        <pc:spChg chg="del">
          <ac:chgData name="연우 오" userId="c3558644dac54ca4" providerId="LiveId" clId="{9333FDCA-79D6-4088-A778-579BE454CE38}" dt="2026-08-26T06:48:24.208" v="7770" actId="478"/>
          <ac:spMkLst>
            <pc:docMk/>
            <pc:sldMk cId="857794491" sldId="283"/>
            <ac:spMk id="16" creationId="{BBD1AB01-9833-7392-77A3-C7F147E06B05}"/>
          </ac:spMkLst>
        </pc:spChg>
        <pc:spChg chg="del mod">
          <ac:chgData name="연우 오" userId="c3558644dac54ca4" providerId="LiveId" clId="{9333FDCA-79D6-4088-A778-579BE454CE38}" dt="2026-08-26T06:48:23.092" v="7768" actId="478"/>
          <ac:spMkLst>
            <pc:docMk/>
            <pc:sldMk cId="857794491" sldId="283"/>
            <ac:spMk id="17" creationId="{BDF79776-3222-AA88-39F3-6F4FE2A05261}"/>
          </ac:spMkLst>
        </pc:spChg>
        <pc:spChg chg="del mod">
          <ac:chgData name="연우 오" userId="c3558644dac54ca4" providerId="LiveId" clId="{9333FDCA-79D6-4088-A778-579BE454CE38}" dt="2026-08-26T06:42:06.942" v="7608" actId="478"/>
          <ac:spMkLst>
            <pc:docMk/>
            <pc:sldMk cId="857794491" sldId="283"/>
            <ac:spMk id="19" creationId="{DA6300EF-1025-7D39-97D9-6F395B13D8D5}"/>
          </ac:spMkLst>
        </pc:spChg>
        <pc:spChg chg="add del mod">
          <ac:chgData name="연우 오" userId="c3558644dac54ca4" providerId="LiveId" clId="{9333FDCA-79D6-4088-A778-579BE454CE38}" dt="2026-08-26T06:36:43.976" v="7503" actId="478"/>
          <ac:spMkLst>
            <pc:docMk/>
            <pc:sldMk cId="857794491" sldId="283"/>
            <ac:spMk id="20" creationId="{12E460C2-75A0-3A2D-1BD3-C568D9732D46}"/>
          </ac:spMkLst>
        </pc:spChg>
        <pc:spChg chg="del mod">
          <ac:chgData name="연우 오" userId="c3558644dac54ca4" providerId="LiveId" clId="{9333FDCA-79D6-4088-A778-579BE454CE38}" dt="2026-08-26T06:45:23.719" v="7740" actId="478"/>
          <ac:spMkLst>
            <pc:docMk/>
            <pc:sldMk cId="857794491" sldId="283"/>
            <ac:spMk id="21" creationId="{1927CDEA-2B3D-225E-4DEA-4B6F782488AF}"/>
          </ac:spMkLst>
        </pc:spChg>
        <pc:spChg chg="add mod">
          <ac:chgData name="연우 오" userId="c3558644dac54ca4" providerId="LiveId" clId="{9333FDCA-79D6-4088-A778-579BE454CE38}" dt="2026-08-26T06:47:38.583" v="7758" actId="164"/>
          <ac:spMkLst>
            <pc:docMk/>
            <pc:sldMk cId="857794491" sldId="283"/>
            <ac:spMk id="23" creationId="{5BAA60B0-ED80-9CF2-2D10-58CF7A8386BB}"/>
          </ac:spMkLst>
        </pc:spChg>
        <pc:spChg chg="add del mod">
          <ac:chgData name="연우 오" userId="c3558644dac54ca4" providerId="LiveId" clId="{9333FDCA-79D6-4088-A778-579BE454CE38}" dt="2026-08-26T06:48:22.570" v="7767" actId="478"/>
          <ac:spMkLst>
            <pc:docMk/>
            <pc:sldMk cId="857794491" sldId="283"/>
            <ac:spMk id="24" creationId="{36BCC9E1-F4DB-81FE-3AA0-FE35CF0540A7}"/>
          </ac:spMkLst>
        </pc:spChg>
        <pc:grpChg chg="add mod">
          <ac:chgData name="연우 오" userId="c3558644dac54ca4" providerId="LiveId" clId="{9333FDCA-79D6-4088-A778-579BE454CE38}" dt="2026-08-26T06:47:38.583" v="7758" actId="164"/>
          <ac:grpSpMkLst>
            <pc:docMk/>
            <pc:sldMk cId="857794491" sldId="283"/>
            <ac:grpSpMk id="25" creationId="{79642F79-D2DF-A3E4-2C48-BE478E5E2A83}"/>
          </ac:grpSpMkLst>
        </pc:grpChg>
        <pc:picChg chg="del">
          <ac:chgData name="연우 오" userId="c3558644dac54ca4" providerId="LiveId" clId="{9333FDCA-79D6-4088-A778-579BE454CE38}" dt="2026-08-25T05:53:58.785" v="6119" actId="478"/>
          <ac:picMkLst>
            <pc:docMk/>
            <pc:sldMk cId="857794491" sldId="283"/>
            <ac:picMk id="22" creationId="{A70A3369-0BB9-9DB1-D9A0-181628943010}"/>
          </ac:picMkLst>
        </pc:picChg>
      </pc:sldChg>
      <pc:sldChg chg="addSp delSp modSp add mod modTransition modAnim">
        <pc:chgData name="연우 오" userId="c3558644dac54ca4" providerId="LiveId" clId="{9333FDCA-79D6-4088-A778-579BE454CE38}" dt="2026-08-26T00:11:00.320" v="7015" actId="1076"/>
        <pc:sldMkLst>
          <pc:docMk/>
          <pc:sldMk cId="1858044975" sldId="284"/>
        </pc:sldMkLst>
        <pc:spChg chg="add del mod">
          <ac:chgData name="연우 오" userId="c3558644dac54ca4" providerId="LiveId" clId="{9333FDCA-79D6-4088-A778-579BE454CE38}" dt="2026-08-25T15:13:46.587" v="6526" actId="478"/>
          <ac:spMkLst>
            <pc:docMk/>
            <pc:sldMk cId="1858044975" sldId="284"/>
            <ac:spMk id="2" creationId="{8A212601-400B-B0E7-F302-3479BC78E4D2}"/>
          </ac:spMkLst>
        </pc:spChg>
        <pc:spChg chg="mod">
          <ac:chgData name="연우 오" userId="c3558644dac54ca4" providerId="LiveId" clId="{9333FDCA-79D6-4088-A778-579BE454CE38}" dt="2026-08-25T16:11:16.671" v="6802" actId="1076"/>
          <ac:spMkLst>
            <pc:docMk/>
            <pc:sldMk cId="1858044975" sldId="284"/>
            <ac:spMk id="4" creationId="{10B302E8-4FE2-74DE-E92B-4712BD6EA03F}"/>
          </ac:spMkLst>
        </pc:spChg>
        <pc:spChg chg="add del mod ord">
          <ac:chgData name="연우 오" userId="c3558644dac54ca4" providerId="LiveId" clId="{9333FDCA-79D6-4088-A778-579BE454CE38}" dt="2026-08-25T16:12:40.793" v="6810" actId="478"/>
          <ac:spMkLst>
            <pc:docMk/>
            <pc:sldMk cId="1858044975" sldId="284"/>
            <ac:spMk id="5" creationId="{73DE8A97-39F2-7EEC-36AA-8D99CAE45EDE}"/>
          </ac:spMkLst>
        </pc:spChg>
        <pc:spChg chg="del">
          <ac:chgData name="연우 오" userId="c3558644dac54ca4" providerId="LiveId" clId="{9333FDCA-79D6-4088-A778-579BE454CE38}" dt="2026-08-25T15:20:22.048" v="6610" actId="478"/>
          <ac:spMkLst>
            <pc:docMk/>
            <pc:sldMk cId="1858044975" sldId="284"/>
            <ac:spMk id="8" creationId="{49484A0B-EA84-18DD-BF48-6730AC496F59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9" creationId="{72F97BE8-2B48-11AE-2E92-309C2A23FD03}"/>
          </ac:spMkLst>
        </pc:spChg>
        <pc:spChg chg="mod ord">
          <ac:chgData name="연우 오" userId="c3558644dac54ca4" providerId="LiveId" clId="{9333FDCA-79D6-4088-A778-579BE454CE38}" dt="2026-08-25T16:13:50.097" v="6818" actId="166"/>
          <ac:spMkLst>
            <pc:docMk/>
            <pc:sldMk cId="1858044975" sldId="284"/>
            <ac:spMk id="10" creationId="{E4EA7A4F-F017-FB86-A1E2-42B826001C6C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1" creationId="{90C34E14-9E14-97AE-0E2B-6C46AF5225D7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2" creationId="{614C0959-A7BB-1AF2-0351-5E83C1D03933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3" creationId="{2AE735D9-3D0A-72C4-3A30-BFEBD2E2E5F0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4" creationId="{C633F854-D0F2-D5B7-5800-AA9DD54D7EED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5" creationId="{EEA002CB-98AF-4582-A27D-59CF679A5C33}"/>
          </ac:spMkLst>
        </pc:spChg>
        <pc:spChg chg="add mod">
          <ac:chgData name="연우 오" userId="c3558644dac54ca4" providerId="LiveId" clId="{9333FDCA-79D6-4088-A778-579BE454CE38}" dt="2026-08-25T16:02:11.871" v="6728" actId="571"/>
          <ac:spMkLst>
            <pc:docMk/>
            <pc:sldMk cId="1858044975" sldId="284"/>
            <ac:spMk id="16" creationId="{9379198C-C7CE-3802-C1AA-CADB5A1B5CE6}"/>
          </ac:spMkLst>
        </pc:spChg>
        <pc:spChg chg="add mod">
          <ac:chgData name="연우 오" userId="c3558644dac54ca4" providerId="LiveId" clId="{9333FDCA-79D6-4088-A778-579BE454CE38}" dt="2026-08-25T16:02:11.871" v="6728" actId="571"/>
          <ac:spMkLst>
            <pc:docMk/>
            <pc:sldMk cId="1858044975" sldId="284"/>
            <ac:spMk id="17" creationId="{09AC0FD5-A601-6F4C-92BF-7D00A702BC53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8" creationId="{143128B2-7C96-F214-4515-85DB96CA841D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19" creationId="{9D4974C1-9B0B-EDE7-3805-1B7FB13DD306}"/>
          </ac:spMkLst>
        </pc:spChg>
        <pc:spChg chg="add mod">
          <ac:chgData name="연우 오" userId="c3558644dac54ca4" providerId="LiveId" clId="{9333FDCA-79D6-4088-A778-579BE454CE38}" dt="2026-08-25T16:02:44.771" v="6734" actId="14861"/>
          <ac:spMkLst>
            <pc:docMk/>
            <pc:sldMk cId="1858044975" sldId="284"/>
            <ac:spMk id="20" creationId="{0D7A9CDE-DE61-766D-38C1-2CBFD31A3BBF}"/>
          </ac:spMkLst>
        </pc:spChg>
        <pc:spChg chg="add mod">
          <ac:chgData name="연우 오" userId="c3558644dac54ca4" providerId="LiveId" clId="{9333FDCA-79D6-4088-A778-579BE454CE38}" dt="2026-08-25T16:04:51.616" v="6748" actId="571"/>
          <ac:spMkLst>
            <pc:docMk/>
            <pc:sldMk cId="1858044975" sldId="284"/>
            <ac:spMk id="21" creationId="{1E1793A0-49B6-510B-DD15-C5360BBA081D}"/>
          </ac:spMkLst>
        </pc:spChg>
        <pc:spChg chg="add mod">
          <ac:chgData name="연우 오" userId="c3558644dac54ca4" providerId="LiveId" clId="{9333FDCA-79D6-4088-A778-579BE454CE38}" dt="2026-08-25T16:04:54.770" v="6749" actId="571"/>
          <ac:spMkLst>
            <pc:docMk/>
            <pc:sldMk cId="1858044975" sldId="284"/>
            <ac:spMk id="23" creationId="{8DB83DF8-7B54-3779-B682-5AA4FA6BDA8B}"/>
          </ac:spMkLst>
        </pc:spChg>
        <pc:spChg chg="add mod">
          <ac:chgData name="연우 오" userId="c3558644dac54ca4" providerId="LiveId" clId="{9333FDCA-79D6-4088-A778-579BE454CE38}" dt="2026-08-25T16:04:58.338" v="6750" actId="571"/>
          <ac:spMkLst>
            <pc:docMk/>
            <pc:sldMk cId="1858044975" sldId="284"/>
            <ac:spMk id="24" creationId="{F7FB6DAB-7644-DF8D-4B21-7761FC26B012}"/>
          </ac:spMkLst>
        </pc:spChg>
        <pc:spChg chg="add mod">
          <ac:chgData name="연우 오" userId="c3558644dac54ca4" providerId="LiveId" clId="{9333FDCA-79D6-4088-A778-579BE454CE38}" dt="2026-08-25T16:05:01.682" v="6751" actId="571"/>
          <ac:spMkLst>
            <pc:docMk/>
            <pc:sldMk cId="1858044975" sldId="284"/>
            <ac:spMk id="25" creationId="{EC1DF0C5-4881-EFF5-1919-F75CEDB3CC3B}"/>
          </ac:spMkLst>
        </pc:spChg>
        <pc:spChg chg="add mod">
          <ac:chgData name="연우 오" userId="c3558644dac54ca4" providerId="LiveId" clId="{9333FDCA-79D6-4088-A778-579BE454CE38}" dt="2026-08-25T16:05:06.204" v="6753" actId="571"/>
          <ac:spMkLst>
            <pc:docMk/>
            <pc:sldMk cId="1858044975" sldId="284"/>
            <ac:spMk id="26" creationId="{F0E48561-5025-492F-FEC0-E1FC986B0C23}"/>
          </ac:spMkLst>
        </pc:spChg>
        <pc:spChg chg="add mod">
          <ac:chgData name="연우 오" userId="c3558644dac54ca4" providerId="LiveId" clId="{9333FDCA-79D6-4088-A778-579BE454CE38}" dt="2026-08-25T16:05:09.215" v="6754" actId="571"/>
          <ac:spMkLst>
            <pc:docMk/>
            <pc:sldMk cId="1858044975" sldId="284"/>
            <ac:spMk id="27" creationId="{212E8D25-1D1E-AD8C-AF48-CA038FBBD252}"/>
          </ac:spMkLst>
        </pc:spChg>
        <pc:spChg chg="add mod">
          <ac:chgData name="연우 오" userId="c3558644dac54ca4" providerId="LiveId" clId="{9333FDCA-79D6-4088-A778-579BE454CE38}" dt="2026-08-25T16:05:11.760" v="6755" actId="571"/>
          <ac:spMkLst>
            <pc:docMk/>
            <pc:sldMk cId="1858044975" sldId="284"/>
            <ac:spMk id="29" creationId="{968D8D2C-32AC-7532-71BE-901FCA73F637}"/>
          </ac:spMkLst>
        </pc:spChg>
        <pc:spChg chg="mod ord">
          <ac:chgData name="연우 오" userId="c3558644dac54ca4" providerId="LiveId" clId="{9333FDCA-79D6-4088-A778-579BE454CE38}" dt="2026-08-25T16:13:01.685" v="6815" actId="1076"/>
          <ac:spMkLst>
            <pc:docMk/>
            <pc:sldMk cId="1858044975" sldId="284"/>
            <ac:spMk id="30" creationId="{33796FBF-7B83-495B-31B3-60CD67A28F2A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3" creationId="{C90AE67E-B4F6-5926-2155-4F771F92A5F9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5" creationId="{4653933A-DFDE-B0F8-E698-2EF7ED40BEAD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6" creationId="{50DF784C-8AD3-615A-8757-163C7E63812F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7" creationId="{4462B399-7D92-A029-791D-2373A92AEE53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8" creationId="{2D9A0EEB-D1FA-C857-C43B-027085247744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39" creationId="{69D7E1F8-B438-6491-A505-0B799C20BC0D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0" creationId="{F4AEFD25-45A4-AF44-AA9E-CA4B06D4C271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2" creationId="{9471F531-6861-E19B-D666-85DC9E05F9E1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4" creationId="{2CCD29D0-11AB-78B8-D1AC-61B2EA04CAE6}"/>
          </ac:spMkLst>
        </pc:spChg>
        <pc:spChg chg="del">
          <ac:chgData name="연우 오" userId="c3558644dac54ca4" providerId="LiveId" clId="{9333FDCA-79D6-4088-A778-579BE454CE38}" dt="2026-08-25T15:04:49.915" v="6474" actId="478"/>
          <ac:spMkLst>
            <pc:docMk/>
            <pc:sldMk cId="1858044975" sldId="284"/>
            <ac:spMk id="46" creationId="{4A3DF9BD-F1E1-4C20-E5DF-BF021829D570}"/>
          </ac:spMkLst>
        </pc:spChg>
        <pc:spChg chg="del">
          <ac:chgData name="연우 오" userId="c3558644dac54ca4" providerId="LiveId" clId="{9333FDCA-79D6-4088-A778-579BE454CE38}" dt="2026-08-25T15:11:30.846" v="6510" actId="478"/>
          <ac:spMkLst>
            <pc:docMk/>
            <pc:sldMk cId="1858044975" sldId="284"/>
            <ac:spMk id="47" creationId="{2E96ABF3-A8A9-9A1C-9950-938C2085B228}"/>
          </ac:spMkLst>
        </pc:spChg>
        <pc:spChg chg="add mod">
          <ac:chgData name="연우 오" userId="c3558644dac54ca4" providerId="LiveId" clId="{9333FDCA-79D6-4088-A778-579BE454CE38}" dt="2026-08-25T16:05:16.262" v="6756" actId="571"/>
          <ac:spMkLst>
            <pc:docMk/>
            <pc:sldMk cId="1858044975" sldId="284"/>
            <ac:spMk id="48" creationId="{1ED849F9-F7EE-A28D-F1DB-D82421CD2E83}"/>
          </ac:spMkLst>
        </pc:spChg>
        <pc:spChg chg="add mod">
          <ac:chgData name="연우 오" userId="c3558644dac54ca4" providerId="LiveId" clId="{9333FDCA-79D6-4088-A778-579BE454CE38}" dt="2026-08-25T16:05:18.724" v="6757" actId="571"/>
          <ac:spMkLst>
            <pc:docMk/>
            <pc:sldMk cId="1858044975" sldId="284"/>
            <ac:spMk id="49" creationId="{149AAB51-3169-CDD1-08F4-8DB7688F8069}"/>
          </ac:spMkLst>
        </pc:spChg>
        <pc:spChg chg="add mod">
          <ac:chgData name="연우 오" userId="c3558644dac54ca4" providerId="LiveId" clId="{9333FDCA-79D6-4088-A778-579BE454CE38}" dt="2026-08-25T16:05:21.188" v="6758" actId="571"/>
          <ac:spMkLst>
            <pc:docMk/>
            <pc:sldMk cId="1858044975" sldId="284"/>
            <ac:spMk id="50" creationId="{5598292E-43DC-98AA-8B07-200FF8732E3B}"/>
          </ac:spMkLst>
        </pc:spChg>
        <pc:spChg chg="add mod">
          <ac:chgData name="연우 오" userId="c3558644dac54ca4" providerId="LiveId" clId="{9333FDCA-79D6-4088-A778-579BE454CE38}" dt="2026-08-25T16:05:24.077" v="6759" actId="571"/>
          <ac:spMkLst>
            <pc:docMk/>
            <pc:sldMk cId="1858044975" sldId="284"/>
            <ac:spMk id="51" creationId="{5D16B175-B912-4735-5139-AD7E9C8AEBAD}"/>
          </ac:spMkLst>
        </pc:spChg>
        <pc:spChg chg="add mod">
          <ac:chgData name="연우 오" userId="c3558644dac54ca4" providerId="LiveId" clId="{9333FDCA-79D6-4088-A778-579BE454CE38}" dt="2026-08-25T16:05:26.555" v="6760" actId="571"/>
          <ac:spMkLst>
            <pc:docMk/>
            <pc:sldMk cId="1858044975" sldId="284"/>
            <ac:spMk id="52" creationId="{292E34E6-F2EB-201C-8620-974E41AD3571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55" creationId="{055AE5F1-22C6-C6E5-6A3A-6DCB1045E433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58" creationId="{B8682186-950F-D9EE-49C3-577C54E78FF1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0" creationId="{C0E607B3-A569-0254-E496-D3824CAC8CE8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1" creationId="{9DDBC678-A236-1DDA-11F1-4A158F4ECA64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4" creationId="{06305EB2-5762-1AC6-E264-77FDAB9C3BE6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5" creationId="{A85D0141-62D6-B067-0B3C-B6156DAA02F2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67" creationId="{CF757A47-5570-4775-7CDC-08E1A0969BF0}"/>
          </ac:spMkLst>
        </pc:spChg>
        <pc:spChg chg="add mod">
          <ac:chgData name="연우 오" userId="c3558644dac54ca4" providerId="LiveId" clId="{9333FDCA-79D6-4088-A778-579BE454CE38}" dt="2026-08-25T16:12:32.565" v="6808"/>
          <ac:spMkLst>
            <pc:docMk/>
            <pc:sldMk cId="1858044975" sldId="284"/>
            <ac:spMk id="70" creationId="{18532430-9F71-BA3B-ADB9-CC5384B2540D}"/>
          </ac:spMkLst>
        </pc:spChg>
        <pc:spChg chg="add mod">
          <ac:chgData name="연우 오" userId="c3558644dac54ca4" providerId="LiveId" clId="{9333FDCA-79D6-4088-A778-579BE454CE38}" dt="2026-08-26T00:11:00.320" v="7015" actId="1076"/>
          <ac:spMkLst>
            <pc:docMk/>
            <pc:sldMk cId="1858044975" sldId="284"/>
            <ac:spMk id="74" creationId="{540CEF84-0614-CB93-F71F-43C9E309F9DA}"/>
          </ac:spMkLst>
        </pc:spChg>
        <pc:spChg chg="add del mod">
          <ac:chgData name="연우 오" userId="c3558644dac54ca4" providerId="LiveId" clId="{9333FDCA-79D6-4088-A778-579BE454CE38}" dt="2026-08-25T16:12:46.387" v="6812" actId="478"/>
          <ac:spMkLst>
            <pc:docMk/>
            <pc:sldMk cId="1858044975" sldId="284"/>
            <ac:spMk id="75" creationId="{C1C2C731-743B-D465-CB26-0E6114A6A805}"/>
          </ac:spMkLst>
        </pc:spChg>
        <pc:spChg chg="del">
          <ac:chgData name="연우 오" userId="c3558644dac54ca4" providerId="LiveId" clId="{9333FDCA-79D6-4088-A778-579BE454CE38}" dt="2026-08-25T16:12:44.465" v="6811" actId="478"/>
          <ac:spMkLst>
            <pc:docMk/>
            <pc:sldMk cId="1858044975" sldId="284"/>
            <ac:spMk id="76" creationId="{739B5B7D-50CA-3DE3-9168-EE2675E5F396}"/>
          </ac:spMkLst>
        </pc:spChg>
        <pc:graphicFrameChg chg="add del mod ord modGraphic">
          <ac:chgData name="연우 오" userId="c3558644dac54ca4" providerId="LiveId" clId="{9333FDCA-79D6-4088-A778-579BE454CE38}" dt="2026-08-25T16:12:38.927" v="6809" actId="478"/>
          <ac:graphicFrameMkLst>
            <pc:docMk/>
            <pc:sldMk cId="1858044975" sldId="284"/>
            <ac:graphicFrameMk id="7" creationId="{1CD1D566-DC09-7FEF-6E65-7D479C8B4171}"/>
          </ac:graphicFrameMkLst>
        </pc:graphicFrameChg>
        <pc:graphicFrameChg chg="del mod modGraphic">
          <ac:chgData name="연우 오" userId="c3558644dac54ca4" providerId="LiveId" clId="{9333FDCA-79D6-4088-A778-579BE454CE38}" dt="2026-08-25T15:20:16.642" v="6609" actId="478"/>
          <ac:graphicFrameMkLst>
            <pc:docMk/>
            <pc:sldMk cId="1858044975" sldId="284"/>
            <ac:graphicFrameMk id="28" creationId="{E803C567-0932-76CC-33B7-924B63BD9EBF}"/>
          </ac:graphicFrameMkLst>
        </pc:graphicFrameChg>
        <pc:graphicFrameChg chg="ord">
          <ac:chgData name="연우 오" userId="c3558644dac54ca4" providerId="LiveId" clId="{9333FDCA-79D6-4088-A778-579BE454CE38}" dt="2026-08-25T16:13:32.923" v="6816" actId="167"/>
          <ac:graphicFrameMkLst>
            <pc:docMk/>
            <pc:sldMk cId="1858044975" sldId="284"/>
            <ac:graphicFrameMk id="53" creationId="{C51CD332-6A5B-117C-ECED-B8E971D36324}"/>
          </ac:graphicFrameMkLst>
        </pc:graphicFrameChg>
        <pc:picChg chg="mod">
          <ac:chgData name="연우 오" userId="c3558644dac54ca4" providerId="LiveId" clId="{9333FDCA-79D6-4088-A778-579BE454CE38}" dt="2026-08-25T15:05:49.708" v="6475" actId="1076"/>
          <ac:picMkLst>
            <pc:docMk/>
            <pc:sldMk cId="1858044975" sldId="284"/>
            <ac:picMk id="22" creationId="{23473E1F-0B5E-F7ED-471A-345A9643BA6C}"/>
          </ac:picMkLst>
        </pc:picChg>
      </pc:sldChg>
      <pc:sldChg chg="add del">
        <pc:chgData name="연우 오" userId="c3558644dac54ca4" providerId="LiveId" clId="{9333FDCA-79D6-4088-A778-579BE454CE38}" dt="2026-08-25T16:04:46.236" v="6747" actId="2890"/>
        <pc:sldMkLst>
          <pc:docMk/>
          <pc:sldMk cId="428029875" sldId="285"/>
        </pc:sldMkLst>
      </pc:sldChg>
      <pc:sldChg chg="addSp delSp modSp add mod modTransition addAnim delAnim modAnim">
        <pc:chgData name="연우 오" userId="c3558644dac54ca4" providerId="LiveId" clId="{9333FDCA-79D6-4088-A778-579BE454CE38}" dt="2026-08-26T06:17:25.607" v="7386"/>
        <pc:sldMkLst>
          <pc:docMk/>
          <pc:sldMk cId="1159217278" sldId="285"/>
        </pc:sldMkLst>
        <pc:spChg chg="del">
          <ac:chgData name="연우 오" userId="c3558644dac54ca4" providerId="LiveId" clId="{9333FDCA-79D6-4088-A778-579BE454CE38}" dt="2026-08-25T16:11:39.252" v="6803" actId="478"/>
          <ac:spMkLst>
            <pc:docMk/>
            <pc:sldMk cId="1159217278" sldId="285"/>
            <ac:spMk id="4" creationId="{E6291E68-F693-0081-A896-265FD149BD34}"/>
          </ac:spMkLst>
        </pc:spChg>
        <pc:spChg chg="mod">
          <ac:chgData name="연우 오" userId="c3558644dac54ca4" providerId="LiveId" clId="{9333FDCA-79D6-4088-A778-579BE454CE38}" dt="2026-08-26T00:10:55.417" v="7014" actId="1076"/>
          <ac:spMkLst>
            <pc:docMk/>
            <pc:sldMk cId="1159217278" sldId="285"/>
            <ac:spMk id="5" creationId="{B41AFAE3-F87E-1D9F-E1F7-8053E8200720}"/>
          </ac:spMkLst>
        </pc:spChg>
        <pc:spChg chg="add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8" creationId="{F8FEDFE5-2DD7-19F1-186E-0CAD41E46CAE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9" creationId="{4141EF49-A00C-A19D-9D24-5FB255116F17}"/>
          </ac:spMkLst>
        </pc:spChg>
        <pc:spChg chg="del mod">
          <ac:chgData name="연우 오" userId="c3558644dac54ca4" providerId="LiveId" clId="{9333FDCA-79D6-4088-A778-579BE454CE38}" dt="2026-08-25T16:08:42.729" v="6789" actId="478"/>
          <ac:spMkLst>
            <pc:docMk/>
            <pc:sldMk cId="1159217278" sldId="285"/>
            <ac:spMk id="10" creationId="{9066ACE3-15DA-23C1-EBC0-FFA965E330C8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11" creationId="{C192D81D-7A63-256E-91A8-534999E4CD16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2" creationId="{5E0EBDC7-2A6E-4BC0-6791-382114264D6C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3" creationId="{8DDC6131-B81D-EC1A-A1E4-5C2CC58E9395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14" creationId="{509FDC98-AFB9-6438-2ECF-21A37DB4E609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5" creationId="{BB8B0416-33F8-C6B6-4604-0981D966551C}"/>
          </ac:spMkLst>
        </pc:spChg>
        <pc:spChg chg="add">
          <ac:chgData name="연우 오" userId="c3558644dac54ca4" providerId="LiveId" clId="{9333FDCA-79D6-4088-A778-579BE454CE38}" dt="2026-08-25T16:08:32.353" v="6788" actId="22"/>
          <ac:spMkLst>
            <pc:docMk/>
            <pc:sldMk cId="1159217278" sldId="285"/>
            <ac:spMk id="17" creationId="{F310E753-1541-940F-D926-2B716CECA1D1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8" creationId="{BE458E02-AEC6-7CAC-D0EE-996A309AB50D}"/>
          </ac:spMkLst>
        </pc:spChg>
        <pc:spChg chg="add del 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19" creationId="{3C5A23C7-0163-39C0-148D-98777C79F7A7}"/>
          </ac:spMkLst>
        </pc:spChg>
        <pc:spChg chg="add del">
          <ac:chgData name="연우 오" userId="c3558644dac54ca4" providerId="LiveId" clId="{9333FDCA-79D6-4088-A778-579BE454CE38}" dt="2026-08-25T16:08:17.194" v="6787" actId="478"/>
          <ac:spMkLst>
            <pc:docMk/>
            <pc:sldMk cId="1159217278" sldId="285"/>
            <ac:spMk id="20" creationId="{7D8DAC0C-CABD-16AB-8101-82E4A838061A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1" creationId="{919D11DC-C639-6F0F-1059-AFDBC3AD9DB7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3" creationId="{309CAAF9-E525-0089-BE5A-F63DE81BB04D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4" creationId="{E4515D30-8099-F516-DB81-97E995D85576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25" creationId="{FB185BAC-D7B2-2610-F31D-D0680FFD68B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7" creationId="{41667FFD-6341-020F-BDE3-A3373C4D70E6}"/>
          </ac:spMkLst>
        </pc:spChg>
        <pc:spChg chg="add">
          <ac:chgData name="연우 오" userId="c3558644dac54ca4" providerId="LiveId" clId="{9333FDCA-79D6-4088-A778-579BE454CE38}" dt="2026-08-25T16:11:39.651" v="6804" actId="22"/>
          <ac:spMkLst>
            <pc:docMk/>
            <pc:sldMk cId="1159217278" sldId="285"/>
            <ac:spMk id="28" creationId="{3B4D26DE-401F-573F-20E7-379C2E32E45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29" creationId="{6F096C47-DE62-856E-1E4D-359FED66174A}"/>
          </ac:spMkLst>
        </pc:spChg>
        <pc:spChg chg="del mod">
          <ac:chgData name="연우 오" userId="c3558644dac54ca4" providerId="LiveId" clId="{9333FDCA-79D6-4088-A778-579BE454CE38}" dt="2026-08-25T16:08:42.729" v="6789" actId="478"/>
          <ac:spMkLst>
            <pc:docMk/>
            <pc:sldMk cId="1159217278" sldId="285"/>
            <ac:spMk id="30" creationId="{56C1B799-F71D-6E82-CCAF-EB6FF8847A4C}"/>
          </ac:spMkLst>
        </pc:spChg>
        <pc:spChg chg="add mod">
          <ac:chgData name="연우 오" userId="c3558644dac54ca4" providerId="LiveId" clId="{9333FDCA-79D6-4088-A778-579BE454CE38}" dt="2026-08-26T00:15:44.225" v="7110" actId="1076"/>
          <ac:spMkLst>
            <pc:docMk/>
            <pc:sldMk cId="1159217278" sldId="285"/>
            <ac:spMk id="33" creationId="{E249FEB7-0212-BACC-8859-061C5418EF75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48" creationId="{E03D0C90-64FE-25AE-6F8E-FD81101BF26D}"/>
          </ac:spMkLst>
        </pc:spChg>
        <pc:spChg chg="mod">
          <ac:chgData name="연우 오" userId="c3558644dac54ca4" providerId="LiveId" clId="{9333FDCA-79D6-4088-A778-579BE454CE38}" dt="2026-08-25T16:07:53.026" v="6775" actId="1076"/>
          <ac:spMkLst>
            <pc:docMk/>
            <pc:sldMk cId="1159217278" sldId="285"/>
            <ac:spMk id="49" creationId="{2C812BF8-BF18-7407-1579-DCD644BEFEF0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50" creationId="{435A2F90-2459-FC3A-08F0-3FBAA9A7140D}"/>
          </ac:spMkLst>
        </pc:spChg>
        <pc:spChg chg="mod">
          <ac:chgData name="연우 오" userId="c3558644dac54ca4" providerId="LiveId" clId="{9333FDCA-79D6-4088-A778-579BE454CE38}" dt="2026-08-25T16:12:27.047" v="6807" actId="1076"/>
          <ac:spMkLst>
            <pc:docMk/>
            <pc:sldMk cId="1159217278" sldId="285"/>
            <ac:spMk id="51" creationId="{DC346638-7CC6-8A18-A4EF-112156D92B0C}"/>
          </ac:spMkLst>
        </pc:spChg>
        <pc:picChg chg="add del">
          <ac:chgData name="연우 오" userId="c3558644dac54ca4" providerId="LiveId" clId="{9333FDCA-79D6-4088-A778-579BE454CE38}" dt="2026-08-26T00:13:10.281" v="7069" actId="478"/>
          <ac:picMkLst>
            <pc:docMk/>
            <pc:sldMk cId="1159217278" sldId="285"/>
            <ac:picMk id="31" creationId="{66202561-5702-CBD0-2234-A81DD27E5785}"/>
          </ac:picMkLst>
        </pc:picChg>
        <pc:picChg chg="add mod">
          <ac:chgData name="연우 오" userId="c3558644dac54ca4" providerId="LiveId" clId="{9333FDCA-79D6-4088-A778-579BE454CE38}" dt="2026-08-26T00:15:46.171" v="7111" actId="1076"/>
          <ac:picMkLst>
            <pc:docMk/>
            <pc:sldMk cId="1159217278" sldId="285"/>
            <ac:picMk id="32" creationId="{26702DC7-F47C-E712-D307-ECE4BCFCBB67}"/>
          </ac:picMkLst>
        </pc:picChg>
      </pc:sldChg>
      <pc:sldChg chg="addSp delSp modSp add mod addAnim delAnim modAnim">
        <pc:chgData name="연우 오" userId="c3558644dac54ca4" providerId="LiveId" clId="{9333FDCA-79D6-4088-A778-579BE454CE38}" dt="2026-08-26T06:32:12.145" v="7429" actId="167"/>
        <pc:sldMkLst>
          <pc:docMk/>
          <pc:sldMk cId="1462384119" sldId="286"/>
        </pc:sldMkLst>
        <pc:spChg chg="add mod ord">
          <ac:chgData name="연우 오" userId="c3558644dac54ca4" providerId="LiveId" clId="{9333FDCA-79D6-4088-A778-579BE454CE38}" dt="2026-08-26T06:31:33.625" v="7419" actId="167"/>
          <ac:spMkLst>
            <pc:docMk/>
            <pc:sldMk cId="1462384119" sldId="286"/>
            <ac:spMk id="2" creationId="{7F47B643-2F6E-463E-0530-BE10586F09B3}"/>
          </ac:spMkLst>
        </pc:spChg>
        <pc:spChg chg="mod">
          <ac:chgData name="연우 오" userId="c3558644dac54ca4" providerId="LiveId" clId="{9333FDCA-79D6-4088-A778-579BE454CE38}" dt="2026-08-26T00:17:53.545" v="7269"/>
          <ac:spMkLst>
            <pc:docMk/>
            <pc:sldMk cId="1462384119" sldId="286"/>
            <ac:spMk id="5" creationId="{7A24DC0F-D1E2-889F-11DC-164CB5986CA7}"/>
          </ac:spMkLst>
        </pc:spChg>
        <pc:spChg chg="mod">
          <ac:chgData name="연우 오" userId="c3558644dac54ca4" providerId="LiveId" clId="{9333FDCA-79D6-4088-A778-579BE454CE38}" dt="2026-08-26T00:09:45.938" v="7005" actId="14100"/>
          <ac:spMkLst>
            <pc:docMk/>
            <pc:sldMk cId="1462384119" sldId="286"/>
            <ac:spMk id="8" creationId="{6E638B75-0D97-F2C6-1A98-01D8F34B49D6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9" creationId="{CE9DE41F-E2F0-30EC-8668-7EA59E9B8A37}"/>
          </ac:spMkLst>
        </pc:spChg>
        <pc:spChg chg="add mod ord">
          <ac:chgData name="연우 오" userId="c3558644dac54ca4" providerId="LiveId" clId="{9333FDCA-79D6-4088-A778-579BE454CE38}" dt="2026-08-26T06:32:12.145" v="7429" actId="167"/>
          <ac:spMkLst>
            <pc:docMk/>
            <pc:sldMk cId="1462384119" sldId="286"/>
            <ac:spMk id="10" creationId="{F77E237C-7FAB-65DC-A259-5029D904F5A1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1" creationId="{89BE70E8-24F8-0434-B678-0F20C1FD15A4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2" creationId="{86B325CE-ACD0-029F-B7C3-AE1518EEFCAD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3" creationId="{0A701F42-8784-0450-416C-847F363C90BA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4" creationId="{37984115-D195-FC00-A5C9-5966831C2F67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5" creationId="{7C227243-2333-FE2F-F3D9-111877C0DCF2}"/>
          </ac:spMkLst>
        </pc:spChg>
        <pc:spChg chg="mod">
          <ac:chgData name="연우 오" userId="c3558644dac54ca4" providerId="LiveId" clId="{9333FDCA-79D6-4088-A778-579BE454CE38}" dt="2026-08-26T00:10:12.970" v="7012" actId="1076"/>
          <ac:spMkLst>
            <pc:docMk/>
            <pc:sldMk cId="1462384119" sldId="286"/>
            <ac:spMk id="17" creationId="{F7F5BD22-4EE7-88C8-FFE8-7C38F9F9119B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8" creationId="{7CBB2657-2E84-09C7-AA8D-6D2110A4BE24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19" creationId="{B91D6B93-C4B9-0D88-1B82-8294184DF705}"/>
          </ac:spMkLst>
        </pc:spChg>
        <pc:spChg chg="del">
          <ac:chgData name="연우 오" userId="c3558644dac54ca4" providerId="LiveId" clId="{9333FDCA-79D6-4088-A778-579BE454CE38}" dt="2026-08-25T23:36:56.754" v="6821" actId="478"/>
          <ac:spMkLst>
            <pc:docMk/>
            <pc:sldMk cId="1462384119" sldId="286"/>
            <ac:spMk id="20" creationId="{0C4AC75A-473F-7095-5385-865675663ABA}"/>
          </ac:spMkLst>
        </pc:spChg>
        <pc:spChg chg="mod">
          <ac:chgData name="연우 오" userId="c3558644dac54ca4" providerId="LiveId" clId="{9333FDCA-79D6-4088-A778-579BE454CE38}" dt="2026-08-26T00:09:48.552" v="7007" actId="1076"/>
          <ac:spMkLst>
            <pc:docMk/>
            <pc:sldMk cId="1462384119" sldId="286"/>
            <ac:spMk id="27" creationId="{E8AD4925-6A9C-B5AB-4E01-E0FDAFE13FE9}"/>
          </ac:spMkLst>
        </pc:spChg>
        <pc:spChg chg="mod">
          <ac:chgData name="연우 오" userId="c3558644dac54ca4" providerId="LiveId" clId="{9333FDCA-79D6-4088-A778-579BE454CE38}" dt="2026-08-26T00:10:05.197" v="7011" actId="1076"/>
          <ac:spMkLst>
            <pc:docMk/>
            <pc:sldMk cId="1462384119" sldId="286"/>
            <ac:spMk id="51" creationId="{0CD5F273-7142-CE6A-70A3-52C75A10C8D4}"/>
          </ac:spMkLst>
        </pc:spChg>
        <pc:spChg chg="mod">
          <ac:chgData name="연우 오" userId="c3558644dac54ca4" providerId="LiveId" clId="{9333FDCA-79D6-4088-A778-579BE454CE38}" dt="2026-08-26T06:31:59.654" v="7426" actId="1076"/>
          <ac:spMkLst>
            <pc:docMk/>
            <pc:sldMk cId="1462384119" sldId="286"/>
            <ac:spMk id="52" creationId="{14B3BFA2-1FAB-7844-16BA-74A3AEEBD1C9}"/>
          </ac:spMkLst>
        </pc:spChg>
      </pc:sldChg>
      <pc:sldChg chg="delSp add del mod delAnim">
        <pc:chgData name="연우 오" userId="c3558644dac54ca4" providerId="LiveId" clId="{9333FDCA-79D6-4088-A778-579BE454CE38}" dt="2026-08-26T06:32:43.083" v="7435" actId="47"/>
        <pc:sldMkLst>
          <pc:docMk/>
          <pc:sldMk cId="739552566" sldId="287"/>
        </pc:sldMkLst>
        <pc:spChg chg="del">
          <ac:chgData name="연우 오" userId="c3558644dac54ca4" providerId="LiveId" clId="{9333FDCA-79D6-4088-A778-579BE454CE38}" dt="2026-08-26T06:32:41.453" v="7434" actId="21"/>
          <ac:spMkLst>
            <pc:docMk/>
            <pc:sldMk cId="739552566" sldId="287"/>
            <ac:spMk id="2" creationId="{FB4F9D09-0EAF-660C-98A5-2A78F5F44EF7}"/>
          </ac:spMkLst>
        </pc:spChg>
        <pc:spChg chg="del">
          <ac:chgData name="연우 오" userId="c3558644dac54ca4" providerId="LiveId" clId="{9333FDCA-79D6-4088-A778-579BE454CE38}" dt="2026-08-26T06:32:41.453" v="7434" actId="21"/>
          <ac:spMkLst>
            <pc:docMk/>
            <pc:sldMk cId="739552566" sldId="287"/>
            <ac:spMk id="10" creationId="{BDEB8AFF-AA69-08D2-93A6-6D8E90CC1A58}"/>
          </ac:spMkLst>
        </pc:spChg>
        <pc:spChg chg="del">
          <ac:chgData name="연우 오" userId="c3558644dac54ca4" providerId="LiveId" clId="{9333FDCA-79D6-4088-A778-579BE454CE38}" dt="2026-08-26T06:32:34.892" v="7433" actId="478"/>
          <ac:spMkLst>
            <pc:docMk/>
            <pc:sldMk cId="739552566" sldId="287"/>
            <ac:spMk id="21" creationId="{A06E8750-5CF4-9C3C-3232-0DEEA64C5E9D}"/>
          </ac:spMkLst>
        </pc:spChg>
        <pc:graphicFrameChg chg="del">
          <ac:chgData name="연우 오" userId="c3558644dac54ca4" providerId="LiveId" clId="{9333FDCA-79D6-4088-A778-579BE454CE38}" dt="2026-08-26T06:32:33.314" v="7432" actId="478"/>
          <ac:graphicFrameMkLst>
            <pc:docMk/>
            <pc:sldMk cId="739552566" sldId="287"/>
            <ac:graphicFrameMk id="7" creationId="{932447E3-C2F9-305A-61C2-845B2C4DF866}"/>
          </ac:graphicFrameMkLst>
        </pc:graphicFrameChg>
        <pc:picChg chg="del">
          <ac:chgData name="연우 오" userId="c3558644dac54ca4" providerId="LiveId" clId="{9333FDCA-79D6-4088-A778-579BE454CE38}" dt="2026-08-26T06:32:28.624" v="7431" actId="478"/>
          <ac:picMkLst>
            <pc:docMk/>
            <pc:sldMk cId="739552566" sldId="287"/>
            <ac:picMk id="22" creationId="{50BCC76E-862C-74B6-CF1B-B863F87818E7}"/>
          </ac:picMkLst>
        </pc:picChg>
      </pc:sldChg>
      <pc:sldChg chg="addSp delSp add mod modTransition delAnim">
        <pc:chgData name="연우 오" userId="c3558644dac54ca4" providerId="LiveId" clId="{9333FDCA-79D6-4088-A778-579BE454CE38}" dt="2026-08-26T06:39:54.205" v="7551"/>
        <pc:sldMkLst>
          <pc:docMk/>
          <pc:sldMk cId="2510737494" sldId="287"/>
        </pc:sldMkLst>
        <pc:spChg chg="del">
          <ac:chgData name="연우 오" userId="c3558644dac54ca4" providerId="LiveId" clId="{9333FDCA-79D6-4088-A778-579BE454CE38}" dt="2026-08-26T06:39:01.837" v="7532" actId="478"/>
          <ac:spMkLst>
            <pc:docMk/>
            <pc:sldMk cId="2510737494" sldId="287"/>
            <ac:spMk id="21" creationId="{7BA5A21E-01DF-2885-873D-2DD968BEE276}"/>
          </ac:spMkLst>
        </pc:spChg>
        <pc:spChg chg="del">
          <ac:chgData name="연우 오" userId="c3558644dac54ca4" providerId="LiveId" clId="{9333FDCA-79D6-4088-A778-579BE454CE38}" dt="2026-08-26T06:39:08.074" v="7542" actId="478"/>
          <ac:spMkLst>
            <pc:docMk/>
            <pc:sldMk cId="2510737494" sldId="287"/>
            <ac:spMk id="23" creationId="{BB7BBCE8-C1B0-E81A-DEE0-9F2870DBE273}"/>
          </ac:spMkLst>
        </pc:spChg>
        <pc:spChg chg="del">
          <ac:chgData name="연우 오" userId="c3558644dac54ca4" providerId="LiveId" clId="{9333FDCA-79D6-4088-A778-579BE454CE38}" dt="2026-08-26T06:39:02.447" v="7533" actId="478"/>
          <ac:spMkLst>
            <pc:docMk/>
            <pc:sldMk cId="2510737494" sldId="287"/>
            <ac:spMk id="24" creationId="{CFE69644-BEBE-4C46-A6AE-8E44088DA41A}"/>
          </ac:spMkLst>
        </pc:spChg>
        <pc:spChg chg="del">
          <ac:chgData name="연우 오" userId="c3558644dac54ca4" providerId="LiveId" clId="{9333FDCA-79D6-4088-A778-579BE454CE38}" dt="2026-08-26T06:39:07.306" v="7541" actId="478"/>
          <ac:spMkLst>
            <pc:docMk/>
            <pc:sldMk cId="2510737494" sldId="287"/>
            <ac:spMk id="25" creationId="{EF235C5A-DC44-72AC-D32E-4FA57D3AE750}"/>
          </ac:spMkLst>
        </pc:spChg>
        <pc:spChg chg="del">
          <ac:chgData name="연우 오" userId="c3558644dac54ca4" providerId="LiveId" clId="{9333FDCA-79D6-4088-A778-579BE454CE38}" dt="2026-08-26T06:39:02.944" v="7534" actId="478"/>
          <ac:spMkLst>
            <pc:docMk/>
            <pc:sldMk cId="2510737494" sldId="287"/>
            <ac:spMk id="27" creationId="{0C9DD067-8173-E8C2-8F96-BE7E655FC62F}"/>
          </ac:spMkLst>
        </pc:spChg>
        <pc:spChg chg="del">
          <ac:chgData name="연우 오" userId="c3558644dac54ca4" providerId="LiveId" clId="{9333FDCA-79D6-4088-A778-579BE454CE38}" dt="2026-08-26T06:39:06.731" v="7540" actId="478"/>
          <ac:spMkLst>
            <pc:docMk/>
            <pc:sldMk cId="2510737494" sldId="287"/>
            <ac:spMk id="29" creationId="{EF7B391B-B435-A96F-BFEF-0B4BC0735536}"/>
          </ac:spMkLst>
        </pc:spChg>
        <pc:spChg chg="del">
          <ac:chgData name="연우 오" userId="c3558644dac54ca4" providerId="LiveId" clId="{9333FDCA-79D6-4088-A778-579BE454CE38}" dt="2026-08-26T06:39:03.576" v="7535" actId="478"/>
          <ac:spMkLst>
            <pc:docMk/>
            <pc:sldMk cId="2510737494" sldId="287"/>
            <ac:spMk id="48" creationId="{3E8E74ED-B511-70A2-FEBD-47A19B0BD095}"/>
          </ac:spMkLst>
        </pc:spChg>
        <pc:spChg chg="del">
          <ac:chgData name="연우 오" userId="c3558644dac54ca4" providerId="LiveId" clId="{9333FDCA-79D6-4088-A778-579BE454CE38}" dt="2026-08-26T06:39:05.934" v="7539" actId="478"/>
          <ac:spMkLst>
            <pc:docMk/>
            <pc:sldMk cId="2510737494" sldId="287"/>
            <ac:spMk id="49" creationId="{519A8903-AB53-7099-F005-B2FA2446C263}"/>
          </ac:spMkLst>
        </pc:spChg>
        <pc:spChg chg="del">
          <ac:chgData name="연우 오" userId="c3558644dac54ca4" providerId="LiveId" clId="{9333FDCA-79D6-4088-A778-579BE454CE38}" dt="2026-08-26T06:39:04.186" v="7536" actId="478"/>
          <ac:spMkLst>
            <pc:docMk/>
            <pc:sldMk cId="2510737494" sldId="287"/>
            <ac:spMk id="50" creationId="{5A23F0E4-A5D8-AB2D-8517-0C52719B4CA0}"/>
          </ac:spMkLst>
        </pc:spChg>
        <pc:spChg chg="del">
          <ac:chgData name="연우 오" userId="c3558644dac54ca4" providerId="LiveId" clId="{9333FDCA-79D6-4088-A778-579BE454CE38}" dt="2026-08-26T06:39:05.358" v="7538" actId="478"/>
          <ac:spMkLst>
            <pc:docMk/>
            <pc:sldMk cId="2510737494" sldId="287"/>
            <ac:spMk id="51" creationId="{8CAE0598-0DCF-5352-BE15-4C62ECC5985E}"/>
          </ac:spMkLst>
        </pc:spChg>
        <pc:spChg chg="del">
          <ac:chgData name="연우 오" userId="c3558644dac54ca4" providerId="LiveId" clId="{9333FDCA-79D6-4088-A778-579BE454CE38}" dt="2026-08-26T06:39:04.806" v="7537" actId="478"/>
          <ac:spMkLst>
            <pc:docMk/>
            <pc:sldMk cId="2510737494" sldId="287"/>
            <ac:spMk id="52" creationId="{92AFFD34-BDCB-FF6F-12A7-F11DFA977D03}"/>
          </ac:spMkLst>
        </pc:spChg>
        <pc:graphicFrameChg chg="del">
          <ac:chgData name="연우 오" userId="c3558644dac54ca4" providerId="LiveId" clId="{9333FDCA-79D6-4088-A778-579BE454CE38}" dt="2026-08-26T06:38:59.996" v="7531" actId="478"/>
          <ac:graphicFrameMkLst>
            <pc:docMk/>
            <pc:sldMk cId="2510737494" sldId="287"/>
            <ac:graphicFrameMk id="7" creationId="{7F0EB5BE-85E5-6B66-28C9-E83001BC8F6D}"/>
          </ac:graphicFrameMkLst>
        </pc:graphicFrameChg>
        <pc:picChg chg="add del">
          <ac:chgData name="연우 오" userId="c3558644dac54ca4" providerId="LiveId" clId="{9333FDCA-79D6-4088-A778-579BE454CE38}" dt="2026-08-26T06:39:33.538" v="7548" actId="478"/>
          <ac:picMkLst>
            <pc:docMk/>
            <pc:sldMk cId="2510737494" sldId="287"/>
            <ac:picMk id="22" creationId="{A38393E0-9326-36DD-C1A7-FE14B38AA0B3}"/>
          </ac:picMkLst>
        </pc:picChg>
      </pc:sldChg>
      <pc:sldChg chg="addSp delSp modSp add mod modTransition modAnim">
        <pc:chgData name="연우 오" userId="c3558644dac54ca4" providerId="LiveId" clId="{9333FDCA-79D6-4088-A778-579BE454CE38}" dt="2026-08-26T06:53:41.424" v="7856" actId="20577"/>
        <pc:sldMkLst>
          <pc:docMk/>
          <pc:sldMk cId="1775637395" sldId="288"/>
        </pc:sldMkLst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7" creationId="{A6635097-FECA-2FF9-0B98-B42D1F6AAC2A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8" creationId="{D755A7A1-F644-793B-7F11-BFE1AB6EE7C2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10" creationId="{4B2695E9-0B99-0064-8827-838298421EF5}"/>
          </ac:spMkLst>
        </pc:spChg>
        <pc:spChg chg="add mod or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1" creationId="{DB42A53D-9B10-37D7-5D46-A531DE303374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12" creationId="{E12A6DC1-BFDB-F0A8-29A1-9A13CBB87C68}"/>
          </ac:spMkLst>
        </pc:spChg>
        <pc:spChg chg="del mod">
          <ac:chgData name="연우 오" userId="c3558644dac54ca4" providerId="LiveId" clId="{9333FDCA-79D6-4088-A778-579BE454CE38}" dt="2026-08-26T06:52:21.458" v="7845" actId="478"/>
          <ac:spMkLst>
            <pc:docMk/>
            <pc:sldMk cId="1775637395" sldId="288"/>
            <ac:spMk id="13" creationId="{908B6F8F-EEF2-385A-EBD9-6AF7F2371160}"/>
          </ac:spMkLst>
        </pc:spChg>
        <pc:spChg chg="mo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4" creationId="{BE65FC76-A2CE-5C82-3E39-FAF870DE5801}"/>
          </ac:spMkLst>
        </pc:spChg>
        <pc:spChg chg="del mod">
          <ac:chgData name="연우 오" userId="c3558644dac54ca4" providerId="LiveId" clId="{9333FDCA-79D6-4088-A778-579BE454CE38}" dt="2026-08-26T06:51:40.860" v="7822" actId="478"/>
          <ac:spMkLst>
            <pc:docMk/>
            <pc:sldMk cId="1775637395" sldId="288"/>
            <ac:spMk id="15" creationId="{F79BFEC5-EB8E-3D3A-75D6-985CDB635AB4}"/>
          </ac:spMkLst>
        </pc:spChg>
        <pc:spChg chg="mod">
          <ac:chgData name="연우 오" userId="c3558644dac54ca4" providerId="LiveId" clId="{9333FDCA-79D6-4088-A778-579BE454CE38}" dt="2026-08-26T06:53:00.457" v="7853" actId="164"/>
          <ac:spMkLst>
            <pc:docMk/>
            <pc:sldMk cId="1775637395" sldId="288"/>
            <ac:spMk id="16" creationId="{AC877625-3208-90F2-C64F-5E228B00CF8A}"/>
          </ac:spMkLst>
        </pc:spChg>
        <pc:spChg chg="mod">
          <ac:chgData name="연우 오" userId="c3558644dac54ca4" providerId="LiveId" clId="{9333FDCA-79D6-4088-A778-579BE454CE38}" dt="2026-08-26T06:49:41.721" v="7783" actId="1076"/>
          <ac:spMkLst>
            <pc:docMk/>
            <pc:sldMk cId="1775637395" sldId="288"/>
            <ac:spMk id="17" creationId="{2F432E39-22A9-E026-A7AB-09A5CBF740EB}"/>
          </ac:spMkLst>
        </pc:spChg>
        <pc:spChg chg="mod">
          <ac:chgData name="연우 오" userId="c3558644dac54ca4" providerId="LiveId" clId="{9333FDCA-79D6-4088-A778-579BE454CE38}" dt="2026-08-26T06:47:53.998" v="7761" actId="164"/>
          <ac:spMkLst>
            <pc:docMk/>
            <pc:sldMk cId="1775637395" sldId="288"/>
            <ac:spMk id="23" creationId="{07B76F96-6948-DCBC-D5AF-622D5D850011}"/>
          </ac:spMkLst>
        </pc:spChg>
        <pc:spChg chg="mod">
          <ac:chgData name="연우 오" userId="c3558644dac54ca4" providerId="LiveId" clId="{9333FDCA-79D6-4088-A778-579BE454CE38}" dt="2026-08-26T06:53:41.424" v="7856" actId="20577"/>
          <ac:spMkLst>
            <pc:docMk/>
            <pc:sldMk cId="1775637395" sldId="288"/>
            <ac:spMk id="24" creationId="{9D0AC1E3-8D78-2198-269F-58D8577DE17D}"/>
          </ac:spMkLst>
        </pc:spChg>
        <pc:grpChg chg="add mod">
          <ac:chgData name="연우 오" userId="c3558644dac54ca4" providerId="LiveId" clId="{9333FDCA-79D6-4088-A778-579BE454CE38}" dt="2026-08-26T06:47:53.998" v="7761" actId="164"/>
          <ac:grpSpMkLst>
            <pc:docMk/>
            <pc:sldMk cId="1775637395" sldId="288"/>
            <ac:grpSpMk id="2" creationId="{8BAE2D20-5A94-4A44-C7C8-2137168955D9}"/>
          </ac:grpSpMkLst>
        </pc:grpChg>
        <pc:grpChg chg="add mod">
          <ac:chgData name="연우 오" userId="c3558644dac54ca4" providerId="LiveId" clId="{9333FDCA-79D6-4088-A778-579BE454CE38}" dt="2026-08-26T06:53:24.908" v="7855" actId="1076"/>
          <ac:grpSpMkLst>
            <pc:docMk/>
            <pc:sldMk cId="1775637395" sldId="288"/>
            <ac:grpSpMk id="5" creationId="{0938DD6B-CB09-B8E5-9BED-3F1CA4538B40}"/>
          </ac:grpSpMkLst>
        </pc:grpChg>
        <pc:grpChg chg="add mod">
          <ac:chgData name="연우 오" userId="c3558644dac54ca4" providerId="LiveId" clId="{9333FDCA-79D6-4088-A778-579BE454CE38}" dt="2026-08-26T06:53:00.457" v="7853" actId="164"/>
          <ac:grpSpMkLst>
            <pc:docMk/>
            <pc:sldMk cId="1775637395" sldId="288"/>
            <ac:grpSpMk id="18" creationId="{F0942931-24C7-8BE9-09A1-1F67B58DFF0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1A748-A28B-4E9A-8F1A-A6552D6792A7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82AAB-57C6-40A4-96F9-59724BFB56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77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82AAB-57C6-40A4-96F9-59724BFB56C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2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DFAED-78DB-7A53-DC58-5231DAE89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82A550-7510-7CF9-3F16-41D998FA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0F632-6277-9C8C-930D-A9F7EF12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DD2AAE-BA69-E5DF-114E-846AD2DF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31D54-281C-847D-4FF3-4D57282A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72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D1648-93FE-4E3F-CA73-D697222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E3A2A4-927A-3BF3-4099-1B1AA4FE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6126F-4A20-38F2-390B-4BED84D7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2494BE-C948-935D-BE60-3E8994D5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531F0-92FF-D605-B7BB-49230882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78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48675-0E4A-EC8E-D90C-B354A294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E2FF4-D5BD-0CCA-72D0-A4601C45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32F46-F519-9E74-3ECF-C058B391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31E87-ADD7-41B4-9006-D5A786FC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159D4-18A4-CF1E-EA6C-72BCCBD6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86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6CE31-E1A1-9951-1933-0BA594CD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285FD-A04A-9E93-6917-A628AF470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B6EDAB-F470-8EBC-E265-901F72C90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DDB021-EA90-9021-837F-845B321C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6E3D86-2A73-CD04-681A-1B8CAD52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B51D86-F7CB-DC90-0456-300289F7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95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DE434-7F6D-A6DF-1B09-6D70D54C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FF15C-45F2-4E26-9AA8-5A68F8F5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A76A08-AC83-B0BC-1153-CB379DE04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D73A56-6A28-9216-B3DD-D0F1892B8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9BBCB2-52C1-C34B-A7B9-F73F02AFD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85F538-E0BA-70D0-AEF6-C4E38C35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050097-6EB7-DDB8-B68E-3DB6909C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DFF73F-7DA4-712B-B8D3-909F251F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50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DD217-128C-D8F6-3F67-4D975D16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7391A6-0374-265B-2D5F-575A36AF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C87DA4-D562-0AA1-2494-32B474E9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8B5413-AD7E-2B06-42AC-B93ECA6C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57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32F827-602A-AD8C-9044-3F048447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18C612-95D9-5937-7B28-1BCB3E18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47F73F-AE47-4B58-24EE-89DC168B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55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54181-E7CE-A5A8-282B-31572E35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59146-FFF0-DCC1-E403-1F7DB80B4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C0180A-9408-D8D1-D9D3-A661DA552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34E79-D52F-F6AB-E789-3D9C11FC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9F4E6-F10E-E39A-18B7-C5504FDB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DA4949-62A9-B2F4-E622-A54EBAB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22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8DA8E-B844-B087-FD08-132687BCD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CFE988-3733-8C67-22C2-F86AC6036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CC674E-A432-D81F-A1E1-4E4F226BF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CC9307-ABB2-7106-3127-C823B0DC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DAABFE-AED4-A367-13F0-40205DE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998063-A737-9AE8-DB35-76CF3E28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40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BA7867-AB4F-702A-BF48-2139ED85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F14AD-FD55-8156-E6B7-F1C221ED9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D561F-3D68-B3E3-657C-775917C7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3D4F2C-239B-90D2-716C-542C13C5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941E4-E877-5DE5-E99A-CDD95EBD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64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8C3269-BF99-5952-AC06-50540CF15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78EBF-0B5C-EBAF-A486-C751C1111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7C308-F987-C258-C2E8-14B9DDEF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96E41-0EE0-F805-E45F-3F9BD366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4BBDDA-3BE0-4386-BA00-A54C466F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1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6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77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12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45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7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9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8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14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359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7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1ABB58-01C8-BD01-EEBC-AD5767CD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E3B255-7A1D-709F-B799-BCF248DCE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EBFF3-2DB7-8306-5017-9AA77EFBE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84FD7-7AF8-460D-9715-A4E08247DCDC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EB9AE-2B32-BE6C-E243-DEC7BF063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88876-55BE-EDD1-35B8-D60E8D000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AABE7-4B24-4339-A25A-50CED9A189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6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3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17/06/relationships/model3d" Target="../media/model3d4.glb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Relationship Id="rId6" Type="http://schemas.microsoft.com/office/2017/06/relationships/model3d" Target="../media/model3d3.glb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Relationship Id="rId6" Type="http://schemas.openxmlformats.org/officeDocument/2006/relationships/image" Target="../media/image36.png"/><Relationship Id="rId5" Type="http://schemas.microsoft.com/office/2017/06/relationships/model3d" Target="../media/model3d5.glb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png"/><Relationship Id="rId4" Type="http://schemas.microsoft.com/office/2017/06/relationships/model3d" Target="../media/model3d5.glb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.xml"/><Relationship Id="rId6" Type="http://schemas.openxmlformats.org/officeDocument/2006/relationships/image" Target="../media/image40.png"/><Relationship Id="rId5" Type="http://schemas.microsoft.com/office/2017/06/relationships/model3d" Target="../media/model3d3.glb"/><Relationship Id="rId4" Type="http://schemas.microsoft.com/office/2007/relationships/hdphoto" Target="../media/hdphoto5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7.png"/><Relationship Id="rId5" Type="http://schemas.openxmlformats.org/officeDocument/2006/relationships/image" Target="../media/image38.png"/><Relationship Id="rId4" Type="http://schemas.microsoft.com/office/2017/06/relationships/model3d" Target="../media/model3d5.glb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Relationship Id="rId6" Type="http://schemas.openxmlformats.org/officeDocument/2006/relationships/image" Target="../media/image38.png"/><Relationship Id="rId5" Type="http://schemas.microsoft.com/office/2017/06/relationships/model3d" Target="../media/model3d5.glb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.xml"/><Relationship Id="rId4" Type="http://schemas.openxmlformats.org/officeDocument/2006/relationships/image" Target="../media/image3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7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7.xml"/><Relationship Id="rId6" Type="http://schemas.openxmlformats.org/officeDocument/2006/relationships/image" Target="../media/image47.svg"/><Relationship Id="rId5" Type="http://schemas.openxmlformats.org/officeDocument/2006/relationships/image" Target="../media/image170.png"/><Relationship Id="rId4" Type="http://schemas.openxmlformats.org/officeDocument/2006/relationships/image" Target="../media/image46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0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6.jpg"/><Relationship Id="rId4" Type="http://schemas.openxmlformats.org/officeDocument/2006/relationships/image" Target="../media/image1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그림 182" descr="GitHub - tomduck/electrostatics: Electrostatic field line and equipotential  contour diagrams · GitHub">
            <a:extLst>
              <a:ext uri="{FF2B5EF4-FFF2-40B4-BE49-F238E27FC236}">
                <a16:creationId xmlns:a16="http://schemas.microsoft.com/office/drawing/2014/main" id="{B8B6668B-4134-8726-B607-F9BB4BD6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5771" y="-64886"/>
            <a:ext cx="9775371" cy="7331528"/>
          </a:xfrm>
          <a:prstGeom prst="rect">
            <a:avLst/>
          </a:prstGeom>
          <a:noFill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988447A-651A-7674-B384-7B128617E260}"/>
              </a:ext>
            </a:extLst>
          </p:cNvPr>
          <p:cNvSpPr/>
          <p:nvPr/>
        </p:nvSpPr>
        <p:spPr>
          <a:xfrm>
            <a:off x="-1" y="0"/>
            <a:ext cx="11584641" cy="6858000"/>
          </a:xfrm>
          <a:prstGeom prst="rect">
            <a:avLst/>
          </a:prstGeom>
          <a:gradFill>
            <a:gsLst>
              <a:gs pos="0">
                <a:schemeClr val="bg1">
                  <a:alpha val="88000"/>
                </a:schemeClr>
              </a:gs>
              <a:gs pos="8000">
                <a:schemeClr val="bg1">
                  <a:alpha val="70000"/>
                </a:schemeClr>
              </a:gs>
              <a:gs pos="19000">
                <a:schemeClr val="bg1">
                  <a:alpha val="60000"/>
                </a:schemeClr>
              </a:gs>
              <a:gs pos="40000">
                <a:schemeClr val="bg1"/>
              </a:gs>
            </a:gsLst>
            <a:lin ang="189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87F190-AF04-3CAF-D892-F9146164E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012" y="406400"/>
            <a:ext cx="6992471" cy="2387600"/>
          </a:xfrm>
        </p:spPr>
        <p:txBody>
          <a:bodyPr>
            <a:normAutofit/>
          </a:bodyPr>
          <a:lstStyle/>
          <a:p>
            <a:pPr algn="l"/>
            <a:r>
              <a:rPr lang="en-US" altLang="ko-KR" sz="5200" dirty="0"/>
              <a:t>AI</a:t>
            </a:r>
            <a:r>
              <a:rPr lang="ko-KR" altLang="en-US" sz="5200" dirty="0"/>
              <a:t>를 활용한 전하 분포 </a:t>
            </a:r>
            <a:r>
              <a:rPr lang="ko-KR" altLang="en-US" sz="5200" dirty="0" err="1"/>
              <a:t>역추정</a:t>
            </a:r>
            <a:endParaRPr lang="ko-KR" altLang="en-US" sz="5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452ABD-CDF8-B89F-0707-5D1691B6D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2424" y="3659982"/>
            <a:ext cx="3287058" cy="1655762"/>
          </a:xfrm>
        </p:spPr>
        <p:txBody>
          <a:bodyPr>
            <a:normAutofit/>
          </a:bodyPr>
          <a:lstStyle/>
          <a:p>
            <a:pPr algn="r"/>
            <a:r>
              <a:rPr lang="ko-KR" altLang="en-US" sz="1500" dirty="0" err="1"/>
              <a:t>단국대학교부속소프트웨어고등학교</a:t>
            </a:r>
            <a:endParaRPr lang="en-US" altLang="ko-KR" sz="1500" dirty="0"/>
          </a:p>
          <a:p>
            <a:pPr algn="r"/>
            <a:r>
              <a:rPr lang="ko-KR" altLang="en-US" sz="1500" dirty="0"/>
              <a:t>인공지능 소프트웨어학과</a:t>
            </a:r>
            <a:endParaRPr lang="en-US" altLang="ko-KR" sz="1500" dirty="0"/>
          </a:p>
          <a:p>
            <a:pPr algn="r"/>
            <a:r>
              <a:rPr lang="en-US" altLang="ko-KR" sz="1500" dirty="0"/>
              <a:t>2</a:t>
            </a:r>
            <a:r>
              <a:rPr lang="ko-KR" altLang="en-US" sz="1500" dirty="0"/>
              <a:t>학년 </a:t>
            </a:r>
            <a:r>
              <a:rPr lang="en-US" altLang="ko-KR" sz="1500" dirty="0"/>
              <a:t>2</a:t>
            </a:r>
            <a:r>
              <a:rPr lang="ko-KR" altLang="en-US" sz="1500" dirty="0"/>
              <a:t>반 </a:t>
            </a:r>
            <a:r>
              <a:rPr lang="en-US" altLang="ko-KR" sz="1500" dirty="0"/>
              <a:t>12</a:t>
            </a:r>
            <a:r>
              <a:rPr lang="ko-KR" altLang="en-US" sz="1500" dirty="0"/>
              <a:t>번 </a:t>
            </a:r>
            <a:endParaRPr lang="en-US" altLang="ko-KR" sz="1500" dirty="0"/>
          </a:p>
          <a:p>
            <a:pPr algn="r"/>
            <a:r>
              <a:rPr lang="ko-KR" altLang="en-US" sz="1500" dirty="0"/>
              <a:t>오연우</a:t>
            </a:r>
            <a:endParaRPr lang="en-US" altLang="ko-KR" sz="1500" dirty="0"/>
          </a:p>
          <a:p>
            <a:pPr algn="r"/>
            <a:r>
              <a:rPr lang="en-US" altLang="ko-KR" sz="1500" dirty="0"/>
              <a:t>010-3740-4325</a:t>
            </a:r>
            <a:endParaRPr lang="ko-KR" alt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1D0AE-0809-55A2-50D5-E07C23A03EBA}"/>
              </a:ext>
            </a:extLst>
          </p:cNvPr>
          <p:cNvSpPr txBox="1"/>
          <p:nvPr/>
        </p:nvSpPr>
        <p:spPr>
          <a:xfrm>
            <a:off x="759012" y="914399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[AI &amp; Physics]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36D4F-DDBA-7F6D-D1CB-92EF3AA6C5F7}"/>
              </a:ext>
            </a:extLst>
          </p:cNvPr>
          <p:cNvSpPr txBox="1"/>
          <p:nvPr/>
        </p:nvSpPr>
        <p:spPr>
          <a:xfrm>
            <a:off x="950259" y="2828687"/>
            <a:ext cx="584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Electric Charge Distribution Inverse Estimating with AI</a:t>
            </a:r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6081D9EA-CF99-AFD1-53CC-472B830753FD}"/>
              </a:ext>
            </a:extLst>
          </p:cNvPr>
          <p:cNvSpPr txBox="1">
            <a:spLocks/>
          </p:cNvSpPr>
          <p:nvPr/>
        </p:nvSpPr>
        <p:spPr>
          <a:xfrm>
            <a:off x="6793654" y="3659982"/>
            <a:ext cx="328705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500" dirty="0"/>
              <a:t>School:</a:t>
            </a:r>
          </a:p>
          <a:p>
            <a:pPr algn="l"/>
            <a:r>
              <a:rPr lang="en-US" altLang="ko-KR" sz="1500" dirty="0"/>
              <a:t>Department:</a:t>
            </a:r>
          </a:p>
          <a:p>
            <a:pPr algn="l"/>
            <a:r>
              <a:rPr lang="en-US" altLang="ko-KR" sz="1500" dirty="0"/>
              <a:t>Class and</a:t>
            </a:r>
            <a:r>
              <a:rPr lang="ko-KR" altLang="en-US" sz="1500" dirty="0"/>
              <a:t> </a:t>
            </a:r>
            <a:r>
              <a:rPr lang="en-US" altLang="ko-KR" sz="1500" dirty="0"/>
              <a:t>Number:</a:t>
            </a:r>
          </a:p>
          <a:p>
            <a:pPr algn="l"/>
            <a:r>
              <a:rPr lang="en-US" altLang="ko-KR" sz="1500" dirty="0"/>
              <a:t>Name:</a:t>
            </a:r>
          </a:p>
          <a:p>
            <a:pPr algn="l"/>
            <a:r>
              <a:rPr lang="en-US" altLang="ko-KR" sz="1500" dirty="0"/>
              <a:t>H.P:</a:t>
            </a:r>
          </a:p>
        </p:txBody>
      </p:sp>
    </p:spTree>
    <p:extLst>
      <p:ext uri="{BB962C8B-B14F-4D97-AF65-F5344CB8AC3E}">
        <p14:creationId xmlns:p14="http://schemas.microsoft.com/office/powerpoint/2010/main" val="3694522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6"/>
    </mc:Choice>
    <mc:Fallback>
      <p:transition spd="slow" advTm="29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ED5B7-F4FF-5D58-1496-805765AC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CAA9C7-8BC1-5B83-AD83-74E2D21CD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탐구 정체성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동기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과정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탐구 결과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느낀 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i="1" dirty="0">
                <a:latin typeface="Cambria Math" panose="02040503050406030204" pitchFamily="18" charset="0"/>
                <a:ea typeface="Cambria Math" panose="02040503050406030204" pitchFamily="18" charset="0"/>
              </a:rPr>
              <a:t>Details</a:t>
            </a:r>
            <a:endParaRPr lang="ko-KR" altLang="en-US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71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85"/>
    </mc:Choice>
    <mc:Fallback>
      <p:transition spd="slow" advTm="158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F9A-1DA7-2A01-6C49-692FCF39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탐구 정체성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27361-C53E-F7A6-D55E-C4BBC40C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전하로부터 전위를 구하는 교과 과정에서 역으로 확장해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endParaRPr lang="en-US" altLang="ko-KR" sz="3000" b="1" dirty="0">
              <a:latin typeface="+mn-ea"/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전위</a:t>
            </a:r>
            <a:r>
              <a:rPr lang="ko-KR" altLang="en-US" dirty="0">
                <a:latin typeface="+mn-ea"/>
              </a:rPr>
              <a:t>로부터 </a:t>
            </a:r>
            <a:r>
              <a:rPr lang="ko-KR" altLang="en-US" sz="3200" b="1" dirty="0">
                <a:solidFill>
                  <a:srgbClr val="00B0F0"/>
                </a:solidFill>
                <a:latin typeface="+mn-ea"/>
              </a:rPr>
              <a:t>전하의 </a:t>
            </a:r>
            <a:r>
              <a:rPr lang="en-US" altLang="ko-KR" sz="3200" b="1" dirty="0">
                <a:solidFill>
                  <a:srgbClr val="00B0F0"/>
                </a:solidFill>
                <a:latin typeface="+mn-ea"/>
              </a:rPr>
              <a:t>3</a:t>
            </a:r>
            <a:r>
              <a:rPr lang="ko-KR" altLang="en-US" sz="3200" b="1" dirty="0">
                <a:solidFill>
                  <a:srgbClr val="00B0F0"/>
                </a:solidFill>
                <a:latin typeface="+mn-ea"/>
              </a:rPr>
              <a:t>차원 분포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AI</a:t>
            </a:r>
            <a:r>
              <a:rPr lang="ko-KR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</a:rPr>
              <a:t>로</a:t>
            </a:r>
            <a:r>
              <a:rPr lang="ko-KR" altLang="en-US" dirty="0">
                <a:latin typeface="+mn-ea"/>
              </a:rPr>
              <a:t> 추정한다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118451-CD8D-2A13-ED1A-F133DF1B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03" y="2380558"/>
            <a:ext cx="3366628" cy="2324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2D570C-6B9B-9B81-301A-B7B34BD0E8FF}"/>
              </a:ext>
            </a:extLst>
          </p:cNvPr>
          <p:cNvSpPr txBox="1"/>
          <p:nvPr/>
        </p:nvSpPr>
        <p:spPr>
          <a:xfrm>
            <a:off x="4034396" y="4800294"/>
            <a:ext cx="473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천재교과서 물리학</a:t>
            </a:r>
            <a:r>
              <a:rPr lang="en-US" altLang="ko-KR" dirty="0"/>
              <a:t>(</a:t>
            </a:r>
            <a:r>
              <a:rPr lang="ko-KR" altLang="en-US" dirty="0" err="1"/>
              <a:t>최혁준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E783A-BCCF-66D9-A9C3-147BA1912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923" y="2477449"/>
            <a:ext cx="2028840" cy="8286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644F7D-4FD8-DFCC-5C5A-F7C7DCDD4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790" y="3638410"/>
            <a:ext cx="2114565" cy="52387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9CA3767-BB74-E180-32AF-DEB9D362A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471" y="2380558"/>
            <a:ext cx="3875875" cy="23241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546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93"/>
    </mc:Choice>
    <mc:Fallback>
      <p:transition spd="slow" advTm="70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384F6-5742-5792-DC34-A2919F08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878F7C8-B08E-BC56-7800-34711E41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5" t="25333" r="66892" b="4359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406849-1407-19D2-8AD8-5E37AB79A4A1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7AC7A4-0456-10D0-4E2B-77714D89D768}"/>
              </a:ext>
            </a:extLst>
          </p:cNvPr>
          <p:cNvSpPr/>
          <p:nvPr/>
        </p:nvSpPr>
        <p:spPr>
          <a:xfrm>
            <a:off x="4478906" y="3276600"/>
            <a:ext cx="3581400" cy="1533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45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9"/>
    </mc:Choice>
    <mc:Fallback>
      <p:transition spd="slow" advTm="134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BC14763-48D4-D601-7D32-42FF5D51D465}"/>
              </a:ext>
            </a:extLst>
          </p:cNvPr>
          <p:cNvSpPr/>
          <p:nvPr/>
        </p:nvSpPr>
        <p:spPr>
          <a:xfrm>
            <a:off x="1049230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49383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9916F-80A4-BD15-26B8-E072BDD4BC6D}"/>
                  </a:ext>
                </a:extLst>
              </p:cNvPr>
              <p:cNvSpPr txBox="1"/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𝒌</m:t>
                      </m:r>
                      <m:f>
                        <m:fPr>
                          <m:ctrlPr>
                            <a:rPr kumimoji="0" lang="en-US" altLang="ko-KR" sz="3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9916F-80A4-BD15-26B8-E072BDD4B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77478" y="2851298"/>
                <a:ext cx="5605701" cy="91364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ar-AE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ar-AE" altLang="ko-KR" sz="2200" b="1" i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   =</m:t>
                      </m:r>
                      <m:f>
                        <m:fPr>
                          <m:ctrl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ko-KR" altLang="ar-AE" sz="2200" b="1" i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ar-AE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ar-AE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 (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478" y="2851298"/>
                <a:ext cx="5605701" cy="913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8368" y="4028855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800">
                <a:solidFill>
                  <a:srgbClr val="18233A"/>
                </a:solidFill>
              </a:defRPr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물리학 교과서는 </a:t>
            </a:r>
            <a:r>
              <a:rPr lang="en-US" altLang="ko-KR" sz="2000" dirty="0">
                <a:solidFill>
                  <a:srgbClr val="18233A"/>
                </a:solidFill>
                <a:latin typeface="Calibri"/>
              </a:rPr>
              <a:t>1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차원 수직</a:t>
            </a:r>
            <a:r>
              <a:rPr lang="ko-KR" altLang="en-US" sz="2000" dirty="0">
                <a:solidFill>
                  <a:srgbClr val="18233A"/>
                </a:solidFill>
                <a:latin typeface="Calibri"/>
              </a:rPr>
              <a:t>선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에서의 전하만을 설명한다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49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1-1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정방향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문제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lang="ko-KR" altLang="en-US" sz="2800" b="1" dirty="0">
                <a:solidFill>
                  <a:srgbClr val="18233A"/>
                </a:solidFill>
                <a:latin typeface="Calibri"/>
              </a:rPr>
              <a:t>교과 물리로부터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점전하가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만드는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3차원에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배치하고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z=0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평면에서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54801" y="3937643"/>
            <a:ext cx="465223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전하량이 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+1</a:t>
            </a: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인 시험전하를 이용해 특정 지점의 전위를 구한다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그림 11" descr="전위, 전기 퍼텐셜 (Electric Potential)">
            <a:extLst>
              <a:ext uri="{FF2B5EF4-FFF2-40B4-BE49-F238E27FC236}">
                <a16:creationId xmlns:a16="http://schemas.microsoft.com/office/drawing/2014/main" id="{6F836141-F320-57A3-36AA-AD246B1F6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595" y="3304592"/>
            <a:ext cx="3496503" cy="35534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5F9F98-C5DA-F712-AA00-ECD121EC3ED4}"/>
              </a:ext>
            </a:extLst>
          </p:cNvPr>
          <p:cNvSpPr txBox="1"/>
          <p:nvPr/>
        </p:nvSpPr>
        <p:spPr>
          <a:xfrm>
            <a:off x="658368" y="4139622"/>
            <a:ext cx="1000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8233A"/>
                </a:solidFill>
              </a:rPr>
              <a:t>조금만 확장해 </a:t>
            </a:r>
            <a:r>
              <a:rPr lang="en-US" altLang="ko-KR" sz="2000" dirty="0">
                <a:solidFill>
                  <a:srgbClr val="18233A"/>
                </a:solidFill>
              </a:rPr>
              <a:t>y</a:t>
            </a:r>
            <a:r>
              <a:rPr lang="ko-KR" altLang="en-US" sz="2000" dirty="0">
                <a:solidFill>
                  <a:srgbClr val="18233A"/>
                </a:solidFill>
              </a:rPr>
              <a:t>축을 추가하면 </a:t>
            </a:r>
            <a:r>
              <a:rPr lang="en-US" altLang="ko-KR" sz="2000" dirty="0">
                <a:solidFill>
                  <a:srgbClr val="18233A"/>
                </a:solidFill>
              </a:rPr>
              <a:t>2</a:t>
            </a:r>
            <a:r>
              <a:rPr lang="ko-KR" altLang="en-US" sz="2000" dirty="0">
                <a:solidFill>
                  <a:srgbClr val="18233A"/>
                </a:solidFill>
              </a:rPr>
              <a:t>차원 공간에서</a:t>
            </a:r>
            <a:r>
              <a:rPr lang="en-US" altLang="ko-KR" sz="2000" dirty="0">
                <a:solidFill>
                  <a:srgbClr val="18233A"/>
                </a:solidFill>
              </a:rPr>
              <a:t>, </a:t>
            </a:r>
            <a:r>
              <a:rPr lang="ko-KR" altLang="en-US" sz="2000" dirty="0">
                <a:solidFill>
                  <a:srgbClr val="18233A"/>
                </a:solidFill>
              </a:rPr>
              <a:t>여러 전하들에 의한 전위를 구할 수 있다</a:t>
            </a:r>
            <a:r>
              <a:rPr lang="en-US" altLang="ko-KR" sz="2000" dirty="0">
                <a:solidFill>
                  <a:srgbClr val="18233A"/>
                </a:solidFill>
              </a:rPr>
              <a:t>.</a:t>
            </a:r>
            <a:endParaRPr lang="ko-KR" altLang="en-US" sz="20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27"/>
    </mc:Choice>
    <mc:Fallback>
      <p:transition spd="slow" advTm="59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81481E-6 L -0.00352 -0.7222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-36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5958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79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0.00078 -0.5863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93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175 " pathEditMode="relative" rAng="0" ptsTypes="AA">
                                      <p:cBhvr>
                                        <p:cTn id="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75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7 L -0.00052 -0.18333 " pathEditMode="relative" rAng="0" ptsTypes="AA">
                                      <p:cBhvr>
                                        <p:cTn id="4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9167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0.0013 -0.17616 " pathEditMode="relative" rAng="0" ptsTypes="AA">
                                      <p:cBhvr>
                                        <p:cTn id="5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881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59259E-6 L -0.00234 -0.175 " pathEditMode="relative" rAng="0" ptsTypes="AA">
                                      <p:cBhvr>
                                        <p:cTn id="5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7" grpId="0" animBg="1"/>
      <p:bldP spid="7" grpId="1" animBg="1"/>
      <p:bldP spid="16" grpId="0"/>
      <p:bldP spid="16" grpId="1"/>
      <p:bldP spid="16" grpId="2"/>
      <p:bldP spid="8" grpId="0"/>
      <p:bldP spid="8" grpId="1"/>
      <p:bldP spid="10" grpId="0" build="allAtOnce"/>
      <p:bldP spid="10" grpId="1" build="allAtOnce"/>
      <p:bldP spid="9" grpId="0"/>
      <p:bldP spid="9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22875-CA3A-5BE3-BE6F-FD9EC46E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D8F8FD-B00F-F3DF-00AD-A96E9582437D}"/>
                  </a:ext>
                </a:extLst>
              </p:cNvPr>
              <p:cNvSpPr txBox="1"/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𝒌</m:t>
                      </m:r>
                      <m:f>
                        <m:fPr>
                          <m:ctrlPr>
                            <a:rPr kumimoji="0" lang="en-US" altLang="ko-KR" sz="3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D8F8FD-B00F-F3DF-00AD-A96E95824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F141B85D-17EA-D432-E6A9-4F1A30C74EFD}"/>
              </a:ext>
            </a:extLst>
          </p:cNvPr>
          <p:cNvSpPr/>
          <p:nvPr/>
        </p:nvSpPr>
        <p:spPr>
          <a:xfrm>
            <a:off x="1049230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44EEE-8B56-4FBA-F6FE-E1F3C850E702}"/>
              </a:ext>
            </a:extLst>
          </p:cNvPr>
          <p:cNvSpPr txBox="1"/>
          <p:nvPr/>
        </p:nvSpPr>
        <p:spPr>
          <a:xfrm>
            <a:off x="658368" y="384048"/>
            <a:ext cx="549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1-1. </a:t>
            </a:r>
            <a:r>
              <a:rPr lang="ko-KR" altLang="en-US" sz="2800" b="1" dirty="0" err="1">
                <a:solidFill>
                  <a:srgbClr val="18233A"/>
                </a:solidFill>
              </a:rPr>
              <a:t>정방향</a:t>
            </a:r>
            <a:r>
              <a:rPr lang="ko-KR" altLang="en-US" sz="2800" b="1" dirty="0">
                <a:solidFill>
                  <a:srgbClr val="18233A"/>
                </a:solidFill>
              </a:rPr>
              <a:t> 문제</a:t>
            </a:r>
            <a:r>
              <a:rPr lang="en-US" altLang="ko-KR" sz="2800" b="1" dirty="0">
                <a:solidFill>
                  <a:srgbClr val="18233A"/>
                </a:solidFill>
              </a:rPr>
              <a:t>: </a:t>
            </a:r>
            <a:r>
              <a:rPr lang="ko-KR" altLang="en-US" sz="2800" b="1" dirty="0">
                <a:solidFill>
                  <a:srgbClr val="18233A"/>
                </a:solidFill>
              </a:rPr>
              <a:t>교과 물리로부터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2564D-49D4-D4EC-AE18-1F3CE3B75D2A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점전하가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만드는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3차원에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배치하고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z=0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평면에서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E3266-7DC3-33FD-B018-723A94D28DF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B12F64-12D9-DF0D-F200-05D9460D23E6}"/>
              </a:ext>
            </a:extLst>
          </p:cNvPr>
          <p:cNvSpPr/>
          <p:nvPr/>
        </p:nvSpPr>
        <p:spPr>
          <a:xfrm>
            <a:off x="1049383" y="1498848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2EE4C3-3F08-8ACC-A901-639FFAAAAECE}"/>
                  </a:ext>
                </a:extLst>
              </p:cNvPr>
              <p:cNvSpPr txBox="1"/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 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  <m:r>
                            <a:rPr kumimoji="0" lang="ko-KR" altLang="en-US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kumimoji="0" lang="en-US" altLang="ko-KR" sz="22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 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sSup>
                                    <m:sSupPr>
                                      <m:ctrlP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ᵢ</m:t>
                                      </m:r>
                                    </m:e>
                                    <m:sup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2EE4C3-3F08-8ACC-A901-639FFAAAA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BB6EDB-60E2-32F7-B321-7F9BD3D27664}"/>
              </a:ext>
            </a:extLst>
          </p:cNvPr>
          <p:cNvSpPr txBox="1"/>
          <p:nvPr/>
        </p:nvSpPr>
        <p:spPr>
          <a:xfrm>
            <a:off x="3754801" y="2714907"/>
            <a:ext cx="465223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전하량이 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+1</a:t>
            </a: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인 시험전하를 이용해 특정 지점의 전위를 구한다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2398E-0F84-BBDB-2D03-BE2A1DE19492}"/>
              </a:ext>
            </a:extLst>
          </p:cNvPr>
          <p:cNvSpPr txBox="1"/>
          <p:nvPr/>
        </p:nvSpPr>
        <p:spPr>
          <a:xfrm>
            <a:off x="658368" y="2916886"/>
            <a:ext cx="1000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8233A"/>
                </a:solidFill>
              </a:rPr>
              <a:t>조금만 확장해 </a:t>
            </a:r>
            <a:r>
              <a:rPr lang="en-US" altLang="ko-KR" sz="2000" dirty="0">
                <a:solidFill>
                  <a:srgbClr val="18233A"/>
                </a:solidFill>
              </a:rPr>
              <a:t>z</a:t>
            </a:r>
            <a:r>
              <a:rPr lang="ko-KR" altLang="en-US" sz="2000" dirty="0">
                <a:solidFill>
                  <a:srgbClr val="18233A"/>
                </a:solidFill>
              </a:rPr>
              <a:t>축을 추가하면 </a:t>
            </a:r>
            <a:r>
              <a:rPr lang="en-US" altLang="ko-KR" sz="2000" dirty="0">
                <a:solidFill>
                  <a:srgbClr val="18233A"/>
                </a:solidFill>
              </a:rPr>
              <a:t>3</a:t>
            </a:r>
            <a:r>
              <a:rPr lang="ko-KR" altLang="en-US" sz="2000" dirty="0">
                <a:solidFill>
                  <a:srgbClr val="18233A"/>
                </a:solidFill>
              </a:rPr>
              <a:t>차원 공간에서</a:t>
            </a:r>
            <a:r>
              <a:rPr lang="en-US" altLang="ko-KR" sz="2000" dirty="0">
                <a:solidFill>
                  <a:srgbClr val="18233A"/>
                </a:solidFill>
              </a:rPr>
              <a:t>, </a:t>
            </a:r>
            <a:r>
              <a:rPr lang="ko-KR" altLang="en-US" sz="2000" dirty="0">
                <a:solidFill>
                  <a:srgbClr val="18233A"/>
                </a:solidFill>
              </a:rPr>
              <a:t>여러 전하들에 의한 전위를 구할 수 있다</a:t>
            </a:r>
            <a:r>
              <a:rPr lang="en-US" altLang="ko-KR" sz="2000" dirty="0">
                <a:solidFill>
                  <a:srgbClr val="18233A"/>
                </a:solidFill>
              </a:rPr>
              <a:t>.</a:t>
            </a:r>
            <a:endParaRPr lang="ko-KR" alt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67BCAA6-D0E9-6960-67CA-D0491AF61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19" y="3429000"/>
            <a:ext cx="6176639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13">
        <p:fade/>
      </p:transition>
    </mc:Choice>
    <mc:Fallback>
      <p:transition spd="med" advTm="713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EA4C-01A4-B12C-B0C7-68BB177E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BEFC9E-A064-A8FB-BA78-E82B5BEC1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0CB4A5-BBD7-B12D-4C75-809179E31229}"/>
              </a:ext>
            </a:extLst>
          </p:cNvPr>
          <p:cNvSpPr txBox="1"/>
          <p:nvPr/>
        </p:nvSpPr>
        <p:spPr>
          <a:xfrm>
            <a:off x="881470" y="2459504"/>
            <a:ext cx="10398898" cy="193899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Q. </a:t>
            </a:r>
            <a:r>
              <a:rPr lang="ko-KR" altLang="en-US" sz="6000" b="1" dirty="0">
                <a:solidFill>
                  <a:srgbClr val="0070C0"/>
                </a:solidFill>
              </a:rPr>
              <a:t>전위</a:t>
            </a:r>
            <a:r>
              <a:rPr lang="ko-KR" altLang="en-US" sz="6000" b="1" dirty="0"/>
              <a:t>를 바탕으로 </a:t>
            </a:r>
            <a:endParaRPr lang="en-US" altLang="ko-KR" sz="6000" b="1" dirty="0"/>
          </a:p>
          <a:p>
            <a:r>
              <a:rPr lang="ko-KR" altLang="en-US" sz="6000" b="1" dirty="0">
                <a:solidFill>
                  <a:srgbClr val="0070C0"/>
                </a:solidFill>
              </a:rPr>
              <a:t>전하의 분포</a:t>
            </a:r>
            <a:r>
              <a:rPr lang="ko-KR" altLang="en-US" sz="6000" b="1" dirty="0"/>
              <a:t>를 구할 수 있을까</a:t>
            </a:r>
            <a:r>
              <a:rPr lang="en-US" altLang="ko-KR" sz="6000" b="1" dirty="0"/>
              <a:t>?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729818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511">
        <p:fade/>
      </p:transition>
    </mc:Choice>
    <mc:Fallback>
      <p:transition spd="med" advTm="251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9F7F-A386-EFE0-833D-B163B638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B107074-574A-DC3D-16D3-B7A132702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5" t="25333" r="66892" b="4359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042A8-65D1-2BB1-25B0-50ED5C3EC9FA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465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16"/>
    </mc:Choice>
    <mc:Fallback>
      <p:transition spd="slow" advTm="401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6CFD-C11E-EAF4-9ACD-9F472CE2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BE667EB-0BF8-7892-23A8-7F4B9853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5" t="25333" r="66892" b="4359"/>
          <a:stretch>
            <a:fillRect/>
          </a:stretch>
        </p:blipFill>
        <p:spPr>
          <a:xfrm>
            <a:off x="695575" y="1737361"/>
            <a:ext cx="3340987" cy="4821691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C44D21-9DDD-3762-5D65-AACBC31F2800}"/>
              </a:ext>
            </a:extLst>
          </p:cNvPr>
          <p:cNvSpPr txBox="1"/>
          <p:nvPr/>
        </p:nvSpPr>
        <p:spPr>
          <a:xfrm>
            <a:off x="658368" y="38404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A"/>
                </a:solidFill>
              </a:defRPr>
            </a:pPr>
            <a:r>
              <a:rPr dirty="0"/>
              <a:t>1.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동기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80391-6E47-E5D2-7CDF-2A2AB7687057}"/>
              </a:ext>
            </a:extLst>
          </p:cNvPr>
          <p:cNvSpPr txBox="1"/>
          <p:nvPr/>
        </p:nvSpPr>
        <p:spPr>
          <a:xfrm>
            <a:off x="676656" y="987552"/>
            <a:ext cx="648286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574"/>
                </a:solidFill>
              </a:defRPr>
            </a:pPr>
            <a:r>
              <a:rPr dirty="0" err="1"/>
              <a:t>정방향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쉽지만</a:t>
            </a:r>
            <a:r>
              <a:rPr dirty="0"/>
              <a:t>, </a:t>
            </a:r>
            <a:r>
              <a:rPr dirty="0" err="1"/>
              <a:t>역방향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손실</a:t>
            </a:r>
            <a:r>
              <a:rPr lang="ko-KR" altLang="en-US" dirty="0"/>
              <a:t>로 인해 유일한 해를 구하기</a:t>
            </a:r>
            <a:r>
              <a:rPr dirty="0"/>
              <a:t> </a:t>
            </a:r>
            <a:r>
              <a:rPr dirty="0" err="1"/>
              <a:t>어려워진다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AE517-3472-23AC-2292-DF8FA57261AD}"/>
              </a:ext>
            </a:extLst>
          </p:cNvPr>
          <p:cNvSpPr/>
          <p:nvPr/>
        </p:nvSpPr>
        <p:spPr>
          <a:xfrm>
            <a:off x="777240" y="1281389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288CC23-7329-EF10-382C-F097D130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1" t="25228" r="36596" b="4465"/>
          <a:stretch>
            <a:fillRect/>
          </a:stretch>
        </p:blipFill>
        <p:spPr>
          <a:xfrm>
            <a:off x="5959115" y="-725943"/>
            <a:ext cx="273770" cy="395103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3217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503">
        <p159:morph option="byObject"/>
      </p:transition>
    </mc:Choice>
    <mc:Fallback>
      <p:transition spd="slow" advTm="50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FA16B5-439E-338D-1F2E-2F5AD21B4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-1"/>
            <a:ext cx="12192528" cy="68582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2798C73-2C09-0228-B26D-AEB5F7D21A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001" t="25228" r="36596" b="4465"/>
          <a:stretch>
            <a:fillRect/>
          </a:stretch>
        </p:blipFill>
        <p:spPr>
          <a:xfrm>
            <a:off x="4029716" y="446953"/>
            <a:ext cx="4132567" cy="5964094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423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3875">
        <p159:morph option="byObject"/>
      </p:transition>
    </mc:Choice>
    <mc:Fallback>
      <p:transition advTm="3875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BA1A-E219-231E-41C5-991BE1A1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B1487CB-39AC-E809-5BFA-B8A79496B3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26" y="0"/>
            <a:ext cx="12171674" cy="684656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E332FA-2CEF-47CE-414B-43FC5CFE1739}"/>
              </a:ext>
            </a:extLst>
          </p:cNvPr>
          <p:cNvSpPr/>
          <p:nvPr/>
        </p:nvSpPr>
        <p:spPr>
          <a:xfrm>
            <a:off x="0" y="-3176"/>
            <a:ext cx="12192000" cy="6849743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B2F173-7EFA-2633-D56B-4E748596C840}"/>
              </a:ext>
            </a:extLst>
          </p:cNvPr>
          <p:cNvSpPr/>
          <p:nvPr/>
        </p:nvSpPr>
        <p:spPr>
          <a:xfrm>
            <a:off x="2679700" y="2457450"/>
            <a:ext cx="1771650" cy="1250950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+mj-ea"/>
                <a:ea typeface="+mj-ea"/>
              </a:rPr>
              <a:t>전하</a:t>
            </a:r>
            <a:r>
              <a:rPr lang="en-US" altLang="ko-KR" sz="4000" dirty="0">
                <a:latin typeface="+mj-ea"/>
                <a:ea typeface="+mj-ea"/>
              </a:rPr>
              <a:t>(Q)</a:t>
            </a:r>
            <a:endParaRPr lang="ko-KR" altLang="en-US" sz="40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0C1BAB-73BA-8A2F-70D9-A09002398C3B}"/>
              </a:ext>
            </a:extLst>
          </p:cNvPr>
          <p:cNvSpPr/>
          <p:nvPr/>
        </p:nvSpPr>
        <p:spPr>
          <a:xfrm>
            <a:off x="7849804" y="2457450"/>
            <a:ext cx="1771650" cy="12509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+mj-ea"/>
                <a:ea typeface="+mj-ea"/>
              </a:rPr>
              <a:t>전위</a:t>
            </a:r>
            <a:r>
              <a:rPr lang="en-US" altLang="ko-KR" sz="4000" dirty="0">
                <a:latin typeface="+mj-ea"/>
                <a:ea typeface="+mj-ea"/>
              </a:rPr>
              <a:t>(V)</a:t>
            </a:r>
            <a:endParaRPr lang="ko-KR" altLang="en-US" sz="4000" dirty="0">
              <a:latin typeface="+mj-ea"/>
              <a:ea typeface="+mj-e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F3B758A-C74A-D9FB-6AA6-00C0DA32DA35}"/>
              </a:ext>
            </a:extLst>
          </p:cNvPr>
          <p:cNvSpPr/>
          <p:nvPr/>
        </p:nvSpPr>
        <p:spPr>
          <a:xfrm>
            <a:off x="5400732" y="2714481"/>
            <a:ext cx="1499690" cy="800100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2611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13">
        <p:fade/>
      </p:transition>
    </mc:Choice>
    <mc:Fallback>
      <p:transition spd="med" advTm="71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4.16667E-7 -4.44444E-6 C 0.00039 0.00926 0.00091 0.03774 0.00404 0.05209 C 0.00469 0.05579 0.00612 0.05903 0.0069 0.0625 C 0.00807 0.0676 0.00911 0.07315 0.01042 0.07825 C 0.01185 0.0845 0.0138 0.09005 0.0151 0.09607 C 0.01654 0.10301 0.01706 0.11065 0.01862 0.1176 C 0.0194 0.1213 0.0207 0.12477 0.02214 0.12778 C 0.02448 0.13334 0.02734 0.1382 0.03034 0.14306 C 0.03164 0.14514 0.03281 0.14769 0.03437 0.14954 C 0.03633 0.15186 0.04375 0.15625 0.04557 0.15695 C 0.04779 0.15764 0.05026 0.15741 0.0526 0.15787 C 0.05482 0.1588 0.05729 0.15926 0.05964 0.16065 C 0.06211 0.16227 0.06445 0.16528 0.06719 0.16644 C 0.07122 0.1676 0.07539 0.16667 0.07943 0.16713 C 0.08164 0.16737 0.08385 0.16783 0.08594 0.16806 C 0.09531 0.17246 0.10417 0.17686 0.11406 0.1794 C 0.12005 0.18102 0.12604 0.18125 0.13216 0.18241 L 0.15794 0.18125 L 0.2556 0.1794 C 0.2612 0.17894 0.26667 0.17524 0.272 0.17292 C 0.27982 0.16922 0.30169 0.15625 0.30599 0.15209 C 0.32292 0.13565 0.322 0.13473 0.33867 0.12408 C 0.34323 0.12153 0.34779 0.11968 0.35234 0.11667 C 0.3599 0.11158 0.37148 0.1007 0.37617 0.09144 C 0.37812 0.08774 0.38034 0.08426 0.38216 0.0801 C 0.38919 0.06366 0.39062 0.05255 0.40078 0.0382 C 0.40521 0.03195 0.40625 0.03102 0.41016 0.02408 C 0.41159 0.02153 0.41289 0.01899 0.41432 0.01667 C 0.41471 0.01575 0.41549 0.01551 0.41602 0.01482 C 0.41706 0.01343 0.41797 0.01158 0.41901 0.01019 C 0.42096 0.00093 0.4194 0.00371 0.422 -4.44444E-6 " pathEditMode="relative" rAng="0" ptsTypes="AAAAAAAAAAAAAAAAAAAAAAAAA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94" y="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F7D5-3A16-A278-ABDB-713E5792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038D0A-6725-0EB2-50D5-AD5796061EA3}"/>
                  </a:ext>
                </a:extLst>
              </p:cNvPr>
              <p:cNvSpPr txBox="1"/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0" lang="en-US" sz="3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sz="3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𝒌</m:t>
                      </m:r>
                      <m:f>
                        <m:fPr>
                          <m:ctrlPr>
                            <a:rPr kumimoji="0" lang="en-US" altLang="ko-KR" sz="30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kumimoji="0" lang="en-US" altLang="ko-KR" sz="30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038D0A-6725-0EB2-50D5-AD5796061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49" y="2874676"/>
                <a:ext cx="2340078" cy="8865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85245FC1-60EB-DF1A-C4D8-04751E1EC960}"/>
              </a:ext>
            </a:extLst>
          </p:cNvPr>
          <p:cNvSpPr/>
          <p:nvPr/>
        </p:nvSpPr>
        <p:spPr>
          <a:xfrm>
            <a:off x="1049230" y="2721584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AB563-85DB-2AA5-06AD-5FAEF6C75E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EBB7A-DE99-DC5B-AEA4-113312EA8474}"/>
              </a:ext>
            </a:extLst>
          </p:cNvPr>
          <p:cNvSpPr txBox="1"/>
          <p:nvPr/>
        </p:nvSpPr>
        <p:spPr>
          <a:xfrm>
            <a:off x="658368" y="384048"/>
            <a:ext cx="2715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1-2. </a:t>
            </a:r>
            <a:r>
              <a:rPr lang="ko-KR" altLang="en-US" sz="2800" b="1" dirty="0">
                <a:solidFill>
                  <a:srgbClr val="18233A"/>
                </a:solidFill>
              </a:rPr>
              <a:t>역방향 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8E365-BB01-E4BE-8FA0-DEFDD55486E9}"/>
              </a:ext>
            </a:extLst>
          </p:cNvPr>
          <p:cNvSpPr txBox="1"/>
          <p:nvPr/>
        </p:nvSpPr>
        <p:spPr>
          <a:xfrm>
            <a:off x="676656" y="987552"/>
            <a:ext cx="361509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전위를 바탕으로 전하의 크기와 분포를 추론한다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36930-138A-E42F-B8DF-FF0AF9EEEAD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6C5681-D224-01C1-BC24-82D2616A3C87}"/>
              </a:ext>
            </a:extLst>
          </p:cNvPr>
          <p:cNvSpPr/>
          <p:nvPr/>
        </p:nvSpPr>
        <p:spPr>
          <a:xfrm>
            <a:off x="1049383" y="1498848"/>
            <a:ext cx="10093234" cy="1199876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28FCA2-BEFE-564C-B6AA-C8273AB4C0AC}"/>
                  </a:ext>
                </a:extLst>
              </p:cNvPr>
              <p:cNvSpPr txBox="1"/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1F898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𝒚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 </m:t>
                      </m:r>
                      <m:r>
                        <a:rPr kumimoji="0" lang="en-US" sz="22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r>
                        <a:rPr kumimoji="0" lang="en-US" sz="2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altLang="ko-KR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  <m:r>
                            <a:rPr kumimoji="0" lang="ko-KR" altLang="en-US" sz="22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𝝅</m:t>
                          </m:r>
                          <m:sSub>
                            <m:sSubPr>
                              <m:ctrlP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kumimoji="0" lang="en-US" altLang="ko-KR" sz="2200" b="1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200" b="1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200" b="1" i="1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ᵢ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 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ᵢ)² +(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sSup>
                                    <m:sSupPr>
                                      <m:ctrlP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ᵢ</m:t>
                                      </m:r>
                                    </m:e>
                                    <m:sup>
                                      <m:r>
                                        <a:rPr lang="en-US" altLang="ko-KR" sz="2200" b="1" i="1" dirty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200" b="1" i="1" dirty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28FCA2-BEFE-564C-B6AA-C8273AB4C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02" y="1628562"/>
                <a:ext cx="7292253" cy="927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8A81B6E-9B55-E932-399D-92A979C983E6}"/>
              </a:ext>
            </a:extLst>
          </p:cNvPr>
          <p:cNvSpPr txBox="1"/>
          <p:nvPr/>
        </p:nvSpPr>
        <p:spPr>
          <a:xfrm>
            <a:off x="3754801" y="2714907"/>
            <a:ext cx="465223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전하량이 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+1</a:t>
            </a:r>
            <a:r>
              <a:rPr lang="ko-KR" altLang="en-US" sz="1250" dirty="0">
                <a:solidFill>
                  <a:srgbClr val="5C6574"/>
                </a:solidFill>
                <a:latin typeface="Calibri"/>
              </a:rPr>
              <a:t>인 시험전하를 이용해 특정 지점의 전위를 구한다</a:t>
            </a:r>
            <a:r>
              <a:rPr lang="en-US" altLang="ko-KR" sz="1250" dirty="0">
                <a:solidFill>
                  <a:srgbClr val="5C6574"/>
                </a:solidFill>
                <a:latin typeface="Calibri"/>
              </a:rPr>
              <a:t>.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21AAF-5798-A110-153F-B01C599A2889}"/>
              </a:ext>
            </a:extLst>
          </p:cNvPr>
          <p:cNvSpPr txBox="1"/>
          <p:nvPr/>
        </p:nvSpPr>
        <p:spPr>
          <a:xfrm>
            <a:off x="658368" y="2916886"/>
            <a:ext cx="1000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8233A"/>
                </a:solidFill>
              </a:rPr>
              <a:t>조금만 확장해 </a:t>
            </a:r>
            <a:r>
              <a:rPr lang="en-US" altLang="ko-KR" sz="2000" dirty="0">
                <a:solidFill>
                  <a:srgbClr val="18233A"/>
                </a:solidFill>
              </a:rPr>
              <a:t>z</a:t>
            </a:r>
            <a:r>
              <a:rPr lang="ko-KR" altLang="en-US" sz="2000" dirty="0">
                <a:solidFill>
                  <a:srgbClr val="18233A"/>
                </a:solidFill>
              </a:rPr>
              <a:t>축을 추가하면 </a:t>
            </a:r>
            <a:r>
              <a:rPr lang="en-US" altLang="ko-KR" sz="2000" dirty="0">
                <a:solidFill>
                  <a:srgbClr val="18233A"/>
                </a:solidFill>
              </a:rPr>
              <a:t>3</a:t>
            </a:r>
            <a:r>
              <a:rPr lang="ko-KR" altLang="en-US" sz="2000" dirty="0">
                <a:solidFill>
                  <a:srgbClr val="18233A"/>
                </a:solidFill>
              </a:rPr>
              <a:t>차원 공간에서</a:t>
            </a:r>
            <a:r>
              <a:rPr lang="en-US" altLang="ko-KR" sz="2000" dirty="0">
                <a:solidFill>
                  <a:srgbClr val="18233A"/>
                </a:solidFill>
              </a:rPr>
              <a:t>, </a:t>
            </a:r>
            <a:r>
              <a:rPr lang="ko-KR" altLang="en-US" sz="2000" dirty="0">
                <a:solidFill>
                  <a:srgbClr val="18233A"/>
                </a:solidFill>
              </a:rPr>
              <a:t>여러 전하들에 의한 전위를 구할 수 있다</a:t>
            </a:r>
            <a:r>
              <a:rPr lang="en-US" altLang="ko-KR" sz="2000" dirty="0">
                <a:solidFill>
                  <a:srgbClr val="18233A"/>
                </a:solidFill>
              </a:rPr>
              <a:t>.</a:t>
            </a:r>
            <a:endParaRPr lang="ko-KR" alt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4BC7F9C-3BB4-866B-07D6-468FF63A6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19" y="3429000"/>
            <a:ext cx="6176639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23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13">
        <p:fade/>
      </p:transition>
    </mc:Choice>
    <mc:Fallback>
      <p:transition spd="med" advTm="713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AA6-7006-4ED3-1FCD-308382BF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52D9DB-6FFD-3C52-F274-0C59790C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8" y="-1"/>
            <a:ext cx="12192528" cy="6858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4CB5EE-1F9F-78B1-9DBF-6BD056769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001" t="25228" r="36596" b="4465"/>
          <a:stretch>
            <a:fillRect/>
          </a:stretch>
        </p:blipFill>
        <p:spPr>
          <a:xfrm>
            <a:off x="4389222" y="1730104"/>
            <a:ext cx="3340987" cy="4821691"/>
          </a:xfrm>
          <a:custGeom>
            <a:avLst/>
            <a:gdLst>
              <a:gd name="csX0" fmla="*/ 0 w 3340987"/>
              <a:gd name="csY0" fmla="*/ 0 h 4821691"/>
              <a:gd name="csX1" fmla="*/ 3340987 w 3340987"/>
              <a:gd name="csY1" fmla="*/ 0 h 4821691"/>
              <a:gd name="csX2" fmla="*/ 3340987 w 3340987"/>
              <a:gd name="csY2" fmla="*/ 4821691 h 4821691"/>
              <a:gd name="csX3" fmla="*/ 0 w 3340987"/>
              <a:gd name="csY3" fmla="*/ 4821691 h 48216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1">
                <a:moveTo>
                  <a:pt x="0" y="0"/>
                </a:moveTo>
                <a:lnTo>
                  <a:pt x="3340987" y="0"/>
                </a:lnTo>
                <a:lnTo>
                  <a:pt x="3340987" y="4821691"/>
                </a:lnTo>
                <a:lnTo>
                  <a:pt x="0" y="4821691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598E6D-36AC-A64D-433B-C549BC9488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84" t="25258" r="7213" b="4434"/>
          <a:stretch>
            <a:fillRect/>
          </a:stretch>
        </p:blipFill>
        <p:spPr>
          <a:xfrm>
            <a:off x="5881603" y="-924573"/>
            <a:ext cx="428266" cy="618071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252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 advTm="3897">
        <p159:morph option="byObject"/>
      </p:transition>
    </mc:Choice>
    <mc:Fallback>
      <p:transition advTm="3897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F5D7D9-B28D-316A-E24A-935AAD2D1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8" y="0"/>
            <a:ext cx="12192528" cy="68582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6E1CC64-F6AE-6739-C47D-C8BD5DC14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4" t="25258" r="7213" b="4434"/>
          <a:stretch>
            <a:fillRect/>
          </a:stretch>
        </p:blipFill>
        <p:spPr>
          <a:xfrm>
            <a:off x="4085676" y="442339"/>
            <a:ext cx="4124780" cy="5952855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1572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 advTm="2257">
        <p159:morph option="byObject"/>
      </p:transition>
    </mc:Choice>
    <mc:Fallback>
      <p:transition advTm="2257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7C59-68F5-2495-478B-B25615D0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0C40F5-940E-4268-7F32-BC3C5A3AC66A}"/>
              </a:ext>
            </a:extLst>
          </p:cNvPr>
          <p:cNvSpPr/>
          <p:nvPr/>
        </p:nvSpPr>
        <p:spPr>
          <a:xfrm>
            <a:off x="0" y="441434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D7F4D3-B606-4D0C-C294-E85A2009D05C}"/>
              </a:ext>
            </a:extLst>
          </p:cNvPr>
          <p:cNvSpPr/>
          <p:nvPr/>
        </p:nvSpPr>
        <p:spPr>
          <a:xfrm>
            <a:off x="1097280" y="2809016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71654-B606-190F-ACE3-50704E39A432}"/>
              </a:ext>
            </a:extLst>
          </p:cNvPr>
          <p:cNvSpPr txBox="1"/>
          <p:nvPr/>
        </p:nvSpPr>
        <p:spPr>
          <a:xfrm>
            <a:off x="1624110" y="2866552"/>
            <a:ext cx="89434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1F8987"/>
                </a:solidFill>
                <a:latin typeface="Cambria Math"/>
              </a:defRPr>
            </a:pPr>
            <a:r>
              <a:rPr lang="en-US" sz="4000" b="1" dirty="0">
                <a:solidFill>
                  <a:srgbClr val="1F8987"/>
                </a:solidFill>
                <a:latin typeface="Cambria Math"/>
              </a:rPr>
              <a:t>|V|</a:t>
            </a:r>
            <a:r>
              <a:rPr lang="ko-KR" altLang="en-US" sz="4000" b="1" dirty="0">
                <a:solidFill>
                  <a:srgbClr val="1F8987"/>
                </a:solidFill>
                <a:latin typeface="Cambria Math"/>
              </a:rPr>
              <a:t>를 바탕으로 전하의 분포를 역산한다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F8987"/>
              </a:solidFill>
              <a:effectLst/>
              <a:uLnTx/>
              <a:uFillTx/>
              <a:latin typeface="Cambria Math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C18AA-7C39-0EAB-76DD-2FB668EC534A}"/>
              </a:ext>
            </a:extLst>
          </p:cNvPr>
          <p:cNvSpPr txBox="1"/>
          <p:nvPr/>
        </p:nvSpPr>
        <p:spPr>
          <a:xfrm>
            <a:off x="658368" y="384048"/>
            <a:ext cx="53110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1-1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Calibri"/>
              </a:rPr>
              <a:t>정보를 부분적으로 제공한다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A400C2-E5DF-CC45-AD00-D58103303FE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A0AE6-AD4D-EE8D-97EC-929CCB17ABAD}"/>
              </a:ext>
            </a:extLst>
          </p:cNvPr>
          <p:cNvSpPr txBox="1"/>
          <p:nvPr/>
        </p:nvSpPr>
        <p:spPr>
          <a:xfrm>
            <a:off x="3821167" y="3677696"/>
            <a:ext cx="45191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lang="ko-KR" altLang="en-US" sz="2000" dirty="0">
                <a:solidFill>
                  <a:srgbClr val="5C6574"/>
                </a:solidFill>
                <a:latin typeface="Calibri"/>
              </a:rPr>
              <a:t>전위의 크기로 인한 패턴을 학습시킨다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D5D486-D495-27A6-A3D1-F99195EEFD56}"/>
                  </a:ext>
                </a:extLst>
              </p:cNvPr>
              <p:cNvSpPr txBox="1"/>
              <p:nvPr/>
            </p:nvSpPr>
            <p:spPr>
              <a:xfrm>
                <a:off x="5652843" y="2912719"/>
                <a:ext cx="63318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4000" b="0" i="1" smtClean="0">
                        <a:solidFill>
                          <a:srgbClr val="1F898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sz="4000" dirty="0">
                    <a:solidFill>
                      <a:srgbClr val="1F898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V|</a:t>
                </a:r>
                <a:endParaRPr lang="ko-KR" altLang="en-US" sz="4000" dirty="0">
                  <a:solidFill>
                    <a:srgbClr val="1F8987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D5D486-D495-27A6-A3D1-F99195EEF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43" y="2912719"/>
                <a:ext cx="633187" cy="615553"/>
              </a:xfrm>
              <a:prstGeom prst="rect">
                <a:avLst/>
              </a:prstGeom>
              <a:blipFill>
                <a:blip r:embed="rId3"/>
                <a:stretch>
                  <a:fillRect l="-23077" t="-25743" r="-47115" b="-48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순서도: 준비 29">
            <a:extLst>
              <a:ext uri="{FF2B5EF4-FFF2-40B4-BE49-F238E27FC236}">
                <a16:creationId xmlns:a16="http://schemas.microsoft.com/office/drawing/2014/main" id="{73799D60-B805-1887-68DD-36F59546F332}"/>
              </a:ext>
            </a:extLst>
          </p:cNvPr>
          <p:cNvSpPr/>
          <p:nvPr/>
        </p:nvSpPr>
        <p:spPr>
          <a:xfrm>
            <a:off x="494948" y="2941003"/>
            <a:ext cx="11217343" cy="1000010"/>
          </a:xfrm>
          <a:prstGeom prst="flowChartPreparation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2197E5-A456-0C24-8CCA-6BAC4E90CC95}"/>
              </a:ext>
            </a:extLst>
          </p:cNvPr>
          <p:cNvSpPr txBox="1"/>
          <p:nvPr/>
        </p:nvSpPr>
        <p:spPr>
          <a:xfrm>
            <a:off x="1719977" y="3087065"/>
            <a:ext cx="8847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FF0000"/>
                </a:solidFill>
                <a:latin typeface="+mn-ea"/>
              </a:rPr>
              <a:t>전체 전하의 절대 부호를 알 수 없다</a:t>
            </a:r>
            <a:r>
              <a:rPr lang="en-US" altLang="ko-KR" sz="4000" b="1" dirty="0">
                <a:solidFill>
                  <a:srgbClr val="FF0000"/>
                </a:solidFill>
                <a:latin typeface="+mn-ea"/>
              </a:rPr>
              <a:t>.</a:t>
            </a:r>
            <a:endParaRPr lang="ko-KR" altLang="en-US" sz="4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733EEE1D-4BE2-8206-13F4-20490ABA809B}"/>
              </a:ext>
            </a:extLst>
          </p:cNvPr>
          <p:cNvSpPr/>
          <p:nvPr/>
        </p:nvSpPr>
        <p:spPr>
          <a:xfrm>
            <a:off x="5969436" y="2434468"/>
            <a:ext cx="257296" cy="47477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A6141C10-2286-2155-97E1-4DF86E964FC1}"/>
              </a:ext>
            </a:extLst>
          </p:cNvPr>
          <p:cNvSpPr/>
          <p:nvPr/>
        </p:nvSpPr>
        <p:spPr>
          <a:xfrm>
            <a:off x="5967199" y="4045282"/>
            <a:ext cx="257296" cy="47477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5A2154DC-55A1-2B41-4206-DF9608585A95}"/>
              </a:ext>
            </a:extLst>
          </p:cNvPr>
          <p:cNvSpPr/>
          <p:nvPr/>
        </p:nvSpPr>
        <p:spPr>
          <a:xfrm>
            <a:off x="1097280" y="4595405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7099D8-71F9-C93D-A057-F0B4067DD10E}"/>
              </a:ext>
            </a:extLst>
          </p:cNvPr>
          <p:cNvSpPr txBox="1"/>
          <p:nvPr/>
        </p:nvSpPr>
        <p:spPr>
          <a:xfrm>
            <a:off x="2174082" y="4652942"/>
            <a:ext cx="78133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1F8987"/>
                </a:solidFill>
                <a:latin typeface="Cambria Math"/>
              </a:defRPr>
            </a:pPr>
            <a:r>
              <a:rPr lang="en-US" sz="4000" b="1" dirty="0">
                <a:solidFill>
                  <a:srgbClr val="1F8987"/>
                </a:solidFill>
                <a:latin typeface="Cambria Math"/>
              </a:rPr>
              <a:t>V</a:t>
            </a:r>
            <a:r>
              <a:rPr lang="ko-KR" altLang="en-US" sz="4000" b="1" dirty="0">
                <a:solidFill>
                  <a:srgbClr val="1F8987"/>
                </a:solidFill>
                <a:latin typeface="Cambria Math"/>
              </a:rPr>
              <a:t>를 일부 제공해 부호를 추정한다</a:t>
            </a:r>
            <a:r>
              <a:rPr lang="en-US" altLang="ko-KR" sz="4000" b="1" dirty="0">
                <a:solidFill>
                  <a:srgbClr val="1F8987"/>
                </a:solidFill>
                <a:latin typeface="Cambria Math"/>
              </a:rPr>
              <a:t>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1F8987"/>
              </a:solidFill>
              <a:effectLst/>
              <a:uLnTx/>
              <a:uFillTx/>
              <a:latin typeface="Cambria Math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417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18"/>
    </mc:Choice>
    <mc:Fallback>
      <p:transition spd="slow" advTm="90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-0.32083 0.000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4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0.0013 -0.18472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923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 4.07407E-6 L 0 -0.1805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7" grpId="0"/>
      <p:bldP spid="17" grpId="1"/>
      <p:bldP spid="9" grpId="0"/>
      <p:bldP spid="9" grpId="1"/>
      <p:bldP spid="18" grpId="0"/>
      <p:bldP spid="18" grpId="1"/>
      <p:bldP spid="18" grpId="2"/>
      <p:bldP spid="30" grpId="0" animBg="1"/>
      <p:bldP spid="31" grpId="0"/>
      <p:bldP spid="34" grpId="0" animBg="1"/>
      <p:bldP spid="35" grpId="0" animBg="1"/>
      <p:bldP spid="36" grpId="0" animBg="1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9CA0B-6EF1-4919-2E64-DC72B34D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E69C8-C380-3F62-B744-E7ACAFE24753}"/>
              </a:ext>
            </a:extLst>
          </p:cNvPr>
          <p:cNvSpPr txBox="1"/>
          <p:nvPr/>
        </p:nvSpPr>
        <p:spPr>
          <a:xfrm>
            <a:off x="658368" y="384048"/>
            <a:ext cx="31566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 제공 형식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DCBD3-AFDA-8244-E5E7-CF449A88E79E}"/>
              </a:ext>
            </a:extLst>
          </p:cNvPr>
          <p:cNvSpPr txBox="1"/>
          <p:nvPr/>
        </p:nvSpPr>
        <p:spPr>
          <a:xfrm>
            <a:off x="676656" y="987552"/>
            <a:ext cx="533511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FFC51-DAD0-6023-76AB-1574E0400BC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325592-99F1-D97E-4A52-8D77904BFEA1}"/>
              </a:ext>
            </a:extLst>
          </p:cNvPr>
          <p:cNvSpPr/>
          <p:nvPr/>
        </p:nvSpPr>
        <p:spPr>
          <a:xfrm>
            <a:off x="1097280" y="2401394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F315CD-1989-9E71-CEF4-814D1AAF38B9}"/>
                  </a:ext>
                </a:extLst>
              </p:cNvPr>
              <p:cNvSpPr txBox="1"/>
              <p:nvPr/>
            </p:nvSpPr>
            <p:spPr>
              <a:xfrm>
                <a:off x="4571869" y="2343857"/>
                <a:ext cx="1524131" cy="879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315EBE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ar-AE" altLang="ko-KR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ar-AE" altLang="ko-KR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∝</m:t>
                          </m:r>
                          <m:r>
                            <m:rPr>
                              <m:nor/>
                            </m:rPr>
                            <a:rPr lang="en-US" altLang="ko-KR" sz="5000" b="1" i="0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kumimoji="0" lang="ko-KR" altLang="ar-AE" sz="5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ar-AE" sz="5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F315CD-1989-9E71-CEF4-814D1AAF3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69" y="2343857"/>
                <a:ext cx="1524131" cy="8792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A063F-A484-32DC-39CB-B79B1BAB4582}"/>
                  </a:ext>
                </a:extLst>
              </p:cNvPr>
              <p:cNvSpPr txBox="1"/>
              <p:nvPr/>
            </p:nvSpPr>
            <p:spPr>
              <a:xfrm>
                <a:off x="6095847" y="2274971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A063F-A484-32DC-39CB-B79B1BAB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847" y="2274971"/>
                <a:ext cx="1268168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57C3D6-FA7D-4272-1D9B-21A4FEB2B07F}"/>
                  </a:ext>
                </a:extLst>
              </p:cNvPr>
              <p:cNvSpPr txBox="1"/>
              <p:nvPr/>
            </p:nvSpPr>
            <p:spPr>
              <a:xfrm>
                <a:off x="3404284" y="2244041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57C3D6-FA7D-4272-1D9B-21A4FEB2B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84" y="2244041"/>
                <a:ext cx="1268168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A60B0-ED80-9CF2-2D10-58CF7A8386BB}"/>
                  </a:ext>
                </a:extLst>
              </p:cNvPr>
              <p:cNvSpPr txBox="1"/>
              <p:nvPr/>
            </p:nvSpPr>
            <p:spPr>
              <a:xfrm>
                <a:off x="6985708" y="2384346"/>
                <a:ext cx="1524131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457200" latinLnBrk="0">
                  <a:defRPr sz="2200" b="1">
                    <a:solidFill>
                      <a:srgbClr val="315EBE"/>
                    </a:solidFill>
                    <a:latin typeface="Cambria Math"/>
                  </a:defRPr>
                </a:pPr>
                <a14:m>
                  <m:oMath xmlns:m="http://schemas.openxmlformats.org/officeDocument/2006/math">
                    <m:r>
                      <a:rPr kumimoji="0" lang="en-US" altLang="ko-KR" sz="5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∝ </m:t>
                    </m:r>
                  </m:oMath>
                </a14:m>
                <a:r>
                  <a:rPr kumimoji="0" 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rPr>
                  <a:t>V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AA60B0-ED80-9CF2-2D10-58CF7A838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708" y="2384346"/>
                <a:ext cx="1524131" cy="861774"/>
              </a:xfrm>
              <a:prstGeom prst="rect">
                <a:avLst/>
              </a:prstGeom>
              <a:blipFill>
                <a:blip r:embed="rId5"/>
                <a:stretch>
                  <a:fillRect t="-16901" r="-6800" b="-380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794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2053">
        <p159:morph option="byObject"/>
      </p:transition>
    </mc:Choice>
    <mc:Fallback>
      <p:transition spd="med" advTm="205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475D4-A3DF-AD77-225A-87616F57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49838-EF65-16F3-80FA-08980C60ADB3}"/>
              </a:ext>
            </a:extLst>
          </p:cNvPr>
          <p:cNvSpPr txBox="1"/>
          <p:nvPr/>
        </p:nvSpPr>
        <p:spPr>
          <a:xfrm>
            <a:off x="658368" y="384048"/>
            <a:ext cx="31566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Calibri"/>
              </a:rPr>
              <a:t>1-2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 제공 형식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B8510-F7A2-0091-FBA8-DDF10C0D7E6A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9FE7F-B24E-087B-1B03-2BC845A7B480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0942931-24C7-8BE9-09A1-1F67B58DFF0D}"/>
              </a:ext>
            </a:extLst>
          </p:cNvPr>
          <p:cNvGrpSpPr/>
          <p:nvPr/>
        </p:nvGrpSpPr>
        <p:grpSpPr>
          <a:xfrm>
            <a:off x="1112367" y="4318115"/>
            <a:ext cx="9990124" cy="884445"/>
            <a:chOff x="1112367" y="4318115"/>
            <a:chExt cx="9990124" cy="884445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DB42A53D-9B10-37D7-5D46-A531DE303374}"/>
                </a:ext>
              </a:extLst>
            </p:cNvPr>
            <p:cNvSpPr/>
            <p:nvPr/>
          </p:nvSpPr>
          <p:spPr>
            <a:xfrm>
              <a:off x="1135531" y="4348858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65FC76-A2CE-5C82-3E39-FAF870DE5801}"/>
                </a:ext>
              </a:extLst>
            </p:cNvPr>
            <p:cNvSpPr/>
            <p:nvPr/>
          </p:nvSpPr>
          <p:spPr>
            <a:xfrm>
              <a:off x="1112367" y="4318115"/>
              <a:ext cx="138778" cy="884445"/>
            </a:xfrm>
            <a:prstGeom prst="rect">
              <a:avLst/>
            </a:prstGeom>
            <a:solidFill>
              <a:srgbClr val="BE41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877625-3208-90F2-C64F-5E228B00CF8A}"/>
                </a:ext>
              </a:extLst>
            </p:cNvPr>
            <p:cNvSpPr txBox="1"/>
            <p:nvPr/>
          </p:nvSpPr>
          <p:spPr>
            <a:xfrm>
              <a:off x="1307901" y="4489163"/>
              <a:ext cx="923701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5C6574"/>
                  </a:solidFill>
                </a:defRPr>
              </a:pP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KK 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이론</a:t>
              </a:r>
              <a:r>
                <a:rPr kumimoji="0" lang="ko-KR" altLang="en-US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을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정보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손실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조건을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설계하는</a:t>
              </a:r>
              <a:r>
                <a:rPr kumimoji="0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틀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로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 </a:t>
              </a:r>
              <a:r>
                <a:rPr kumimoji="0" sz="3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사용</a:t>
              </a:r>
              <a:r>
                <a:rPr lang="ko-KR" altLang="en-US" sz="3000" dirty="0">
                  <a:latin typeface="+mn-ea"/>
                </a:rPr>
                <a:t>한</a:t>
              </a:r>
              <a:r>
                <a:rPr kumimoji="0" sz="3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다.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BAE2D20-5A94-4A44-C7C8-2137168955D9}"/>
              </a:ext>
            </a:extLst>
          </p:cNvPr>
          <p:cNvGrpSpPr/>
          <p:nvPr/>
        </p:nvGrpSpPr>
        <p:grpSpPr>
          <a:xfrm>
            <a:off x="1097280" y="2244041"/>
            <a:ext cx="9966960" cy="1002079"/>
            <a:chOff x="1097280" y="2244041"/>
            <a:chExt cx="9966960" cy="100207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6635097-FECA-2FF9-0B98-B42D1F6AAC2A}"/>
                </a:ext>
              </a:extLst>
            </p:cNvPr>
            <p:cNvSpPr/>
            <p:nvPr/>
          </p:nvSpPr>
          <p:spPr>
            <a:xfrm>
              <a:off x="1097280" y="2401394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55A7A1-F644-793B-7F11-BFE1AB6EE7C2}"/>
                    </a:ext>
                  </a:extLst>
                </p:cNvPr>
                <p:cNvSpPr txBox="1"/>
                <p:nvPr/>
              </p:nvSpPr>
              <p:spPr>
                <a:xfrm>
                  <a:off x="4571869" y="2343857"/>
                  <a:ext cx="1524131" cy="8792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 defTabSz="457200" latinLnBrk="0">
                    <a:defRPr sz="2200" b="1">
                      <a:solidFill>
                        <a:srgbClr val="315EB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kumimoji="0" lang="ar-AE" altLang="ko-KR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ar-AE" altLang="ko-KR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∝</m:t>
                            </m:r>
                            <m:r>
                              <m:rPr>
                                <m:nor/>
                              </m:rPr>
                              <a:rPr lang="en-US" altLang="ko-KR" sz="5000" b="1" i="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kumimoji="0" lang="ko-KR" altLang="ar-AE" sz="5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kumimoji="0" lang="ar-AE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55A7A1-F644-793B-7F11-BFE1AB6EE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869" y="2343857"/>
                  <a:ext cx="1524131" cy="8792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2695E9-0B99-0064-8827-838298421EF5}"/>
                    </a:ext>
                  </a:extLst>
                </p:cNvPr>
                <p:cNvSpPr txBox="1"/>
                <p:nvPr/>
              </p:nvSpPr>
              <p:spPr>
                <a:xfrm>
                  <a:off x="6095847" y="2274971"/>
                  <a:ext cx="1268168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05</m:t>
                            </m:r>
                          </m:sub>
                        </m:sSub>
                      </m:oMath>
                    </m:oMathPara>
                  </a14:m>
                  <a:endParaRPr lang="ko-KR" altLang="en-US" sz="5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B2695E9-0B99-0064-8827-838298421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847" y="2274971"/>
                  <a:ext cx="1268168" cy="86177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12A6DC1-BFDB-F0A8-29A1-9A13CBB87C68}"/>
                    </a:ext>
                  </a:extLst>
                </p:cNvPr>
                <p:cNvSpPr txBox="1"/>
                <p:nvPr/>
              </p:nvSpPr>
              <p:spPr>
                <a:xfrm>
                  <a:off x="3404284" y="2244041"/>
                  <a:ext cx="1268168" cy="861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50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</m:oMath>
                    </m:oMathPara>
                  </a14:m>
                  <a:endParaRPr lang="ko-KR" altLang="en-US" sz="5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12A6DC1-BFDB-F0A8-29A1-9A13CBB87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284" y="2244041"/>
                  <a:ext cx="1268168" cy="8617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7B76F96-6948-DCBC-D5AF-622D5D850011}"/>
                    </a:ext>
                  </a:extLst>
                </p:cNvPr>
                <p:cNvSpPr txBox="1"/>
                <p:nvPr/>
              </p:nvSpPr>
              <p:spPr>
                <a:xfrm>
                  <a:off x="6985708" y="2384346"/>
                  <a:ext cx="1524131" cy="8617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 defTabSz="457200" latinLnBrk="0">
                    <a:defRPr sz="2200" b="1">
                      <a:solidFill>
                        <a:srgbClr val="315EBE"/>
                      </a:solidFill>
                      <a:latin typeface="Cambria Math"/>
                    </a:defRPr>
                  </a:pPr>
                  <a14:m>
                    <m:oMath xmlns:m="http://schemas.openxmlformats.org/officeDocument/2006/math">
                      <m:r>
                        <a:rPr kumimoji="0" lang="en-US" altLang="ko-KR" sz="5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∝ </m:t>
                      </m:r>
                    </m:oMath>
                  </a14:m>
                  <a:r>
                    <a:rPr kumimoji="0" lang="en-US" sz="5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mbria Math"/>
                      <a:ea typeface="+mn-ea"/>
                      <a:cs typeface="+mn-cs"/>
                    </a:rPr>
                    <a:t>V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7B76F96-6948-DCBC-D5AF-622D5D850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5708" y="2384346"/>
                  <a:ext cx="1524131" cy="861774"/>
                </a:xfrm>
                <a:prstGeom prst="rect">
                  <a:avLst/>
                </a:prstGeom>
                <a:blipFill>
                  <a:blip r:embed="rId6"/>
                  <a:stretch>
                    <a:fillRect t="-16901" r="-6800" b="-3802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38DD6B-CB09-B8E5-9BED-3F1CA4538B40}"/>
              </a:ext>
            </a:extLst>
          </p:cNvPr>
          <p:cNvGrpSpPr/>
          <p:nvPr/>
        </p:nvGrpSpPr>
        <p:grpSpPr>
          <a:xfrm>
            <a:off x="1112367" y="3017520"/>
            <a:ext cx="9966960" cy="822960"/>
            <a:chOff x="1112367" y="2875600"/>
            <a:chExt cx="9966960" cy="822960"/>
          </a:xfrm>
        </p:grpSpPr>
        <p:sp>
          <p:nvSpPr>
            <p:cNvPr id="17" name="Rounded Rectangle 9">
              <a:extLst>
                <a:ext uri="{FF2B5EF4-FFF2-40B4-BE49-F238E27FC236}">
                  <a16:creationId xmlns:a16="http://schemas.microsoft.com/office/drawing/2014/main" id="{2F432E39-22A9-E026-A7AB-09A5CBF740EB}"/>
                </a:ext>
              </a:extLst>
            </p:cNvPr>
            <p:cNvSpPr/>
            <p:nvPr/>
          </p:nvSpPr>
          <p:spPr>
            <a:xfrm>
              <a:off x="1112367" y="2875600"/>
              <a:ext cx="9966960" cy="822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6EBF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D0AC1E3-8D78-2198-269F-58D8577DE17D}"/>
                    </a:ext>
                  </a:extLst>
                </p:cNvPr>
                <p:cNvSpPr txBox="1"/>
                <p:nvPr/>
              </p:nvSpPr>
              <p:spPr>
                <a:xfrm>
                  <a:off x="1288831" y="2933137"/>
                  <a:ext cx="962957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0" lang="en-US" altLang="ko-KR" sz="4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F898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a14:m>
                  <a:r>
                    <a:rPr lang="en-US" altLang="ko-KR" sz="4000" dirty="0">
                      <a:solidFill>
                        <a:srgbClr val="1F8987"/>
                      </a:solidFill>
                    </a:rPr>
                    <a:t> 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4000" i="1">
                              <a:solidFill>
                                <a:srgbClr val="1F8987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a14:m>
                  <a:r>
                    <a:rPr lang="ko-KR" altLang="en-US" sz="4000" dirty="0">
                      <a:solidFill>
                        <a:srgbClr val="1F8987"/>
                      </a:solidFill>
                    </a:rPr>
                    <a:t> </a:t>
                  </a:r>
                  <a:r>
                    <a:rPr lang="ko-KR" altLang="en-US" sz="4000" b="1" dirty="0">
                      <a:solidFill>
                        <a:srgbClr val="1F8987"/>
                      </a:solidFill>
                    </a:rPr>
                    <a:t>로 부호와 분포를 동시에 판별한다</a:t>
                  </a:r>
                  <a:r>
                    <a:rPr lang="en-US" altLang="ko-KR" sz="4000" b="1" dirty="0">
                      <a:solidFill>
                        <a:srgbClr val="1F8987"/>
                      </a:solidFill>
                    </a:rPr>
                    <a:t>.</a:t>
                  </a:r>
                  <a:endParaRPr lang="ko-KR" altLang="en-US" sz="4000" b="1" dirty="0">
                    <a:solidFill>
                      <a:srgbClr val="1F8987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D0AC1E3-8D78-2198-269F-58D8577DE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831" y="2933137"/>
                  <a:ext cx="9629578" cy="707886"/>
                </a:xfrm>
                <a:prstGeom prst="rect">
                  <a:avLst/>
                </a:prstGeom>
                <a:blipFill>
                  <a:blip r:embed="rId7"/>
                  <a:stretch>
                    <a:fillRect t="-17949" r="-2975" b="-358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676A02E-6691-498A-A143-C59A70B763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5384" t="25258" r="7213" b="4434"/>
          <a:stretch>
            <a:fillRect/>
          </a:stretch>
        </p:blipFill>
        <p:spPr>
          <a:xfrm>
            <a:off x="5751583" y="-766212"/>
            <a:ext cx="367428" cy="530270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5637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87"/>
    </mc:Choice>
    <mc:Fallback>
      <p:transition spd="slow" advTm="38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L 0.0013 -0.1162 " pathEditMode="relative" rAng="0" ptsTypes="AA">
                                      <p:cBhvr>
                                        <p:cTn id="6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10BB-50DA-6C3B-0C8B-3BA9812D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56FFD3-4205-E8D2-4A88-E77CC1CE0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5674"/>
            <a:ext cx="12192528" cy="685829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EDE078E-80A8-9335-7D38-7AB2363C96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84" t="25258" r="7213" b="4434"/>
          <a:stretch>
            <a:fillRect/>
          </a:stretch>
        </p:blipFill>
        <p:spPr>
          <a:xfrm>
            <a:off x="7974687" y="1656051"/>
            <a:ext cx="3340987" cy="4821690"/>
          </a:xfrm>
          <a:custGeom>
            <a:avLst/>
            <a:gdLst>
              <a:gd name="csX0" fmla="*/ 0 w 3340987"/>
              <a:gd name="csY0" fmla="*/ 0 h 4821690"/>
              <a:gd name="csX1" fmla="*/ 3340987 w 3340987"/>
              <a:gd name="csY1" fmla="*/ 0 h 4821690"/>
              <a:gd name="csX2" fmla="*/ 3340987 w 3340987"/>
              <a:gd name="csY2" fmla="*/ 4821690 h 4821690"/>
              <a:gd name="csX3" fmla="*/ 0 w 3340987"/>
              <a:gd name="csY3" fmla="*/ 4821690 h 4821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40987" h="4821690">
                <a:moveTo>
                  <a:pt x="0" y="0"/>
                </a:moveTo>
                <a:lnTo>
                  <a:pt x="3340987" y="0"/>
                </a:lnTo>
                <a:lnTo>
                  <a:pt x="3340987" y="4821690"/>
                </a:lnTo>
                <a:lnTo>
                  <a:pt x="0" y="4821690"/>
                </a:lnTo>
                <a:close/>
              </a:path>
            </a:pathLst>
          </a:cu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889F80C-57B6-82B2-3582-A3802EEF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070" t="60412" r="15740" b="33763"/>
          <a:stretch>
            <a:fillRect/>
          </a:stretch>
        </p:blipFill>
        <p:spPr>
          <a:xfrm>
            <a:off x="8792923" y="4066896"/>
            <a:ext cx="1973943" cy="399450"/>
          </a:xfrm>
          <a:custGeom>
            <a:avLst/>
            <a:gdLst>
              <a:gd name="csX0" fmla="*/ 0 w 1973943"/>
              <a:gd name="csY0" fmla="*/ 0 h 399450"/>
              <a:gd name="csX1" fmla="*/ 1973943 w 1973943"/>
              <a:gd name="csY1" fmla="*/ 0 h 399450"/>
              <a:gd name="csX2" fmla="*/ 1973943 w 1973943"/>
              <a:gd name="csY2" fmla="*/ 399450 h 399450"/>
              <a:gd name="csX3" fmla="*/ 0 w 1973943"/>
              <a:gd name="csY3" fmla="*/ 399450 h 399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73943" h="399450">
                <a:moveTo>
                  <a:pt x="0" y="0"/>
                </a:moveTo>
                <a:lnTo>
                  <a:pt x="1973943" y="0"/>
                </a:lnTo>
                <a:lnTo>
                  <a:pt x="1973943" y="399450"/>
                </a:lnTo>
                <a:lnTo>
                  <a:pt x="0" y="399450"/>
                </a:lnTo>
                <a:close/>
              </a:path>
            </a:pathLst>
          </a:cu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9FEC122-8DDD-815E-BB22-5768A8EF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23" t="60310" r="57378" b="33865"/>
          <a:stretch>
            <a:fillRect/>
          </a:stretch>
        </p:blipFill>
        <p:spPr>
          <a:xfrm>
            <a:off x="8244115" y="4066896"/>
            <a:ext cx="572877" cy="399450"/>
          </a:xfrm>
          <a:custGeom>
            <a:avLst/>
            <a:gdLst>
              <a:gd name="csX0" fmla="*/ 0 w 572877"/>
              <a:gd name="csY0" fmla="*/ 0 h 399450"/>
              <a:gd name="csX1" fmla="*/ 572877 w 572877"/>
              <a:gd name="csY1" fmla="*/ 0 h 399450"/>
              <a:gd name="csX2" fmla="*/ 572877 w 572877"/>
              <a:gd name="csY2" fmla="*/ 399450 h 399450"/>
              <a:gd name="csX3" fmla="*/ 0 w 572877"/>
              <a:gd name="csY3" fmla="*/ 399450 h 399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2877" h="399450">
                <a:moveTo>
                  <a:pt x="0" y="0"/>
                </a:moveTo>
                <a:lnTo>
                  <a:pt x="572877" y="0"/>
                </a:lnTo>
                <a:lnTo>
                  <a:pt x="572877" y="399450"/>
                </a:lnTo>
                <a:lnTo>
                  <a:pt x="0" y="399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8479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00" advClick="0" advTm="1094">
        <p159:morph option="byObject"/>
      </p:transition>
    </mc:Choice>
    <mc:Fallback>
      <p:transition advClick="0" advTm="109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40E450-7FA1-9578-C013-A1D8B9137E47}"/>
              </a:ext>
            </a:extLst>
          </p:cNvPr>
          <p:cNvSpPr txBox="1"/>
          <p:nvPr/>
        </p:nvSpPr>
        <p:spPr>
          <a:xfrm>
            <a:off x="658368" y="384048"/>
            <a:ext cx="2146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A0E533E-718E-D8FA-EF65-641D3A69B2AC}"/>
              </a:ext>
            </a:extLst>
          </p:cNvPr>
          <p:cNvSpPr/>
          <p:nvPr/>
        </p:nvSpPr>
        <p:spPr>
          <a:xfrm>
            <a:off x="788310" y="3309256"/>
            <a:ext cx="1625600" cy="16256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생성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3050C30-6050-D73C-3518-D2BAACB86266}"/>
              </a:ext>
            </a:extLst>
          </p:cNvPr>
          <p:cNvSpPr/>
          <p:nvPr/>
        </p:nvSpPr>
        <p:spPr>
          <a:xfrm>
            <a:off x="5283200" y="885371"/>
            <a:ext cx="1625600" cy="1625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학습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2DC5491-5AB0-99CC-3D8D-BD5463717465}"/>
              </a:ext>
            </a:extLst>
          </p:cNvPr>
          <p:cNvSpPr/>
          <p:nvPr/>
        </p:nvSpPr>
        <p:spPr>
          <a:xfrm>
            <a:off x="10014857" y="2394858"/>
            <a:ext cx="1625600" cy="1625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분석</a:t>
            </a: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6F62DF6-C2AC-E5D6-B889-9C9617ABAE6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2413910" y="1698171"/>
            <a:ext cx="2869290" cy="2423885"/>
          </a:xfrm>
          <a:prstGeom prst="curvedConnector3">
            <a:avLst>
              <a:gd name="adj1" fmla="val 368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3F417224-6A7B-1A9A-CF35-147FF157687C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>
            <a:off x="6908800" y="1698171"/>
            <a:ext cx="3918857" cy="696687"/>
          </a:xfrm>
          <a:prstGeom prst="curved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A7B9442-14B3-6DB8-6B16-124220682742}"/>
              </a:ext>
            </a:extLst>
          </p:cNvPr>
          <p:cNvSpPr/>
          <p:nvPr/>
        </p:nvSpPr>
        <p:spPr>
          <a:xfrm>
            <a:off x="788310" y="3309256"/>
            <a:ext cx="1625600" cy="16256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 생성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5A5ED51-215A-C211-73B9-7B6EBE697DDD}"/>
              </a:ext>
            </a:extLst>
          </p:cNvPr>
          <p:cNvSpPr/>
          <p:nvPr/>
        </p:nvSpPr>
        <p:spPr>
          <a:xfrm>
            <a:off x="5283200" y="878114"/>
            <a:ext cx="1625600" cy="16256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학습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6D13126-26CC-36D8-E21E-486A5C30DC7C}"/>
              </a:ext>
            </a:extLst>
          </p:cNvPr>
          <p:cNvSpPr/>
          <p:nvPr/>
        </p:nvSpPr>
        <p:spPr>
          <a:xfrm>
            <a:off x="10014857" y="2394858"/>
            <a:ext cx="1625600" cy="16256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분석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779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37"/>
    </mc:Choice>
    <mc:Fallback>
      <p:transition spd="slow" advTm="98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30" grpId="0" animBg="1"/>
      <p:bldP spid="33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748D1-3598-523D-439D-4AEF7172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BE9A5-2378-3CB9-27F2-4A31ADF93090}"/>
              </a:ext>
            </a:extLst>
          </p:cNvPr>
          <p:cNvSpPr txBox="1"/>
          <p:nvPr/>
        </p:nvSpPr>
        <p:spPr>
          <a:xfrm>
            <a:off x="658368" y="384048"/>
            <a:ext cx="46810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F8F9FC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F8F9FC"/>
                </a:solidFill>
                <a:latin typeface="+mj-ea"/>
                <a:ea typeface="+mj-ea"/>
              </a:rPr>
              <a:t>-1)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데이터 생성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998AC-C1C4-4F15-5F44-DE29A93AE839}"/>
              </a:ext>
            </a:extLst>
          </p:cNvPr>
          <p:cNvSpPr txBox="1"/>
          <p:nvPr/>
        </p:nvSpPr>
        <p:spPr>
          <a:xfrm>
            <a:off x="676656" y="987552"/>
            <a:ext cx="393248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랜덤한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위치와 전하량을 지닌 전하 데이터를 생성한다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DE99E-B3BF-88B4-C1B8-5F8B4F05E524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모델 16">
                <a:extLst>
                  <a:ext uri="{FF2B5EF4-FFF2-40B4-BE49-F238E27FC236}">
                    <a16:creationId xmlns:a16="http://schemas.microsoft.com/office/drawing/2014/main" id="{72E3BAE6-43C6-888A-0390-6A853A23E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7971485"/>
                  </p:ext>
                </p:extLst>
              </p:nvPr>
            </p:nvGraphicFramePr>
            <p:xfrm>
              <a:off x="3400185" y="1632777"/>
              <a:ext cx="5391625" cy="406263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391625" cy="4062634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8000" ay="2226000" az="858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5426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모델 16">
                <a:extLst>
                  <a:ext uri="{FF2B5EF4-FFF2-40B4-BE49-F238E27FC236}">
                    <a16:creationId xmlns:a16="http://schemas.microsoft.com/office/drawing/2014/main" id="{72E3BAE6-43C6-888A-0390-6A853A23E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0185" y="1632777"/>
                <a:ext cx="5391625" cy="40626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95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"/>
    </mc:Choice>
    <mc:Fallback>
      <p:transition spd="slow" advTm="154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1329D-0646-63B1-A53C-8FB98B12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7DC12200-6C6F-D332-D209-14C5418423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0444406"/>
                  </p:ext>
                </p:extLst>
              </p:nvPr>
            </p:nvGraphicFramePr>
            <p:xfrm>
              <a:off x="3375814" y="1614563"/>
              <a:ext cx="5440362" cy="40993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40362" cy="4099395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6136" ay="2224263" az="8551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7DC12200-6C6F-D332-D209-14C5418423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5814" y="1614563"/>
                <a:ext cx="5440362" cy="409939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7909E15-DD4D-99F8-7038-64061AFCBA28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E4316-8938-D60F-16F0-AFE3967893CD}"/>
              </a:ext>
            </a:extLst>
          </p:cNvPr>
          <p:cNvSpPr txBox="1"/>
          <p:nvPr/>
        </p:nvSpPr>
        <p:spPr>
          <a:xfrm>
            <a:off x="658368" y="384048"/>
            <a:ext cx="46810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F8F9FC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F8F9FC"/>
                </a:solidFill>
                <a:latin typeface="+mj-ea"/>
                <a:ea typeface="+mj-ea"/>
              </a:rPr>
              <a:t>-1) </a:t>
            </a:r>
            <a:r>
              <a:rPr lang="ko-KR" altLang="en-US" sz="2800" b="1" dirty="0">
                <a:solidFill>
                  <a:srgbClr val="F8F9FC"/>
                </a:solidFill>
                <a:latin typeface="+mj-ea"/>
                <a:ea typeface="+mj-ea"/>
              </a:rPr>
              <a:t>데이터 생성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8CEAB-98F6-0E33-44E5-E42970E1079F}"/>
              </a:ext>
            </a:extLst>
          </p:cNvPr>
          <p:cNvSpPr txBox="1"/>
          <p:nvPr/>
        </p:nvSpPr>
        <p:spPr>
          <a:xfrm>
            <a:off x="676656" y="987552"/>
            <a:ext cx="393248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랜덤한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위치와 전하량을 지닌 전하 데이터를 생성한다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167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99">
        <p:fade/>
      </p:transition>
    </mc:Choice>
    <mc:Fallback>
      <p:transition spd="med" advTm="999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384048"/>
            <a:ext cx="59298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2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0"/>
    </mc:Choice>
    <mc:Fallback>
      <p:transition spd="slow" advTm="152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5D75E-EA4D-E2D8-BEB1-3E5DC719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CBB5F0CD-45E9-934A-0798-DECAD41880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75814" y="1614563"/>
              <a:ext cx="5440362" cy="40993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40362" cy="4099395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26136" ay="2224263" az="8551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CBB5F0CD-45E9-934A-0798-DECAD41880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5814" y="1614563"/>
                <a:ext cx="5440362" cy="4099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2B5591-028E-44DA-BBDC-A27F258F2BE0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2B5591-028E-44DA-BBDC-A27F258F2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0FB614-6CF5-A12C-2A1D-77DB975F2170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B2917-B4DA-46EE-D7D6-C0EF9EFA83C2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85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24">
        <p:fade/>
      </p:transition>
    </mc:Choice>
    <mc:Fallback>
      <p:transition spd="med" advTm="1524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7E708-7325-3D2C-A311-44C01838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모델 1">
                <a:extLst>
                  <a:ext uri="{FF2B5EF4-FFF2-40B4-BE49-F238E27FC236}">
                    <a16:creationId xmlns:a16="http://schemas.microsoft.com/office/drawing/2014/main" id="{3B0A65F5-1AF3-F77B-B551-A3F05A8F7A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121049"/>
                  </p:ext>
                </p:extLst>
              </p:nvPr>
            </p:nvGraphicFramePr>
            <p:xfrm>
              <a:off x="4077826" y="1640464"/>
              <a:ext cx="4036324" cy="404757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36324" cy="404757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6104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모델 1">
                <a:extLst>
                  <a:ext uri="{FF2B5EF4-FFF2-40B4-BE49-F238E27FC236}">
                    <a16:creationId xmlns:a16="http://schemas.microsoft.com/office/drawing/2014/main" id="{3B0A65F5-1AF3-F77B-B551-A3F05A8F7A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7826" y="1640464"/>
                <a:ext cx="4036324" cy="4047579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05CA33C-E61B-F9AE-B0B6-68031ABF75AD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4718C-0810-0F4B-36F2-340A4BCA9F47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B5E22-949F-CD1F-B403-A47ED75BFBE3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B5E22-949F-CD1F-B403-A47ED75BF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552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940">
        <p159:morph option="byObject"/>
      </p:transition>
    </mc:Choice>
    <mc:Fallback>
      <p:transition advTm="194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F32AA-53D4-3A68-8C29-2B2C37D6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7637C3C-D6BC-5785-F08C-F2A2AEF4ED32}"/>
              </a:ext>
            </a:extLst>
          </p:cNvPr>
          <p:cNvSpPr/>
          <p:nvPr/>
        </p:nvSpPr>
        <p:spPr>
          <a:xfrm>
            <a:off x="2831487" y="1394460"/>
            <a:ext cx="5971473" cy="48360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모델 8">
                <a:extLst>
                  <a:ext uri="{FF2B5EF4-FFF2-40B4-BE49-F238E27FC236}">
                    <a16:creationId xmlns:a16="http://schemas.microsoft.com/office/drawing/2014/main" id="{E7D4BBBC-B78D-A094-ABF7-E6138106AE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8367" y="1595932"/>
              <a:ext cx="4015965" cy="39208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15965" cy="3920800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8138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모델 8">
                <a:extLst>
                  <a:ext uri="{FF2B5EF4-FFF2-40B4-BE49-F238E27FC236}">
                    <a16:creationId xmlns:a16="http://schemas.microsoft.com/office/drawing/2014/main" id="{E7D4BBBC-B78D-A094-ABF7-E6138106AE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8367" y="1595932"/>
                <a:ext cx="4015965" cy="39208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8114BFC-403F-9FE6-A276-2F4876D62A5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80BF1-CF2C-AB1E-4B1D-CA38CAC634B9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2D596-DEF6-25C6-76B1-46FBD9720423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2D596-DEF6-25C6-76B1-46FBD9720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4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916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 advClick="0" advTm="1931">
        <p:fade/>
      </p:transition>
    </mc:Choice>
    <mc:Fallback>
      <p:transition advClick="0" advTm="1931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3C93A-869F-1D4C-DE35-5BFF7790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모델 12">
                <a:extLst>
                  <a:ext uri="{FF2B5EF4-FFF2-40B4-BE49-F238E27FC236}">
                    <a16:creationId xmlns:a16="http://schemas.microsoft.com/office/drawing/2014/main" id="{BAF36BA3-3A91-8118-D61F-D6433E7272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0986538"/>
                  </p:ext>
                </p:extLst>
              </p:nvPr>
            </p:nvGraphicFramePr>
            <p:xfrm>
              <a:off x="3938786" y="1012769"/>
              <a:ext cx="4121630" cy="341964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121630" cy="3419643"/>
                    </a:xfrm>
                    <a:prstGeom prst="rect">
                      <a:avLst/>
                    </a:prstGeom>
                  </am3d:spPr>
                  <am3d:camera>
                    <am3d:pos x="0" y="0" z="699079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7914597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530000" ay="21546000" az="21576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모델 12">
                <a:extLst>
                  <a:ext uri="{FF2B5EF4-FFF2-40B4-BE49-F238E27FC236}">
                    <a16:creationId xmlns:a16="http://schemas.microsoft.com/office/drawing/2014/main" id="{BAF36BA3-3A91-8118-D61F-D6433E7272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8786" y="1012769"/>
                <a:ext cx="4121630" cy="3419643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E77B90-42CF-D43E-64A4-B5B45B2B8814}"/>
              </a:ext>
            </a:extLst>
          </p:cNvPr>
          <p:cNvSpPr/>
          <p:nvPr/>
        </p:nvSpPr>
        <p:spPr>
          <a:xfrm>
            <a:off x="2831487" y="1394460"/>
            <a:ext cx="5971473" cy="48360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1AF5B-4967-EB7C-0E2E-16B61111419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65E8391-5996-E848-FAF3-AC2064069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8" name="3D 모델 107">
                <a:extLst>
                  <a:ext uri="{FF2B5EF4-FFF2-40B4-BE49-F238E27FC236}">
                    <a16:creationId xmlns:a16="http://schemas.microsoft.com/office/drawing/2014/main" id="{7B7B72F5-7CC7-8A21-AB46-1AA0296452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8594935"/>
                  </p:ext>
                </p:extLst>
              </p:nvPr>
            </p:nvGraphicFramePr>
            <p:xfrm>
              <a:off x="4133270" y="2198004"/>
              <a:ext cx="3925446" cy="2461977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925446" cy="2461977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531817" ay="-53333" az="-2543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8" name="3D 모델 107">
                <a:extLst>
                  <a:ext uri="{FF2B5EF4-FFF2-40B4-BE49-F238E27FC236}">
                    <a16:creationId xmlns:a16="http://schemas.microsoft.com/office/drawing/2014/main" id="{7B7B72F5-7CC7-8A21-AB46-1AA0296452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3270" y="2198004"/>
                <a:ext cx="3925446" cy="2461977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0A5CDB8D-3BEC-DB36-7F6C-4B2FACE52A8E}"/>
              </a:ext>
            </a:extLst>
          </p:cNvPr>
          <p:cNvSpPr/>
          <p:nvPr/>
        </p:nvSpPr>
        <p:spPr>
          <a:xfrm>
            <a:off x="3228605" y="1451113"/>
            <a:ext cx="957674" cy="4532243"/>
          </a:xfrm>
          <a:prstGeom prst="leftBrace">
            <a:avLst>
              <a:gd name="adj1" fmla="val 33241"/>
              <a:gd name="adj2" fmla="val 50000"/>
            </a:avLst>
          </a:prstGeom>
          <a:ln>
            <a:solidFill>
              <a:srgbClr val="F8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087F080C-A33F-12FE-866F-44255930882B}"/>
              </a:ext>
            </a:extLst>
          </p:cNvPr>
          <p:cNvSpPr/>
          <p:nvPr/>
        </p:nvSpPr>
        <p:spPr>
          <a:xfrm rot="10800000">
            <a:off x="7700920" y="1451113"/>
            <a:ext cx="957674" cy="4532243"/>
          </a:xfrm>
          <a:prstGeom prst="leftBrace">
            <a:avLst>
              <a:gd name="adj1" fmla="val 33241"/>
              <a:gd name="adj2" fmla="val 50000"/>
            </a:avLst>
          </a:prstGeom>
          <a:ln>
            <a:solidFill>
              <a:srgbClr val="F8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823BF-79E0-D1D4-DFA3-A3BF05548D21}"/>
              </a:ext>
            </a:extLst>
          </p:cNvPr>
          <p:cNvSpPr txBox="1"/>
          <p:nvPr/>
        </p:nvSpPr>
        <p:spPr>
          <a:xfrm>
            <a:off x="8223030" y="789110"/>
            <a:ext cx="6815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0" dirty="0">
                <a:solidFill>
                  <a:srgbClr val="F8F9F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endParaRPr lang="ko-KR" altLang="en-US" sz="7000" dirty="0">
              <a:solidFill>
                <a:srgbClr val="F8F9FC"/>
              </a:solidFill>
              <a:latin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9851A-293F-B5CA-6CEF-147F453DDA75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8071E-8EC2-D18F-490B-DC79667F393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8071E-8EC2-D18F-490B-DC79667F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8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43264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790">
        <p159:morph option="byObject"/>
      </p:transition>
    </mc:Choice>
    <mc:Fallback>
      <p:transition spd="slow" advTm="77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2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00"/>
                            </p:stCondLst>
                            <p:childTnLst>
                              <p:par>
                                <p:cTn id="53" presetID="37" presetClass="emph" presetSubtype="2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  <p:bldP spid="8" grpId="1" animBg="1"/>
      <p:bldP spid="10" grpId="0" animBg="1"/>
      <p:bldP spid="10" grpId="1" animBg="1"/>
      <p:bldP spid="11" grpId="0"/>
      <p:bldP spid="1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F4CAA-F2D0-3A9C-0F4D-00EC5988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모델 12">
                <a:extLst>
                  <a:ext uri="{FF2B5EF4-FFF2-40B4-BE49-F238E27FC236}">
                    <a16:creationId xmlns:a16="http://schemas.microsoft.com/office/drawing/2014/main" id="{63966113-A802-A6FC-8E3D-CA2A52B85E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1490623"/>
                  </p:ext>
                </p:extLst>
              </p:nvPr>
            </p:nvGraphicFramePr>
            <p:xfrm>
              <a:off x="3646655" y="1585384"/>
              <a:ext cx="4563406" cy="452533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563406" cy="4525330"/>
                    </a:xfrm>
                    <a:prstGeom prst="rect">
                      <a:avLst/>
                    </a:prstGeom>
                  </am3d:spPr>
                  <am3d:camera>
                    <am3d:pos x="0" y="0" z="699079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7914597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0208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모델 12">
                <a:extLst>
                  <a:ext uri="{FF2B5EF4-FFF2-40B4-BE49-F238E27FC236}">
                    <a16:creationId xmlns:a16="http://schemas.microsoft.com/office/drawing/2014/main" id="{63966113-A802-A6FC-8E3D-CA2A52B85E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6655" y="1585384"/>
                <a:ext cx="4563406" cy="452533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A0861F5-A3FC-AE15-C89B-BAC50A812D95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81DAAA6-D212-F738-BA90-A4A0B52A7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2F9AEB-31A3-A3F8-D753-9CE076D79F7D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8F9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F8F9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46466-72AA-D1EA-F6F1-51AF22C9683D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646466-72AA-D1EA-F6F1-51AF22C96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5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156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548">
        <p159:morph option="byObject"/>
      </p:transition>
    </mc:Choice>
    <mc:Fallback>
      <p:transition spd="slow" advTm="2548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06158-0DD3-68E5-7E15-90C0B810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그림 106">
            <a:extLst>
              <a:ext uri="{FF2B5EF4-FFF2-40B4-BE49-F238E27FC236}">
                <a16:creationId xmlns:a16="http://schemas.microsoft.com/office/drawing/2014/main" id="{3A60D189-A06C-CE31-4FFE-2563ACF76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146" y="1256508"/>
            <a:ext cx="7119707" cy="53397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3A88B9-AAEF-96A0-AF9C-E39D714ED94F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사다리꼴 84">
            <a:extLst>
              <a:ext uri="{FF2B5EF4-FFF2-40B4-BE49-F238E27FC236}">
                <a16:creationId xmlns:a16="http://schemas.microsoft.com/office/drawing/2014/main" id="{00CE6084-FF98-8951-2DA8-CC2FED5A6A6D}"/>
              </a:ext>
            </a:extLst>
          </p:cNvPr>
          <p:cNvSpPr/>
          <p:nvPr/>
        </p:nvSpPr>
        <p:spPr>
          <a:xfrm>
            <a:off x="2485961" y="1817858"/>
            <a:ext cx="6607854" cy="4449592"/>
          </a:xfrm>
          <a:prstGeom prst="trapezoid">
            <a:avLst>
              <a:gd name="adj" fmla="val 29067"/>
            </a:avLst>
          </a:prstGeom>
          <a:solidFill>
            <a:srgbClr val="FF0000">
              <a:alpha val="15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1C4D2B9-DA4E-8FAF-0156-4142C92B15B9}"/>
              </a:ext>
            </a:extLst>
          </p:cNvPr>
          <p:cNvCxnSpPr/>
          <p:nvPr/>
        </p:nvCxnSpPr>
        <p:spPr>
          <a:xfrm>
            <a:off x="3752193" y="1885556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508F148-84EB-F3B5-0A3C-91333D909C7E}"/>
              </a:ext>
            </a:extLst>
          </p:cNvPr>
          <p:cNvCxnSpPr/>
          <p:nvPr/>
        </p:nvCxnSpPr>
        <p:spPr>
          <a:xfrm>
            <a:off x="3752193" y="1895694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CE8FE69-D87C-8626-65B4-F47A1FCC5803}"/>
              </a:ext>
            </a:extLst>
          </p:cNvPr>
          <p:cNvCxnSpPr/>
          <p:nvPr/>
        </p:nvCxnSpPr>
        <p:spPr>
          <a:xfrm>
            <a:off x="3717380" y="1885556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28F8AF2-B134-4AA0-D543-CF5B90213D1A}"/>
              </a:ext>
            </a:extLst>
          </p:cNvPr>
          <p:cNvCxnSpPr/>
          <p:nvPr/>
        </p:nvCxnSpPr>
        <p:spPr>
          <a:xfrm>
            <a:off x="3717380" y="1895694"/>
            <a:ext cx="4099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그림 95">
            <a:extLst>
              <a:ext uri="{FF2B5EF4-FFF2-40B4-BE49-F238E27FC236}">
                <a16:creationId xmlns:a16="http://schemas.microsoft.com/office/drawing/2014/main" id="{EAE6E741-9F76-AFFB-5A91-BA982CF12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C3CCE3-53FE-2548-6509-EECD7C97256B}"/>
              </a:ext>
            </a:extLst>
          </p:cNvPr>
          <p:cNvSpPr txBox="1"/>
          <p:nvPr/>
        </p:nvSpPr>
        <p:spPr>
          <a:xfrm>
            <a:off x="1075553" y="2056843"/>
            <a:ext cx="459474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봉우리의 위치</a:t>
            </a:r>
            <a:r>
              <a:rPr lang="en-US" altLang="ko-KR" sz="3000" b="1" dirty="0"/>
              <a:t>, </a:t>
            </a:r>
            <a:r>
              <a:rPr lang="ko-KR" altLang="en-US" sz="3000" b="1" dirty="0"/>
              <a:t>폭</a:t>
            </a:r>
            <a:r>
              <a:rPr lang="en-US" altLang="ko-KR" sz="3000" b="1" dirty="0"/>
              <a:t>, </a:t>
            </a:r>
            <a:r>
              <a:rPr lang="ko-KR" altLang="en-US" sz="3000" b="1" dirty="0"/>
              <a:t>세기 등 공간적 패턴을 학습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B5202-DB80-7E15-C9C2-D225A20D843A}"/>
              </a:ext>
            </a:extLst>
          </p:cNvPr>
          <p:cNvSpPr txBox="1"/>
          <p:nvPr/>
        </p:nvSpPr>
        <p:spPr>
          <a:xfrm>
            <a:off x="676656" y="987552"/>
            <a:ext cx="3057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생성한 데이터의 공간적 특징을 학습한다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8A9403-C541-2E80-F8E4-58B8885DB507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AI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</a:t>
                </a: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1)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ko-KR" alt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sub>
                    </m:sSub>
                  </m:oMath>
                </a14:m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 격자 </a:t>
                </a:r>
                <a:r>
                  <a:rPr lang="en-US" altLang="ko-KR" sz="2800" b="1" dirty="0">
                    <a:solidFill>
                      <a:schemeClr val="tx1"/>
                    </a:solidFill>
                    <a:latin typeface="+mj-ea"/>
                  </a:rPr>
                  <a:t>CNN </a:t>
                </a:r>
                <a:r>
                  <a:rPr lang="ko-KR" altLang="en-US" sz="2800" b="1" dirty="0">
                    <a:solidFill>
                      <a:schemeClr val="tx1"/>
                    </a:solidFill>
                    <a:latin typeface="+mj-ea"/>
                  </a:rPr>
                  <a:t>학습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8A9403-C541-2E80-F8E4-58B8885D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4330481" cy="523220"/>
              </a:xfrm>
              <a:prstGeom prst="rect">
                <a:avLst/>
              </a:prstGeom>
              <a:blipFill>
                <a:blip r:embed="rId5"/>
                <a:stretch>
                  <a:fillRect l="-2817" t="-11628" r="-1831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79406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836">
        <p:fade/>
      </p:transition>
    </mc:Choice>
    <mc:Fallback>
      <p:transition spd="med" advTm="783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-1.45833E-6 0.59907 " pathEditMode="relative" rAng="0" ptsTypes="AA">
                                      <p:cBhvr>
                                        <p:cTn id="14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-1.45833E-6 0.59907 " pathEditMode="relative" rAng="0" ptsTypes="AA">
                                      <p:cBhvr>
                                        <p:cTn id="23" dur="400" spd="-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0 L 3.125E-6 0.59907 " pathEditMode="relative" rAng="0" ptsTypes="AA">
                                      <p:cBhvr>
                                        <p:cTn id="31" dur="4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3.125E-6 0.59907 " pathEditMode="relative" rAng="0" ptsTypes="AA">
                                      <p:cBhvr>
                                        <p:cTn id="40" dur="4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1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63664-5E52-31DB-1EFE-D1ACD1E8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FBC69E-1B02-F972-09BB-4735D6AE0823}"/>
              </a:ext>
            </a:extLst>
          </p:cNvPr>
          <p:cNvSpPr txBox="1"/>
          <p:nvPr/>
        </p:nvSpPr>
        <p:spPr>
          <a:xfrm>
            <a:off x="658368" y="384048"/>
            <a:ext cx="5803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B5EE4-17DC-5E32-495F-7B68DE102C74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575F9B-2F82-9D36-8029-469A0E793394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9D9591-AA85-C4DD-20EF-CC466778A6B1}"/>
              </a:ext>
            </a:extLst>
          </p:cNvPr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72024-9A7E-DBC4-8A6F-9E0AE0B22236}"/>
              </a:ext>
            </a:extLst>
          </p:cNvPr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F2B8C-AA98-328E-AAD4-39309F13ED5C}"/>
              </a:ext>
            </a:extLst>
          </p:cNvPr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3DFFEE-ACD2-FA61-85E6-F8C91FA9B4E4}"/>
                  </a:ext>
                </a:extLst>
              </p:cNvPr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3DFFEE-ACD2-FA61-85E6-F8C91FA9B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2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80D610-9473-5058-5178-F686734BA0E8}"/>
              </a:ext>
            </a:extLst>
          </p:cNvPr>
          <p:cNvSpPr/>
          <p:nvPr/>
        </p:nvSpPr>
        <p:spPr>
          <a:xfrm>
            <a:off x="4407408" y="42646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C3231-411E-27AC-922C-CAF391C05B52}"/>
              </a:ext>
            </a:extLst>
          </p:cNvPr>
          <p:cNvSpPr/>
          <p:nvPr/>
        </p:nvSpPr>
        <p:spPr>
          <a:xfrm>
            <a:off x="4407408" y="4264660"/>
            <a:ext cx="73152" cy="1385883"/>
          </a:xfrm>
          <a:prstGeom prst="rect">
            <a:avLst/>
          </a:prstGeom>
          <a:solidFill>
            <a:srgbClr val="1F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74014-CD96-1003-8EFD-AFD6F1DF2B28}"/>
              </a:ext>
            </a:extLst>
          </p:cNvPr>
          <p:cNvSpPr txBox="1"/>
          <p:nvPr/>
        </p:nvSpPr>
        <p:spPr>
          <a:xfrm>
            <a:off x="4636008" y="4429252"/>
            <a:ext cx="10631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정보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결합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36013E-8729-D273-4762-DF62D39F8A6D}"/>
                  </a:ext>
                </a:extLst>
              </p:cNvPr>
              <p:cNvSpPr txBox="1"/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700" b="0" i="1" smtClean="0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ar-AE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 부분 제공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과 결합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36013E-8729-D273-4762-DF62D39F8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blipFill>
                <a:blip r:embed="rId3"/>
                <a:stretch>
                  <a:fillRect l="-1359" t="-2542" b="-110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CA157C7-FFD5-5D1B-E36C-BD9D36C91B60}"/>
              </a:ext>
            </a:extLst>
          </p:cNvPr>
          <p:cNvSpPr/>
          <p:nvPr/>
        </p:nvSpPr>
        <p:spPr>
          <a:xfrm rot="2895005">
            <a:off x="3729774" y="3241717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16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869">
        <p:fade/>
      </p:transition>
    </mc:Choice>
    <mc:Fallback>
      <p:transition spd="med" advTm="869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A0270-19C0-CD80-550F-38BCB2AE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F48755-2A7E-442C-9E63-4A6B41F3597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F48755-2A7E-442C-9E63-4A6B41F35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3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8D7F709-B673-C29E-B5F4-93652D5DF94D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1BCABE3-8EC9-C450-3739-65CE5C7AD0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861A8C1E-819C-2881-F317-E87016F8E4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9422111"/>
                  </p:ext>
                </p:extLst>
              </p:nvPr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861A8C1E-819C-2881-F317-E87016F8E4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059B419D-FE42-2A3A-A41A-8DED63DE06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308" y="1542148"/>
            <a:ext cx="5971367" cy="4441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19044F-D879-5869-989B-EF5F7129C6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176" y="1542148"/>
            <a:ext cx="5971367" cy="44418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91E7EBA-A3DF-ACBB-1553-DC1A426320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044" y="1542148"/>
            <a:ext cx="5971367" cy="44418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2341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4080">
        <p159:morph option="byObject"/>
      </p:transition>
    </mc:Choice>
    <mc:Fallback>
      <p:transition spd="med" advTm="40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BF778-43CE-0215-C5B5-F1C38142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5C27EEA4-AFA5-49F3-B73E-B6606BEF765B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45A1822-E2B4-0E50-BB9A-BA38AEC35DDC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373D38-DF5F-8CC2-DCF6-7054356FD04E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96B1782-92E2-77A6-E9AD-CE8864A59475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C4B41E1-A159-CBD9-B621-8C286DFB70CA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2A124-E17B-F28A-F9C6-6F5E8F4546E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42A124-E17B-F28A-F9C6-6F5E8F45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2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FF190E7-DFF9-2639-D9F9-D79CB9600BF6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EF14B7F1-AE64-4DAE-A036-B5107D394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89AB4316-3CAE-0925-15D7-F6B098C51D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89AB4316-3CAE-0925-15D7-F6B098C51D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4047694C-C966-9114-ABC1-5A1E3CE6BE64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E85F08C-45DE-C7DD-6DD8-E8BDAA4BE13A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ACD2846-01E4-5528-266A-05F2F5877745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95CC70-0CE3-2677-8CE8-F8BAA068F005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A99612EF-419C-EB02-9B33-98EC9B1823F8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A8CE9CB-5C00-C4F5-928F-64E1D205645E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6573EA2-E81C-8E93-6B16-F1B3AFCCE665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0954231-D94B-C58C-D040-E8D2E8EF4D30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17DA8AE8-1D76-6838-7BB0-1D5DCB14C306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1DA38E9-1D6D-D550-CAF7-F309CB701D3E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7ACEAA0-764C-1472-02B5-145148C2AE58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BA41DF6-BAE0-61DB-27CA-27824603916A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55419E1-223B-CC4B-1022-83767FEB5554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31016BA-DFD4-BDB2-CD05-B25BC76684F0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432A355-D64A-2632-1264-61CA0E59D5FB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9EB98D-BC2B-89AA-58CC-247D79DE539F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4B8EE5BF-2050-BC21-1F79-A33CDA2A7191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1683630-5393-E849-8916-3B15A214354B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72C4C0E6-AED5-C777-119F-15D64480638F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C5B46F2-AB68-AC7D-04EE-65021AB5473C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1348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1211">
        <p159:morph option="byObject"/>
      </p:transition>
    </mc:Choice>
    <mc:Fallback>
      <p:transition spd="med" advTm="1211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7F9823-68D9-3A12-3DA5-B1032F1CA2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1537"/>
            <a:ext cx="12192528" cy="685829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모델 4">
                <a:extLst>
                  <a:ext uri="{FF2B5EF4-FFF2-40B4-BE49-F238E27FC236}">
                    <a16:creationId xmlns:a16="http://schemas.microsoft.com/office/drawing/2014/main" id="{99CDD6EB-5D2A-733B-97FB-3B7C79F5FF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26762880"/>
                  </p:ext>
                </p:extLst>
              </p:nvPr>
            </p:nvGraphicFramePr>
            <p:xfrm>
              <a:off x="2798665" y="1583516"/>
              <a:ext cx="6781128" cy="424772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781128" cy="4247728"/>
                    </a:xfrm>
                    <a:prstGeom prst="rect">
                      <a:avLst/>
                    </a:prstGeom>
                  </am3d:spPr>
                  <am3d:camera>
                    <am3d:pos x="0" y="0" z="77053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293572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849034" ay="-1591316" az="-892695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1525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모델 4">
                <a:extLst>
                  <a:ext uri="{FF2B5EF4-FFF2-40B4-BE49-F238E27FC236}">
                    <a16:creationId xmlns:a16="http://schemas.microsoft.com/office/drawing/2014/main" id="{99CDD6EB-5D2A-733B-97FB-3B7C79F5FF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8665" y="1583516"/>
                <a:ext cx="6781128" cy="424772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순서도: 병합 5">
            <a:extLst>
              <a:ext uri="{FF2B5EF4-FFF2-40B4-BE49-F238E27FC236}">
                <a16:creationId xmlns:a16="http://schemas.microsoft.com/office/drawing/2014/main" id="{FEB42B6F-1533-BFDB-97B6-31A717AAF651}"/>
              </a:ext>
            </a:extLst>
          </p:cNvPr>
          <p:cNvSpPr/>
          <p:nvPr/>
        </p:nvSpPr>
        <p:spPr>
          <a:xfrm>
            <a:off x="5947228" y="4347029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병합 6">
            <a:extLst>
              <a:ext uri="{FF2B5EF4-FFF2-40B4-BE49-F238E27FC236}">
                <a16:creationId xmlns:a16="http://schemas.microsoft.com/office/drawing/2014/main" id="{AE34BC8E-E343-6EF7-B42F-483134518E54}"/>
              </a:ext>
            </a:extLst>
          </p:cNvPr>
          <p:cNvSpPr/>
          <p:nvPr/>
        </p:nvSpPr>
        <p:spPr>
          <a:xfrm>
            <a:off x="7086600" y="3345544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병합 7">
            <a:extLst>
              <a:ext uri="{FF2B5EF4-FFF2-40B4-BE49-F238E27FC236}">
                <a16:creationId xmlns:a16="http://schemas.microsoft.com/office/drawing/2014/main" id="{32EB4EE0-9D4F-9544-FC95-AA915E5C3E17}"/>
              </a:ext>
            </a:extLst>
          </p:cNvPr>
          <p:cNvSpPr/>
          <p:nvPr/>
        </p:nvSpPr>
        <p:spPr>
          <a:xfrm>
            <a:off x="4793343" y="1966686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순서도: 병합 8">
            <a:extLst>
              <a:ext uri="{FF2B5EF4-FFF2-40B4-BE49-F238E27FC236}">
                <a16:creationId xmlns:a16="http://schemas.microsoft.com/office/drawing/2014/main" id="{BA034942-A68B-85BB-6F1A-3AE9F594B99E}"/>
              </a:ext>
            </a:extLst>
          </p:cNvPr>
          <p:cNvSpPr/>
          <p:nvPr/>
        </p:nvSpPr>
        <p:spPr>
          <a:xfrm>
            <a:off x="4176322" y="3490686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병합 9">
            <a:extLst>
              <a:ext uri="{FF2B5EF4-FFF2-40B4-BE49-F238E27FC236}">
                <a16:creationId xmlns:a16="http://schemas.microsoft.com/office/drawing/2014/main" id="{E910B981-85F4-EDD2-AB58-F434B43863CF}"/>
              </a:ext>
            </a:extLst>
          </p:cNvPr>
          <p:cNvSpPr/>
          <p:nvPr/>
        </p:nvSpPr>
        <p:spPr>
          <a:xfrm>
            <a:off x="6110349" y="248557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2075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846">
        <p:fade/>
      </p:transition>
    </mc:Choice>
    <mc:Fallback>
      <p:transition spd="med" advTm="38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04288-DCC1-7D8A-2977-D763226E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D895719A-DFE9-1057-7EF6-AEADBD436AB2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2D9BD73-EE8D-A482-9451-3965AFBA2531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355DC92-489C-62E4-3ED0-8BDE660691C6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457FDFE-35C1-D8D6-D8F8-07FC195B60EF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329D469-6B7E-C4BB-8C22-A035FB661D4B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89F22-28FF-C90D-C097-8E96F34800E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89F22-28FF-C90D-C097-8E96F3480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2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79F1068-8B46-5D81-DA0E-F6DA0F18124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C7673319-D52A-007E-BCC9-303482134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B68C8306-17D5-40BC-6C91-463FD5B90D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8576832"/>
                  </p:ext>
                </p:extLst>
              </p:nvPr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B68C8306-17D5-40BC-6C91-463FD5B90D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B3ACBAE8-6F44-D97E-50FB-BA49AEA06C13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FFCB80-8D78-F765-56BF-EC0DC63FEFB0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DBAA808-4DD7-C6F2-7689-5078106D5E45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F1B731-810E-22D5-F6B7-FB856852C4EC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B1B01DF-B339-A0A7-C24E-A99AE43A826B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19E1D66-F39D-83F7-33C7-83B0AECD48D5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584CE3C-37D6-A004-13A3-B146A16429EA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3FE7504-7F52-DCA0-C4D2-0C4FC4A30DC7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3AC10629-F868-678B-8EEB-FE446F1DB67E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C5D2337-8624-E646-F5EE-B854D8925044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39CF922-5639-1170-7CB5-245847C9FBE8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F50DABC-5A72-D223-2D2D-B2655CD937DC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B490EF8-9538-D7B6-5BC3-CDCCCDBF5193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2BF0588-404E-2850-258A-8CBB0499EC68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AA49B9F-D148-FB8F-E483-029AEA8A384E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4A13F68-EDDE-4AF2-0F3E-2D42D5EF6735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C195CA8E-7527-C394-57AF-5852531BC2CD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0049DEE4-9C0B-41E2-3FF0-E06CD5F19E5F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C8E72143-7985-C725-B64A-CB6BC9978224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D4FFFD5-E818-1FFD-C492-0B8C2AAFD7BE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214368C4-3740-4169-89A3-B722D3290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t="40313" r="52439" b="40756"/>
          <a:stretch>
            <a:fillRect/>
          </a:stretch>
        </p:blipFill>
        <p:spPr>
          <a:xfrm>
            <a:off x="5205844" y="3335658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B4596C88-F78E-F9B7-2964-FDF18D1886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6" t="33992" r="38118" b="47078"/>
          <a:stretch>
            <a:fillRect/>
          </a:stretch>
        </p:blipFill>
        <p:spPr>
          <a:xfrm>
            <a:off x="6061005" y="3054871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71F4623D-5532-DCCF-2E54-372BCED1D6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55" t="28108" r="25279" b="52961"/>
          <a:stretch>
            <a:fillRect/>
          </a:stretch>
        </p:blipFill>
        <p:spPr>
          <a:xfrm>
            <a:off x="6827680" y="2793536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E8882628-49CD-B576-F73E-23F7054726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9" t="14118" r="42535" b="66952"/>
          <a:stretch>
            <a:fillRect/>
          </a:stretch>
        </p:blipFill>
        <p:spPr>
          <a:xfrm>
            <a:off x="5797214" y="2172100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F6B319F2-B2F3-7DDF-2625-F0087298C4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3" t="18423" r="56892" b="62646"/>
          <a:stretch>
            <a:fillRect/>
          </a:stretch>
        </p:blipFill>
        <p:spPr>
          <a:xfrm>
            <a:off x="4939959" y="2363359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sp>
        <p:nvSpPr>
          <p:cNvPr id="124" name="순서도: 병합 123">
            <a:extLst>
              <a:ext uri="{FF2B5EF4-FFF2-40B4-BE49-F238E27FC236}">
                <a16:creationId xmlns:a16="http://schemas.microsoft.com/office/drawing/2014/main" id="{1FF5724B-0F94-4A93-F922-AB68B4FC80AD}"/>
              </a:ext>
            </a:extLst>
          </p:cNvPr>
          <p:cNvSpPr/>
          <p:nvPr/>
        </p:nvSpPr>
        <p:spPr>
          <a:xfrm>
            <a:off x="4122040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순서도: 병합 124">
            <a:extLst>
              <a:ext uri="{FF2B5EF4-FFF2-40B4-BE49-F238E27FC236}">
                <a16:creationId xmlns:a16="http://schemas.microsoft.com/office/drawing/2014/main" id="{4AF38A82-5829-519F-04FC-4E6E7E99E261}"/>
              </a:ext>
            </a:extLst>
          </p:cNvPr>
          <p:cNvSpPr/>
          <p:nvPr/>
        </p:nvSpPr>
        <p:spPr>
          <a:xfrm>
            <a:off x="3583559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순서도: 병합 125">
            <a:extLst>
              <a:ext uri="{FF2B5EF4-FFF2-40B4-BE49-F238E27FC236}">
                <a16:creationId xmlns:a16="http://schemas.microsoft.com/office/drawing/2014/main" id="{08C85E39-823B-EC2D-7FDD-62CB1E84F622}"/>
              </a:ext>
            </a:extLst>
          </p:cNvPr>
          <p:cNvSpPr/>
          <p:nvPr/>
        </p:nvSpPr>
        <p:spPr>
          <a:xfrm>
            <a:off x="2491490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순서도: 병합 126">
            <a:extLst>
              <a:ext uri="{FF2B5EF4-FFF2-40B4-BE49-F238E27FC236}">
                <a16:creationId xmlns:a16="http://schemas.microsoft.com/office/drawing/2014/main" id="{9D3AEF4F-F523-A643-D964-204BBA95628C}"/>
              </a:ext>
            </a:extLst>
          </p:cNvPr>
          <p:cNvSpPr/>
          <p:nvPr/>
        </p:nvSpPr>
        <p:spPr>
          <a:xfrm>
            <a:off x="1942917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순서도: 병합 127">
            <a:extLst>
              <a:ext uri="{FF2B5EF4-FFF2-40B4-BE49-F238E27FC236}">
                <a16:creationId xmlns:a16="http://schemas.microsoft.com/office/drawing/2014/main" id="{1E68B2CE-D68A-9638-44E4-1FCBDD0C30FD}"/>
              </a:ext>
            </a:extLst>
          </p:cNvPr>
          <p:cNvSpPr/>
          <p:nvPr/>
        </p:nvSpPr>
        <p:spPr>
          <a:xfrm>
            <a:off x="3040063" y="2456883"/>
            <a:ext cx="297543" cy="558800"/>
          </a:xfrm>
          <a:prstGeom prst="flowChartMerg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다이아몬드 129">
            <a:extLst>
              <a:ext uri="{FF2B5EF4-FFF2-40B4-BE49-F238E27FC236}">
                <a16:creationId xmlns:a16="http://schemas.microsoft.com/office/drawing/2014/main" id="{D4FAC8B9-4BE4-7D03-2E35-DD3ED32FBD0B}"/>
              </a:ext>
            </a:extLst>
          </p:cNvPr>
          <p:cNvSpPr/>
          <p:nvPr/>
        </p:nvSpPr>
        <p:spPr>
          <a:xfrm>
            <a:off x="83740" y="1891554"/>
            <a:ext cx="1756079" cy="1756079"/>
          </a:xfrm>
          <a:prstGeom prst="diamond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dirty="0"/>
              <a:t>AI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658601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Click="0" advTm="3001">
        <p159:morph option="byObject"/>
      </p:transition>
    </mc:Choice>
    <mc:Fallback>
      <p:transition spd="med" advClick="0" advTm="30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33" grpId="0" animBg="1"/>
      <p:bldP spid="85" grpId="0" animBg="1"/>
      <p:bldP spid="9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140E0-D0F2-ABB3-3BE1-F30405E1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2B8D1673-64C7-FCD3-CEBE-3D62EA3CEE16}"/>
              </a:ext>
            </a:extLst>
          </p:cNvPr>
          <p:cNvSpPr/>
          <p:nvPr/>
        </p:nvSpPr>
        <p:spPr>
          <a:xfrm>
            <a:off x="5469732" y="3592116"/>
            <a:ext cx="303609" cy="3036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BB71AC5-8938-3911-0447-561E60ED9FA1}"/>
              </a:ext>
            </a:extLst>
          </p:cNvPr>
          <p:cNvSpPr/>
          <p:nvPr/>
        </p:nvSpPr>
        <p:spPr>
          <a:xfrm>
            <a:off x="6329362" y="3182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FAF131D-819F-99FD-F7F8-F1F7E6FA4E5D}"/>
              </a:ext>
            </a:extLst>
          </p:cNvPr>
          <p:cNvSpPr/>
          <p:nvPr/>
        </p:nvSpPr>
        <p:spPr>
          <a:xfrm>
            <a:off x="6839886" y="3044192"/>
            <a:ext cx="291466" cy="29146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E415F44-1AE8-0E79-D9BA-34015A0496B3}"/>
              </a:ext>
            </a:extLst>
          </p:cNvPr>
          <p:cNvSpPr/>
          <p:nvPr/>
        </p:nvSpPr>
        <p:spPr>
          <a:xfrm>
            <a:off x="5998369" y="2534780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5BED8CA-7122-1E8E-66C7-F07A0CA69218}"/>
              </a:ext>
            </a:extLst>
          </p:cNvPr>
          <p:cNvSpPr/>
          <p:nvPr/>
        </p:nvSpPr>
        <p:spPr>
          <a:xfrm>
            <a:off x="5277763" y="2639988"/>
            <a:ext cx="262890" cy="2628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DC7ED3-1453-F244-D0BB-B592691A16A2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AI</a:t>
                </a:r>
                <a:r>
                  <a:rPr lang="en-US" altLang="ko-KR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 2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en-US" altLang="ko-KR" sz="2800" dirty="0">
                    <a:solidFill>
                      <a:srgbClr val="F8F9FC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ko-KR" altLang="ar-AE" sz="2800" b="1" i="1" smtClean="0">
                            <a:solidFill>
                              <a:srgbClr val="F8F9FC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ar-AE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-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9FC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CNN </a:t>
                </a:r>
                <a:r>
                  <a:rPr lang="ko-KR" altLang="en-US" sz="2800" b="1" dirty="0">
                    <a:solidFill>
                      <a:srgbClr val="F8F9FC"/>
                    </a:solidFill>
                    <a:latin typeface="+mj-ea"/>
                    <a:ea typeface="+mj-ea"/>
                  </a:rPr>
                  <a:t>결합</a:t>
                </a:r>
                <a:endPara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8F9FC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DC7ED3-1453-F244-D0BB-B592691A1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3508140" cy="523220"/>
              </a:xfrm>
              <a:prstGeom prst="rect">
                <a:avLst/>
              </a:prstGeom>
              <a:blipFill>
                <a:blip r:embed="rId3"/>
                <a:stretch>
                  <a:fillRect l="-3478" t="-11628" r="-1739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5BEAD56-A97B-7F88-D31D-6A1855AD36B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3C7C3D81-F114-B722-B80A-E38F1DB63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모델 3">
                <a:extLst>
                  <a:ext uri="{FF2B5EF4-FFF2-40B4-BE49-F238E27FC236}">
                    <a16:creationId xmlns:a16="http://schemas.microsoft.com/office/drawing/2014/main" id="{A7EA5119-695F-F785-EF79-916EC7ED525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10442" y="1543909"/>
              <a:ext cx="5971101" cy="444004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5971101" cy="4440049"/>
                    </a:xfrm>
                    <a:prstGeom prst="rect">
                      <a:avLst/>
                    </a:prstGeom>
                  </am3d:spPr>
                  <am3d:camera>
                    <am3d:pos x="0" y="0" z="812988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3134" d="1000000"/>
                    <am3d:preTrans dx="-1171956" dy="-1196886" dz="1117802"/>
                    <am3d:scale>
                      <am3d:sx n="1000000" d="1000000"/>
                      <am3d:sy n="1000000" d="1000000"/>
                      <am3d:sz n="1000000" d="1000000"/>
                    </am3d:scale>
                    <am3d:rot ax="1453115" ay="1797091" az="75942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3041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모델 3">
                <a:extLst>
                  <a:ext uri="{FF2B5EF4-FFF2-40B4-BE49-F238E27FC236}">
                    <a16:creationId xmlns:a16="http://schemas.microsoft.com/office/drawing/2014/main" id="{A7EA5119-695F-F785-EF79-916EC7ED52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0442" y="1543909"/>
                <a:ext cx="5971101" cy="44400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타원 1">
            <a:extLst>
              <a:ext uri="{FF2B5EF4-FFF2-40B4-BE49-F238E27FC236}">
                <a16:creationId xmlns:a16="http://schemas.microsoft.com/office/drawing/2014/main" id="{7E8C0931-F55C-8B6E-F99C-8CAE6B40DDFF}"/>
              </a:ext>
            </a:extLst>
          </p:cNvPr>
          <p:cNvSpPr/>
          <p:nvPr/>
        </p:nvSpPr>
        <p:spPr>
          <a:xfrm>
            <a:off x="4964906" y="4692116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C3C242D-CE90-34C7-3DB7-725CDFAE915B}"/>
              </a:ext>
            </a:extLst>
          </p:cNvPr>
          <p:cNvSpPr/>
          <p:nvPr/>
        </p:nvSpPr>
        <p:spPr>
          <a:xfrm>
            <a:off x="5722143" y="4692116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6FF561E-1A75-B30E-B24D-C04EE3F9C5FB}"/>
              </a:ext>
            </a:extLst>
          </p:cNvPr>
          <p:cNvCxnSpPr>
            <a:cxnSpLocks/>
            <a:stCxn id="2" idx="0"/>
            <a:endCxn id="18" idx="3"/>
          </p:cNvCxnSpPr>
          <p:nvPr/>
        </p:nvCxnSpPr>
        <p:spPr>
          <a:xfrm flipV="1">
            <a:off x="5205844" y="3851262"/>
            <a:ext cx="308351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82722A-2905-6B42-E3B2-A21DEE25E5A3}"/>
              </a:ext>
            </a:extLst>
          </p:cNvPr>
          <p:cNvCxnSpPr>
            <a:cxnSpLocks/>
            <a:stCxn id="5" idx="0"/>
            <a:endCxn id="18" idx="5"/>
          </p:cNvCxnSpPr>
          <p:nvPr/>
        </p:nvCxnSpPr>
        <p:spPr>
          <a:xfrm flipH="1" flipV="1">
            <a:off x="5728878" y="3851262"/>
            <a:ext cx="234203" cy="840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D49AC39-4138-12FB-B567-051BE093F66B}"/>
              </a:ext>
            </a:extLst>
          </p:cNvPr>
          <p:cNvSpPr/>
          <p:nvPr/>
        </p:nvSpPr>
        <p:spPr>
          <a:xfrm>
            <a:off x="7063824" y="4432970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1FA19CB-8D1C-8E7D-47C2-B41D092B4B45}"/>
              </a:ext>
            </a:extLst>
          </p:cNvPr>
          <p:cNvSpPr/>
          <p:nvPr/>
        </p:nvSpPr>
        <p:spPr>
          <a:xfrm>
            <a:off x="7821061" y="4432970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E239F5A-DA91-E820-D5A5-6148F7E27328}"/>
              </a:ext>
            </a:extLst>
          </p:cNvPr>
          <p:cNvCxnSpPr>
            <a:cxnSpLocks/>
            <a:stCxn id="27" idx="0"/>
            <a:endCxn id="19" idx="4"/>
          </p:cNvCxnSpPr>
          <p:nvPr/>
        </p:nvCxnSpPr>
        <p:spPr>
          <a:xfrm flipH="1" flipV="1">
            <a:off x="6460807" y="3445670"/>
            <a:ext cx="843955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6073A55-5D8F-9D0B-ED6E-E52B26035E0D}"/>
              </a:ext>
            </a:extLst>
          </p:cNvPr>
          <p:cNvCxnSpPr>
            <a:cxnSpLocks/>
            <a:stCxn id="28" idx="0"/>
            <a:endCxn id="19" idx="4"/>
          </p:cNvCxnSpPr>
          <p:nvPr/>
        </p:nvCxnSpPr>
        <p:spPr>
          <a:xfrm flipH="1" flipV="1">
            <a:off x="6460807" y="3445670"/>
            <a:ext cx="1601192" cy="98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48A70A34-3152-26EB-C616-E222B5349904}"/>
              </a:ext>
            </a:extLst>
          </p:cNvPr>
          <p:cNvSpPr/>
          <p:nvPr/>
        </p:nvSpPr>
        <p:spPr>
          <a:xfrm>
            <a:off x="7106375" y="1626354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306E26C-3C8A-DB9F-A4DC-80271A50342D}"/>
              </a:ext>
            </a:extLst>
          </p:cNvPr>
          <p:cNvSpPr/>
          <p:nvPr/>
        </p:nvSpPr>
        <p:spPr>
          <a:xfrm>
            <a:off x="7799495" y="228771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2FB1CFA-A55E-E5F8-60FF-7342557493D7}"/>
              </a:ext>
            </a:extLst>
          </p:cNvPr>
          <p:cNvCxnSpPr>
            <a:cxnSpLocks/>
            <a:stCxn id="33" idx="4"/>
            <a:endCxn id="20" idx="7"/>
          </p:cNvCxnSpPr>
          <p:nvPr/>
        </p:nvCxnSpPr>
        <p:spPr>
          <a:xfrm flipH="1">
            <a:off x="7088668" y="2108229"/>
            <a:ext cx="258645" cy="97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067C840-6E26-305B-4232-2AD3DF91E838}"/>
              </a:ext>
            </a:extLst>
          </p:cNvPr>
          <p:cNvCxnSpPr>
            <a:cxnSpLocks/>
            <a:stCxn id="34" idx="3"/>
            <a:endCxn id="20" idx="6"/>
          </p:cNvCxnSpPr>
          <p:nvPr/>
        </p:nvCxnSpPr>
        <p:spPr>
          <a:xfrm flipH="1">
            <a:off x="7131352" y="2699025"/>
            <a:ext cx="738712" cy="490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F184602-DB0F-BAAC-389C-4948783FD440}"/>
              </a:ext>
            </a:extLst>
          </p:cNvPr>
          <p:cNvCxnSpPr>
            <a:cxnSpLocks/>
            <a:stCxn id="88" idx="4"/>
            <a:endCxn id="22" idx="2"/>
          </p:cNvCxnSpPr>
          <p:nvPr/>
        </p:nvCxnSpPr>
        <p:spPr>
          <a:xfrm>
            <a:off x="4774371" y="1927026"/>
            <a:ext cx="503392" cy="8444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81FBD1E-3D90-2B1A-CDBD-F49DC4EF1FBB}"/>
              </a:ext>
            </a:extLst>
          </p:cNvPr>
          <p:cNvCxnSpPr>
            <a:cxnSpLocks/>
            <a:stCxn id="85" idx="4"/>
            <a:endCxn id="22" idx="3"/>
          </p:cNvCxnSpPr>
          <p:nvPr/>
        </p:nvCxnSpPr>
        <p:spPr>
          <a:xfrm flipH="1">
            <a:off x="5316262" y="1784846"/>
            <a:ext cx="64337" cy="1079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0F7BB59-AD71-0577-88C6-1E2A31AB76C8}"/>
              </a:ext>
            </a:extLst>
          </p:cNvPr>
          <p:cNvCxnSpPr>
            <a:cxnSpLocks/>
            <a:stCxn id="97" idx="4"/>
            <a:endCxn id="21" idx="1"/>
          </p:cNvCxnSpPr>
          <p:nvPr/>
        </p:nvCxnSpPr>
        <p:spPr>
          <a:xfrm flipH="1">
            <a:off x="6036868" y="1280774"/>
            <a:ext cx="265075" cy="12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79D76E7-D8DB-9F6E-706C-139CC1353049}"/>
              </a:ext>
            </a:extLst>
          </p:cNvPr>
          <p:cNvCxnSpPr>
            <a:cxnSpLocks/>
            <a:stCxn id="95" idx="4"/>
            <a:endCxn id="21" idx="7"/>
          </p:cNvCxnSpPr>
          <p:nvPr/>
        </p:nvCxnSpPr>
        <p:spPr>
          <a:xfrm flipH="1">
            <a:off x="6222760" y="1412464"/>
            <a:ext cx="700357" cy="1160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0E5FACB2-C29A-0E85-6717-3AF910256B9C}"/>
              </a:ext>
            </a:extLst>
          </p:cNvPr>
          <p:cNvSpPr/>
          <p:nvPr/>
        </p:nvSpPr>
        <p:spPr>
          <a:xfrm>
            <a:off x="5139661" y="1302971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313E0197-73EE-148A-1DF4-0846F9F2C6BE}"/>
              </a:ext>
            </a:extLst>
          </p:cNvPr>
          <p:cNvSpPr/>
          <p:nvPr/>
        </p:nvSpPr>
        <p:spPr>
          <a:xfrm>
            <a:off x="4533433" y="1445151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D79DB3BE-AF62-F69D-C05C-2AA9850503C7}"/>
              </a:ext>
            </a:extLst>
          </p:cNvPr>
          <p:cNvSpPr/>
          <p:nvPr/>
        </p:nvSpPr>
        <p:spPr>
          <a:xfrm>
            <a:off x="6682179" y="930589"/>
            <a:ext cx="481875" cy="48187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-</a:t>
            </a:r>
            <a:endParaRPr lang="ko-KR" altLang="en-US" sz="5000" b="1" dirty="0">
              <a:latin typeface="+mj-ea"/>
              <a:ea typeface="+mj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2773C338-91FC-6852-BC1A-895F0CF1168A}"/>
              </a:ext>
            </a:extLst>
          </p:cNvPr>
          <p:cNvSpPr/>
          <p:nvPr/>
        </p:nvSpPr>
        <p:spPr>
          <a:xfrm>
            <a:off x="6061005" y="798899"/>
            <a:ext cx="481875" cy="4818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b="1" dirty="0">
                <a:latin typeface="+mj-ea"/>
                <a:ea typeface="+mj-ea"/>
              </a:rPr>
              <a:t>+</a:t>
            </a:r>
            <a:endParaRPr lang="ko-KR" altLang="en-US" sz="5000" b="1" dirty="0">
              <a:latin typeface="+mj-ea"/>
              <a:ea typeface="+mj-ea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B146DDB1-97B3-FDC2-4CC4-5E34A6E03C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t="40313" r="52439" b="40756"/>
          <a:stretch>
            <a:fillRect/>
          </a:stretch>
        </p:blipFill>
        <p:spPr>
          <a:xfrm>
            <a:off x="5205844" y="3335658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1C5CE265-D930-9791-93E4-653D70C8A6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6" t="33992" r="38118" b="47078"/>
          <a:stretch>
            <a:fillRect/>
          </a:stretch>
        </p:blipFill>
        <p:spPr>
          <a:xfrm>
            <a:off x="6061005" y="3054871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7521CEBA-F185-13CD-E5FD-96DED5320C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55" t="28108" r="25279" b="52961"/>
          <a:stretch>
            <a:fillRect/>
          </a:stretch>
        </p:blipFill>
        <p:spPr>
          <a:xfrm>
            <a:off x="6827680" y="2793536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BB9ADC9D-6928-E406-8CEA-ED32E7665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9" t="14118" r="42535" b="66952"/>
          <a:stretch>
            <a:fillRect/>
          </a:stretch>
        </p:blipFill>
        <p:spPr>
          <a:xfrm>
            <a:off x="5797214" y="2172100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E682F684-4804-0EDA-E046-C2D12BD12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3" t="18423" r="56892" b="62646"/>
          <a:stretch>
            <a:fillRect/>
          </a:stretch>
        </p:blipFill>
        <p:spPr>
          <a:xfrm>
            <a:off x="4939959" y="2363359"/>
            <a:ext cx="744382" cy="840854"/>
          </a:xfrm>
          <a:custGeom>
            <a:avLst/>
            <a:gdLst>
              <a:gd name="csX0" fmla="*/ 0 w 744382"/>
              <a:gd name="csY0" fmla="*/ 0 h 840854"/>
              <a:gd name="csX1" fmla="*/ 744382 w 744382"/>
              <a:gd name="csY1" fmla="*/ 0 h 840854"/>
              <a:gd name="csX2" fmla="*/ 744382 w 744382"/>
              <a:gd name="csY2" fmla="*/ 840854 h 840854"/>
              <a:gd name="csX3" fmla="*/ 0 w 744382"/>
              <a:gd name="csY3" fmla="*/ 840854 h 840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4382" h="840854">
                <a:moveTo>
                  <a:pt x="0" y="0"/>
                </a:moveTo>
                <a:lnTo>
                  <a:pt x="744382" y="0"/>
                </a:lnTo>
                <a:lnTo>
                  <a:pt x="744382" y="840854"/>
                </a:lnTo>
                <a:lnTo>
                  <a:pt x="0" y="840854"/>
                </a:lnTo>
                <a:close/>
              </a:path>
            </a:pathLst>
          </a:cu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42C2040-B89B-33C8-587A-B42ABA3CD28B}"/>
              </a:ext>
            </a:extLst>
          </p:cNvPr>
          <p:cNvGrpSpPr/>
          <p:nvPr/>
        </p:nvGrpSpPr>
        <p:grpSpPr>
          <a:xfrm>
            <a:off x="1942917" y="2456883"/>
            <a:ext cx="2476666" cy="558800"/>
            <a:chOff x="1942917" y="2456883"/>
            <a:chExt cx="2476666" cy="558800"/>
          </a:xfrm>
        </p:grpSpPr>
        <p:sp>
          <p:nvSpPr>
            <p:cNvPr id="124" name="순서도: 병합 123">
              <a:extLst>
                <a:ext uri="{FF2B5EF4-FFF2-40B4-BE49-F238E27FC236}">
                  <a16:creationId xmlns:a16="http://schemas.microsoft.com/office/drawing/2014/main" id="{B385626C-1D05-9F41-4056-1821983FFF26}"/>
                </a:ext>
              </a:extLst>
            </p:cNvPr>
            <p:cNvSpPr/>
            <p:nvPr/>
          </p:nvSpPr>
          <p:spPr>
            <a:xfrm>
              <a:off x="4122040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순서도: 병합 124">
              <a:extLst>
                <a:ext uri="{FF2B5EF4-FFF2-40B4-BE49-F238E27FC236}">
                  <a16:creationId xmlns:a16="http://schemas.microsoft.com/office/drawing/2014/main" id="{5BADA234-4EFB-BCAF-47DD-B1D24177CAB5}"/>
                </a:ext>
              </a:extLst>
            </p:cNvPr>
            <p:cNvSpPr/>
            <p:nvPr/>
          </p:nvSpPr>
          <p:spPr>
            <a:xfrm>
              <a:off x="3583559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순서도: 병합 125">
              <a:extLst>
                <a:ext uri="{FF2B5EF4-FFF2-40B4-BE49-F238E27FC236}">
                  <a16:creationId xmlns:a16="http://schemas.microsoft.com/office/drawing/2014/main" id="{A33F091D-8491-3F43-F5E4-6FCD588ECCF7}"/>
                </a:ext>
              </a:extLst>
            </p:cNvPr>
            <p:cNvSpPr/>
            <p:nvPr/>
          </p:nvSpPr>
          <p:spPr>
            <a:xfrm>
              <a:off x="2491490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순서도: 병합 126">
              <a:extLst>
                <a:ext uri="{FF2B5EF4-FFF2-40B4-BE49-F238E27FC236}">
                  <a16:creationId xmlns:a16="http://schemas.microsoft.com/office/drawing/2014/main" id="{858E2303-F268-C728-9834-3DA303FD377E}"/>
                </a:ext>
              </a:extLst>
            </p:cNvPr>
            <p:cNvSpPr/>
            <p:nvPr/>
          </p:nvSpPr>
          <p:spPr>
            <a:xfrm>
              <a:off x="1942917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순서도: 병합 127">
              <a:extLst>
                <a:ext uri="{FF2B5EF4-FFF2-40B4-BE49-F238E27FC236}">
                  <a16:creationId xmlns:a16="http://schemas.microsoft.com/office/drawing/2014/main" id="{A0CF05DB-53D3-47D0-1451-F8980A444DC9}"/>
                </a:ext>
              </a:extLst>
            </p:cNvPr>
            <p:cNvSpPr/>
            <p:nvPr/>
          </p:nvSpPr>
          <p:spPr>
            <a:xfrm>
              <a:off x="3040063" y="2456883"/>
              <a:ext cx="297543" cy="558800"/>
            </a:xfrm>
            <a:prstGeom prst="flowChartMerg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0" name="다이아몬드 129">
            <a:extLst>
              <a:ext uri="{FF2B5EF4-FFF2-40B4-BE49-F238E27FC236}">
                <a16:creationId xmlns:a16="http://schemas.microsoft.com/office/drawing/2014/main" id="{2A73C187-BD0F-955F-96F7-050170A77A74}"/>
              </a:ext>
            </a:extLst>
          </p:cNvPr>
          <p:cNvSpPr/>
          <p:nvPr/>
        </p:nvSpPr>
        <p:spPr>
          <a:xfrm>
            <a:off x="83740" y="1891554"/>
            <a:ext cx="1756079" cy="1756079"/>
          </a:xfrm>
          <a:prstGeom prst="diamond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0" dirty="0"/>
              <a:t>AI</a:t>
            </a:r>
            <a:endParaRPr lang="ko-KR" altLang="en-US" sz="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B0D3-7F18-990F-E7FF-69BCEAFCEB31}"/>
              </a:ext>
            </a:extLst>
          </p:cNvPr>
          <p:cNvSpPr txBox="1"/>
          <p:nvPr/>
        </p:nvSpPr>
        <p:spPr>
          <a:xfrm>
            <a:off x="6668128" y="1614906"/>
            <a:ext cx="3557809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F8F9FC"/>
                </a:solidFill>
              </a:rPr>
              <a:t>일부분의 </a:t>
            </a:r>
            <a:r>
              <a:rPr lang="en-US" altLang="ko-KR" sz="3000" dirty="0">
                <a:solidFill>
                  <a:srgbClr val="F8F9FC"/>
                </a:solidFill>
              </a:rPr>
              <a:t>V </a:t>
            </a:r>
            <a:r>
              <a:rPr lang="ko-KR" altLang="en-US" sz="3000" dirty="0">
                <a:solidFill>
                  <a:srgbClr val="F8F9FC"/>
                </a:solidFill>
              </a:rPr>
              <a:t>정보로  실제 전하 정보 복원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620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5524"/>
    </mc:Choice>
    <mc:Fallback>
      <p:transition advTm="55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-0.40378 -4.07407E-6 " pathEditMode="relative" rAng="0" ptsTypes="AA">
                                      <p:cBhvr>
                                        <p:cTn id="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27" grpId="0" animBg="1"/>
      <p:bldP spid="28" grpId="0" animBg="1"/>
      <p:bldP spid="33" grpId="0" animBg="1"/>
      <p:bldP spid="34" grpId="0" animBg="1"/>
      <p:bldP spid="85" grpId="0" animBg="1"/>
      <p:bldP spid="88" grpId="0" animBg="1"/>
      <p:bldP spid="95" grpId="0" animBg="1"/>
      <p:bldP spid="97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F1339-78E1-8397-272F-21C3BE62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C3180-4634-0A85-5C80-2C84A6BC028F}"/>
              </a:ext>
            </a:extLst>
          </p:cNvPr>
          <p:cNvSpPr txBox="1"/>
          <p:nvPr/>
        </p:nvSpPr>
        <p:spPr>
          <a:xfrm>
            <a:off x="658368" y="384048"/>
            <a:ext cx="58031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lang="en-US" sz="2800" b="1" dirty="0">
                <a:solidFill>
                  <a:srgbClr val="18233A"/>
                </a:solidFill>
                <a:latin typeface="+mj-ea"/>
                <a:ea typeface="+mj-ea"/>
              </a:rPr>
              <a:t>2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lang="ko-KR" altLang="en-US" sz="2800" b="1" dirty="0">
                <a:solidFill>
                  <a:srgbClr val="18233A"/>
                </a:solidFill>
                <a:latin typeface="+mj-ea"/>
                <a:ea typeface="+mj-ea"/>
              </a:rPr>
              <a:t>탐구 과정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-2)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모델과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학습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전략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F8999-7F54-EA35-5F65-F74137784EB0}"/>
              </a:ext>
            </a:extLst>
          </p:cNvPr>
          <p:cNvSpPr txBox="1"/>
          <p:nvPr/>
        </p:nvSpPr>
        <p:spPr>
          <a:xfrm>
            <a:off x="676656" y="987552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관측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격자의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공간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특징과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희소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부호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정보를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결합해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위치와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전하량을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동시에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추정한다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7F089-1983-0865-87FB-AADF50FEAD5B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4C11F6-0660-6B04-3CB8-FD22675CC0E5}"/>
              </a:ext>
            </a:extLst>
          </p:cNvPr>
          <p:cNvSpPr/>
          <p:nvPr/>
        </p:nvSpPr>
        <p:spPr>
          <a:xfrm>
            <a:off x="777240" y="17373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8AB85-1752-68A9-8B62-45F64F2EE290}"/>
              </a:ext>
            </a:extLst>
          </p:cNvPr>
          <p:cNvSpPr/>
          <p:nvPr/>
        </p:nvSpPr>
        <p:spPr>
          <a:xfrm>
            <a:off x="777240" y="1737360"/>
            <a:ext cx="73152" cy="1385883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413B0-374A-22B2-667E-5763868BB1B7}"/>
              </a:ext>
            </a:extLst>
          </p:cNvPr>
          <p:cNvSpPr txBox="1"/>
          <p:nvPr/>
        </p:nvSpPr>
        <p:spPr>
          <a:xfrm>
            <a:off x="1005840" y="1901952"/>
            <a:ext cx="1531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공간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특징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추출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EED5F-0944-E60D-FFA0-AF3918DC19CF}"/>
                  </a:ext>
                </a:extLst>
              </p:cNvPr>
              <p:cNvSpPr txBox="1"/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→ 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격자의 패턴 학습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EED5F-0944-E60D-FFA0-AF3918DC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77439"/>
                <a:ext cx="2971800" cy="718145"/>
              </a:xfrm>
              <a:prstGeom prst="rect">
                <a:avLst/>
              </a:prstGeom>
              <a:blipFill>
                <a:blip r:embed="rId3"/>
                <a:stretch>
                  <a:fillRect l="-1230" t="-2542" b="-101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D29875-AC09-355D-5DBC-65069463CC69}"/>
              </a:ext>
            </a:extLst>
          </p:cNvPr>
          <p:cNvSpPr/>
          <p:nvPr/>
        </p:nvSpPr>
        <p:spPr>
          <a:xfrm>
            <a:off x="4407408" y="4264660"/>
            <a:ext cx="3383280" cy="1385883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FFC80-F704-F12C-92D5-DB045D787576}"/>
              </a:ext>
            </a:extLst>
          </p:cNvPr>
          <p:cNvSpPr/>
          <p:nvPr/>
        </p:nvSpPr>
        <p:spPr>
          <a:xfrm>
            <a:off x="4407408" y="4264660"/>
            <a:ext cx="73152" cy="1385883"/>
          </a:xfrm>
          <a:prstGeom prst="rect">
            <a:avLst/>
          </a:prstGeom>
          <a:solidFill>
            <a:srgbClr val="1F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206EE-4225-3638-58AE-945C6165329D}"/>
              </a:ext>
            </a:extLst>
          </p:cNvPr>
          <p:cNvSpPr txBox="1"/>
          <p:nvPr/>
        </p:nvSpPr>
        <p:spPr>
          <a:xfrm>
            <a:off x="4636008" y="4429252"/>
            <a:ext cx="10631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정보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결합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7E5A82-DAE1-A3A6-6792-8B91C704B228}"/>
                  </a:ext>
                </a:extLst>
              </p:cNvPr>
              <p:cNvSpPr txBox="1"/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457200" latinLnBrk="0">
                  <a:spcAft>
                    <a:spcPts val="800"/>
                  </a:spcAft>
                  <a:defRPr sz="1700">
                    <a:solidFill>
                      <a:srgbClr val="5C6574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altLang="ko-KR" sz="1700" i="1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700" b="0" i="1" smtClean="0">
                            <a:solidFill>
                              <a:srgbClr val="5C657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ar-AE" altLang="ko-KR" sz="1700" i="1">
                        <a:solidFill>
                          <a:srgbClr val="5C65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 부분 제공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lang="ko-KR" alt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 sz="1700">
                    <a:solidFill>
                      <a:srgbClr val="5C6574"/>
                    </a:solidFill>
                  </a:defRPr>
                </a:pP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CNN</a:t>
                </a:r>
                <a:r>
                  <a:rPr kumimoji="0" lang="ko-KR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과 결합</a:t>
                </a:r>
                <a:r>
                  <a:rPr kumimoji="0" lang="en-US" altLang="ko-KR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6574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.</a:t>
                </a:r>
                <a:endParaRPr kumimoji="0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5C6574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7E5A82-DAE1-A3A6-6792-8B91C704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008" y="4932398"/>
                <a:ext cx="3145534" cy="718145"/>
              </a:xfrm>
              <a:prstGeom prst="rect">
                <a:avLst/>
              </a:prstGeom>
              <a:blipFill>
                <a:blip r:embed="rId4"/>
                <a:stretch>
                  <a:fillRect l="-1359" t="-2542" b="-110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D87D50-D590-74B6-AFEC-7804F1BC6CCA}"/>
              </a:ext>
            </a:extLst>
          </p:cNvPr>
          <p:cNvSpPr/>
          <p:nvPr/>
        </p:nvSpPr>
        <p:spPr>
          <a:xfrm>
            <a:off x="8037575" y="1737361"/>
            <a:ext cx="3383280" cy="1385882"/>
          </a:xfrm>
          <a:prstGeom prst="roundRect">
            <a:avLst/>
          </a:prstGeom>
          <a:solidFill>
            <a:srgbClr val="FFFFFF"/>
          </a:solidFill>
          <a:ln>
            <a:solidFill>
              <a:srgbClr val="E6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C25C67-90EB-1D35-794D-39BE130E3087}"/>
              </a:ext>
            </a:extLst>
          </p:cNvPr>
          <p:cNvSpPr/>
          <p:nvPr/>
        </p:nvSpPr>
        <p:spPr>
          <a:xfrm>
            <a:off x="8037575" y="1737361"/>
            <a:ext cx="73152" cy="138588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C1652-D878-4A79-E23A-3D93B75FA92D}"/>
              </a:ext>
            </a:extLst>
          </p:cNvPr>
          <p:cNvSpPr txBox="1"/>
          <p:nvPr/>
        </p:nvSpPr>
        <p:spPr>
          <a:xfrm>
            <a:off x="8266175" y="1901952"/>
            <a:ext cx="595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8233A"/>
                </a:solidFill>
              </a:defRPr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출력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11AF1-8071-1C11-6CF0-ABFEF2F58A2C}"/>
              </a:ext>
            </a:extLst>
          </p:cNvPr>
          <p:cNvSpPr txBox="1"/>
          <p:nvPr/>
        </p:nvSpPr>
        <p:spPr>
          <a:xfrm>
            <a:off x="8156448" y="2346652"/>
            <a:ext cx="3145534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>
                <a:solidFill>
                  <a:srgbClr val="5C6574"/>
                </a:solidFill>
              </a:defRPr>
            </a:pPr>
            <a:r>
              <a: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+mn-ea"/>
                <a:cs typeface="+mn-cs"/>
              </a:rPr>
              <a:t>전하의 추정 위치 출력</a:t>
            </a:r>
            <a:r>
              <a:rPr kumimoji="0" lang="en-US" altLang="ko-KR" sz="170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>
                <a:solidFill>
                  <a:srgbClr val="5C6574"/>
                </a:solidFill>
              </a:defRPr>
            </a:pPr>
            <a:r>
              <a:rPr lang="ko-KR" altLang="en-US" sz="1700" dirty="0">
                <a:solidFill>
                  <a:srgbClr val="5C6574"/>
                </a:solidFill>
                <a:latin typeface="+mn-ea"/>
              </a:rPr>
              <a:t>원본과 비교해 회귀</a:t>
            </a:r>
            <a:r>
              <a:rPr lang="en-US" altLang="ko-KR" sz="1700" dirty="0">
                <a:solidFill>
                  <a:srgbClr val="5C6574"/>
                </a:solidFill>
                <a:latin typeface="+mn-ea"/>
              </a:rPr>
              <a:t>.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6A08272-230B-CE67-45CE-62EF47459F87}"/>
              </a:ext>
            </a:extLst>
          </p:cNvPr>
          <p:cNvSpPr/>
          <p:nvPr/>
        </p:nvSpPr>
        <p:spPr>
          <a:xfrm rot="2895005">
            <a:off x="3729774" y="3241717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5C0403A-ACD3-F909-6120-568CFCD7A8E1}"/>
              </a:ext>
            </a:extLst>
          </p:cNvPr>
          <p:cNvSpPr/>
          <p:nvPr/>
        </p:nvSpPr>
        <p:spPr>
          <a:xfrm rot="18826984">
            <a:off x="7415273" y="3171264"/>
            <a:ext cx="1044372" cy="1041400"/>
          </a:xfrm>
          <a:prstGeom prst="rightArrow">
            <a:avLst>
              <a:gd name="adj1" fmla="val 32556"/>
              <a:gd name="adj2" fmla="val 4080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687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39"/>
    </mc:Choice>
    <mc:Fallback>
      <p:transition advTm="3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5" grpId="0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EB413-9279-1E0C-E4B7-89C6236D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D14B6-7D4D-8A04-72FF-CA2840D28003}"/>
              </a:ext>
            </a:extLst>
          </p:cNvPr>
          <p:cNvSpPr txBox="1"/>
          <p:nvPr/>
        </p:nvSpPr>
        <p:spPr>
          <a:xfrm>
            <a:off x="658368" y="384048"/>
            <a:ext cx="35461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AI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 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순열 불변 매칭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D9783-862C-14E0-E4D7-E875838A95F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17471552-02C7-116E-D171-B11BA0CCF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6CDC5C-D63C-11E6-BDEF-A4D0EDBAC9BC}"/>
                  </a:ext>
                </a:extLst>
              </p:cNvPr>
              <p:cNvSpPr txBox="1"/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6CDC5C-D63C-11E6-BDEF-A4D0EDBAC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blipFill>
                <a:blip r:embed="rId4"/>
                <a:stretch>
                  <a:fillRect l="-4442" t="-17241" r="-3426" b="-370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A972A-D2D7-6494-8FDC-8FF5DB1EAEF3}"/>
                  </a:ext>
                </a:extLst>
              </p:cNvPr>
              <p:cNvSpPr txBox="1"/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DA972A-D2D7-6494-8FDC-8FF5DB1EA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blipFill>
                <a:blip r:embed="rId5"/>
                <a:stretch>
                  <a:fillRect l="-4332" t="-17094" r="-619" b="-35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BE21645-D180-C909-43B9-FEE7427CD26E}"/>
              </a:ext>
            </a:extLst>
          </p:cNvPr>
          <p:cNvCxnSpPr/>
          <p:nvPr/>
        </p:nvCxnSpPr>
        <p:spPr>
          <a:xfrm>
            <a:off x="5043714" y="2133600"/>
            <a:ext cx="1415143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69014E-124F-520F-35FA-A49EBAF9FBF9}"/>
              </a:ext>
            </a:extLst>
          </p:cNvPr>
          <p:cNvCxnSpPr>
            <a:cxnSpLocks/>
          </p:cNvCxnSpPr>
          <p:nvPr/>
        </p:nvCxnSpPr>
        <p:spPr>
          <a:xfrm flipH="1">
            <a:off x="4992914" y="2053149"/>
            <a:ext cx="758371" cy="207616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8A4D5F2-4863-C4EE-D622-035144A61787}"/>
              </a:ext>
            </a:extLst>
          </p:cNvPr>
          <p:cNvCxnSpPr>
            <a:cxnSpLocks/>
          </p:cNvCxnSpPr>
          <p:nvPr/>
        </p:nvCxnSpPr>
        <p:spPr>
          <a:xfrm flipH="1">
            <a:off x="5802085" y="2133600"/>
            <a:ext cx="1398838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20A576-C759-2010-5ACE-0B144A3E6AE4}"/>
              </a:ext>
            </a:extLst>
          </p:cNvPr>
          <p:cNvCxnSpPr>
            <a:cxnSpLocks/>
          </p:cNvCxnSpPr>
          <p:nvPr/>
        </p:nvCxnSpPr>
        <p:spPr>
          <a:xfrm flipH="1">
            <a:off x="7170899" y="2131705"/>
            <a:ext cx="787207" cy="19976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08874A4-1987-F478-9B73-E0384157681B}"/>
              </a:ext>
            </a:extLst>
          </p:cNvPr>
          <p:cNvCxnSpPr>
            <a:cxnSpLocks/>
          </p:cNvCxnSpPr>
          <p:nvPr/>
        </p:nvCxnSpPr>
        <p:spPr>
          <a:xfrm>
            <a:off x="6562321" y="2195644"/>
            <a:ext cx="1334214" cy="19336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44FC608-6B16-CB3F-FD31-837D40BEB9BA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693E51C-4B1E-B97A-4274-C928A76F75A4}"/>
              </a:ext>
            </a:extLst>
          </p:cNvPr>
          <p:cNvCxnSpPr>
            <a:cxnSpLocks/>
          </p:cNvCxnSpPr>
          <p:nvPr/>
        </p:nvCxnSpPr>
        <p:spPr>
          <a:xfrm flipH="1">
            <a:off x="5769108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449E9E-1BB9-0BBF-F60F-960EDE8FAB61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5677923-4A91-9BC6-422D-DCFA2CBBB300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9FAAD69-6354-18E6-6B04-9403E18EB88F}"/>
              </a:ext>
            </a:extLst>
          </p:cNvPr>
          <p:cNvCxnSpPr>
            <a:cxnSpLocks/>
          </p:cNvCxnSpPr>
          <p:nvPr/>
        </p:nvCxnSpPr>
        <p:spPr>
          <a:xfrm flipH="1">
            <a:off x="7926380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051E5A-34B0-5CA3-668A-F50302562A22}"/>
              </a:ext>
            </a:extLst>
          </p:cNvPr>
          <p:cNvSpPr txBox="1"/>
          <p:nvPr/>
        </p:nvSpPr>
        <p:spPr>
          <a:xfrm>
            <a:off x="578930" y="2425683"/>
            <a:ext cx="3943864" cy="861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500" b="1" dirty="0"/>
              <a:t>실제로 옳은 예측도 순서로 인해 </a:t>
            </a:r>
            <a:r>
              <a:rPr lang="ko-KR" altLang="en-US" sz="2500" b="1" dirty="0">
                <a:solidFill>
                  <a:srgbClr val="FFFF00"/>
                </a:solidFill>
              </a:rPr>
              <a:t>오답처리</a:t>
            </a:r>
            <a:r>
              <a:rPr lang="ko-KR" altLang="en-US" sz="2500" b="1" dirty="0"/>
              <a:t> 될 수 있음</a:t>
            </a:r>
            <a:r>
              <a:rPr lang="en-US" altLang="ko-KR" sz="2500" b="1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499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11285">
        <p159:morph option="byObject"/>
      </p:transition>
    </mc:Choice>
    <mc:Fallback>
      <p:transition spd="med" advTm="112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A549F-52A5-E6BF-87F2-84CC4599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EEDB5-55A8-F7E6-2AB7-8044AF09FF34}"/>
              </a:ext>
            </a:extLst>
          </p:cNvPr>
          <p:cNvSpPr txBox="1"/>
          <p:nvPr/>
        </p:nvSpPr>
        <p:spPr>
          <a:xfrm>
            <a:off x="658368" y="384048"/>
            <a:ext cx="35461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AI</a:t>
            </a: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 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+mj-ea"/>
                <a:ea typeface="+mj-ea"/>
              </a:rPr>
              <a:t>)</a:t>
            </a:r>
            <a:r>
              <a:rPr lang="ko-KR" altLang="en-US" sz="2800" dirty="0">
                <a:latin typeface="+mj-ea"/>
                <a:ea typeface="+mj-ea"/>
              </a:rPr>
              <a:t> 순열 불변 매칭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23F14-59CB-A1F0-50E7-48F67E47DB7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58486C8E-A581-AC9D-FA1D-701A1D6C8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39" y="1012769"/>
            <a:ext cx="5413921" cy="5502331"/>
          </a:xfrm>
          <a:prstGeom prst="rect">
            <a:avLst/>
          </a:prstGeom>
          <a:scene3d>
            <a:camera prst="orthographicFront">
              <a:rot lat="16199998" lon="0" rev="0"/>
            </a:camera>
            <a:lightRig rig="threePt" dir="t"/>
          </a:scene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5A6EBC-DA17-D236-D621-BD49309555B7}"/>
                  </a:ext>
                </a:extLst>
              </p:cNvPr>
              <p:cNvSpPr txBox="1"/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5A6EBC-DA17-D236-D621-BD4930955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1487761"/>
                <a:ext cx="4797788" cy="707886"/>
              </a:xfrm>
              <a:prstGeom prst="rect">
                <a:avLst/>
              </a:prstGeom>
              <a:blipFill>
                <a:blip r:embed="rId3"/>
                <a:stretch>
                  <a:fillRect l="-4442" t="-17241" r="-3426" b="-370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DC583-C632-E147-CFE5-0E8D584C7E4A}"/>
                  </a:ext>
                </a:extLst>
              </p:cNvPr>
              <p:cNvSpPr txBox="1"/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ko-KR" sz="4000" dirty="0"/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4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4000" dirty="0"/>
                  <a:t>}</a:t>
                </a:r>
                <a:endParaRPr lang="ko-KR" alt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DC583-C632-E147-CFE5-0E8D584C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105" y="4001430"/>
                <a:ext cx="4925066" cy="707886"/>
              </a:xfrm>
              <a:prstGeom prst="rect">
                <a:avLst/>
              </a:prstGeom>
              <a:blipFill>
                <a:blip r:embed="rId4"/>
                <a:stretch>
                  <a:fillRect l="-4332" t="-17094" r="-619" b="-35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FB57AA8-C90B-368B-83EE-0CC66CF6BAE9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38FDF6-00AA-1C19-EAEA-C22563898D39}"/>
              </a:ext>
            </a:extLst>
          </p:cNvPr>
          <p:cNvCxnSpPr>
            <a:cxnSpLocks/>
          </p:cNvCxnSpPr>
          <p:nvPr/>
        </p:nvCxnSpPr>
        <p:spPr>
          <a:xfrm flipH="1">
            <a:off x="5769108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7DC2839-C77D-C2D2-7C50-7C757F2ABC92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303E927-491B-A6E8-C118-9BAA2851A502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71FEFB6-376B-4BCD-F4C3-0A21D55733D0}"/>
              </a:ext>
            </a:extLst>
          </p:cNvPr>
          <p:cNvCxnSpPr>
            <a:cxnSpLocks/>
          </p:cNvCxnSpPr>
          <p:nvPr/>
        </p:nvCxnSpPr>
        <p:spPr>
          <a:xfrm flipH="1">
            <a:off x="7926380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7D5A2B7-3B40-534D-4781-CBFF8745B558}"/>
              </a:ext>
            </a:extLst>
          </p:cNvPr>
          <p:cNvCxnSpPr>
            <a:cxnSpLocks/>
          </p:cNvCxnSpPr>
          <p:nvPr/>
        </p:nvCxnSpPr>
        <p:spPr>
          <a:xfrm flipH="1">
            <a:off x="5000171" y="2133600"/>
            <a:ext cx="768937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1CB6F52-9D31-B7E4-6D2A-ACB8FD9EE178}"/>
              </a:ext>
            </a:extLst>
          </p:cNvPr>
          <p:cNvCxnSpPr>
            <a:cxnSpLocks/>
          </p:cNvCxnSpPr>
          <p:nvPr/>
        </p:nvCxnSpPr>
        <p:spPr>
          <a:xfrm>
            <a:off x="5065486" y="2133600"/>
            <a:ext cx="703622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BE6CFD7-BA46-108A-311C-46ED2EE40117}"/>
              </a:ext>
            </a:extLst>
          </p:cNvPr>
          <p:cNvCxnSpPr>
            <a:cxnSpLocks/>
          </p:cNvCxnSpPr>
          <p:nvPr/>
        </p:nvCxnSpPr>
        <p:spPr>
          <a:xfrm flipH="1">
            <a:off x="6445274" y="2133600"/>
            <a:ext cx="1524649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EC0CC40-1BB7-924E-C152-5D4BBE8A9018}"/>
              </a:ext>
            </a:extLst>
          </p:cNvPr>
          <p:cNvCxnSpPr>
            <a:cxnSpLocks/>
          </p:cNvCxnSpPr>
          <p:nvPr/>
        </p:nvCxnSpPr>
        <p:spPr>
          <a:xfrm flipH="1">
            <a:off x="7170899" y="2133600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AC79363-6C7E-B42B-7598-C8176028C155}"/>
              </a:ext>
            </a:extLst>
          </p:cNvPr>
          <p:cNvCxnSpPr>
            <a:cxnSpLocks/>
          </p:cNvCxnSpPr>
          <p:nvPr/>
        </p:nvCxnSpPr>
        <p:spPr>
          <a:xfrm>
            <a:off x="6560457" y="2195647"/>
            <a:ext cx="1365923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682DA35-479C-5542-7397-304E41B28479}"/>
              </a:ext>
            </a:extLst>
          </p:cNvPr>
          <p:cNvCxnSpPr>
            <a:cxnSpLocks/>
          </p:cNvCxnSpPr>
          <p:nvPr/>
        </p:nvCxnSpPr>
        <p:spPr>
          <a:xfrm flipH="1">
            <a:off x="5152571" y="2286000"/>
            <a:ext cx="768937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E5D32D8-DAA7-7BE3-08D4-453A63466DD3}"/>
              </a:ext>
            </a:extLst>
          </p:cNvPr>
          <p:cNvCxnSpPr>
            <a:cxnSpLocks/>
          </p:cNvCxnSpPr>
          <p:nvPr/>
        </p:nvCxnSpPr>
        <p:spPr>
          <a:xfrm>
            <a:off x="5217886" y="2286000"/>
            <a:ext cx="703622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1B6A954-9B6C-0246-EBE2-A4AA9BADDA7E}"/>
              </a:ext>
            </a:extLst>
          </p:cNvPr>
          <p:cNvCxnSpPr>
            <a:cxnSpLocks/>
          </p:cNvCxnSpPr>
          <p:nvPr/>
        </p:nvCxnSpPr>
        <p:spPr>
          <a:xfrm flipH="1">
            <a:off x="6597674" y="2286000"/>
            <a:ext cx="1524649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9573678-9158-AEB7-3AAB-211C53383A0A}"/>
              </a:ext>
            </a:extLst>
          </p:cNvPr>
          <p:cNvCxnSpPr>
            <a:cxnSpLocks/>
          </p:cNvCxnSpPr>
          <p:nvPr/>
        </p:nvCxnSpPr>
        <p:spPr>
          <a:xfrm flipH="1">
            <a:off x="7300686" y="2286000"/>
            <a:ext cx="66156" cy="18433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3DB7ACC-2895-D85C-EF69-5A85FFF34406}"/>
              </a:ext>
            </a:extLst>
          </p:cNvPr>
          <p:cNvCxnSpPr>
            <a:cxnSpLocks/>
          </p:cNvCxnSpPr>
          <p:nvPr/>
        </p:nvCxnSpPr>
        <p:spPr>
          <a:xfrm>
            <a:off x="6712857" y="2348047"/>
            <a:ext cx="1365923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E91D4EC-8E9F-92B3-1AB0-451E28472024}"/>
              </a:ext>
            </a:extLst>
          </p:cNvPr>
          <p:cNvCxnSpPr>
            <a:cxnSpLocks/>
          </p:cNvCxnSpPr>
          <p:nvPr/>
        </p:nvCxnSpPr>
        <p:spPr>
          <a:xfrm flipH="1">
            <a:off x="5000171" y="2195647"/>
            <a:ext cx="812480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FDB11D5-E8C1-8B9E-286C-11F3797B0179}"/>
              </a:ext>
            </a:extLst>
          </p:cNvPr>
          <p:cNvCxnSpPr>
            <a:cxnSpLocks/>
          </p:cNvCxnSpPr>
          <p:nvPr/>
        </p:nvCxnSpPr>
        <p:spPr>
          <a:xfrm flipH="1">
            <a:off x="5769108" y="2195647"/>
            <a:ext cx="719709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00E7EAE-768F-3810-BC56-4E502789F562}"/>
              </a:ext>
            </a:extLst>
          </p:cNvPr>
          <p:cNvCxnSpPr>
            <a:cxnSpLocks/>
          </p:cNvCxnSpPr>
          <p:nvPr/>
        </p:nvCxnSpPr>
        <p:spPr>
          <a:xfrm>
            <a:off x="5021102" y="2195647"/>
            <a:ext cx="1424172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325A48A-4D10-2149-B1B8-87E05C1734C7}"/>
              </a:ext>
            </a:extLst>
          </p:cNvPr>
          <p:cNvCxnSpPr>
            <a:cxnSpLocks/>
          </p:cNvCxnSpPr>
          <p:nvPr/>
        </p:nvCxnSpPr>
        <p:spPr>
          <a:xfrm flipH="1">
            <a:off x="7170899" y="2195647"/>
            <a:ext cx="799024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AF91824-FBC1-8DA1-E974-EADE928751B3}"/>
              </a:ext>
            </a:extLst>
          </p:cNvPr>
          <p:cNvCxnSpPr>
            <a:cxnSpLocks/>
          </p:cNvCxnSpPr>
          <p:nvPr/>
        </p:nvCxnSpPr>
        <p:spPr>
          <a:xfrm>
            <a:off x="7315200" y="2195647"/>
            <a:ext cx="611180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AE3A749-EB9A-3CC7-AF6A-AD491EA02266}"/>
              </a:ext>
            </a:extLst>
          </p:cNvPr>
          <p:cNvCxnSpPr>
            <a:cxnSpLocks/>
          </p:cNvCxnSpPr>
          <p:nvPr/>
        </p:nvCxnSpPr>
        <p:spPr>
          <a:xfrm flipH="1">
            <a:off x="5000171" y="2253082"/>
            <a:ext cx="812480" cy="193366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0072A8B-74DA-C719-4B0B-A71A326A6433}"/>
              </a:ext>
            </a:extLst>
          </p:cNvPr>
          <p:cNvCxnSpPr>
            <a:cxnSpLocks/>
          </p:cNvCxnSpPr>
          <p:nvPr/>
        </p:nvCxnSpPr>
        <p:spPr>
          <a:xfrm>
            <a:off x="5094514" y="2253082"/>
            <a:ext cx="674594" cy="19336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F960ACA-73D9-C5F2-0FD0-E9F57DE706BE}"/>
              </a:ext>
            </a:extLst>
          </p:cNvPr>
          <p:cNvCxnSpPr>
            <a:cxnSpLocks/>
          </p:cNvCxnSpPr>
          <p:nvPr/>
        </p:nvCxnSpPr>
        <p:spPr>
          <a:xfrm flipH="1">
            <a:off x="6445274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C9BFA06-3B1D-1FED-520C-5F4BDE5348EE}"/>
              </a:ext>
            </a:extLst>
          </p:cNvPr>
          <p:cNvCxnSpPr>
            <a:cxnSpLocks/>
          </p:cNvCxnSpPr>
          <p:nvPr/>
        </p:nvCxnSpPr>
        <p:spPr>
          <a:xfrm flipH="1">
            <a:off x="7170899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56F502E-B04F-409A-5681-B1ECDB6F1AB8}"/>
              </a:ext>
            </a:extLst>
          </p:cNvPr>
          <p:cNvCxnSpPr>
            <a:cxnSpLocks/>
          </p:cNvCxnSpPr>
          <p:nvPr/>
        </p:nvCxnSpPr>
        <p:spPr>
          <a:xfrm flipH="1">
            <a:off x="7926380" y="2191035"/>
            <a:ext cx="43543" cy="1995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F85720D-B9EB-EAE2-AA36-FB466365268F}"/>
              </a:ext>
            </a:extLst>
          </p:cNvPr>
          <p:cNvCxnSpPr/>
          <p:nvPr/>
        </p:nvCxnSpPr>
        <p:spPr>
          <a:xfrm>
            <a:off x="5043714" y="2133600"/>
            <a:ext cx="1415143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8652276-2667-C437-37B5-290BD8F1E4C7}"/>
              </a:ext>
            </a:extLst>
          </p:cNvPr>
          <p:cNvCxnSpPr>
            <a:cxnSpLocks/>
          </p:cNvCxnSpPr>
          <p:nvPr/>
        </p:nvCxnSpPr>
        <p:spPr>
          <a:xfrm flipH="1">
            <a:off x="4992914" y="2053149"/>
            <a:ext cx="758371" cy="207616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2669BCF-C8FF-DAA1-5AE1-2120C5E3B037}"/>
              </a:ext>
            </a:extLst>
          </p:cNvPr>
          <p:cNvCxnSpPr>
            <a:cxnSpLocks/>
          </p:cNvCxnSpPr>
          <p:nvPr/>
        </p:nvCxnSpPr>
        <p:spPr>
          <a:xfrm flipH="1">
            <a:off x="5802085" y="2133600"/>
            <a:ext cx="1398838" cy="19957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D1A6838-BEE5-AE98-5DF2-DE52CC45249C}"/>
              </a:ext>
            </a:extLst>
          </p:cNvPr>
          <p:cNvCxnSpPr>
            <a:cxnSpLocks/>
          </p:cNvCxnSpPr>
          <p:nvPr/>
        </p:nvCxnSpPr>
        <p:spPr>
          <a:xfrm flipH="1">
            <a:off x="7170899" y="2131705"/>
            <a:ext cx="787207" cy="19976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C5BA2AD-59BF-AAA7-F58E-DD232D17D067}"/>
              </a:ext>
            </a:extLst>
          </p:cNvPr>
          <p:cNvCxnSpPr>
            <a:cxnSpLocks/>
          </p:cNvCxnSpPr>
          <p:nvPr/>
        </p:nvCxnSpPr>
        <p:spPr>
          <a:xfrm>
            <a:off x="6562321" y="2195644"/>
            <a:ext cx="1334214" cy="19336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26885F-F9D6-9CD5-55B4-71382D73F16D}"/>
              </a:ext>
            </a:extLst>
          </p:cNvPr>
          <p:cNvSpPr txBox="1"/>
          <p:nvPr/>
        </p:nvSpPr>
        <p:spPr>
          <a:xfrm>
            <a:off x="874284" y="2527172"/>
            <a:ext cx="3493264" cy="13234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N!</a:t>
            </a:r>
            <a:r>
              <a:rPr lang="ko-KR" altLang="en-US" sz="4000" b="1" dirty="0"/>
              <a:t>의 조합 중</a:t>
            </a:r>
            <a:endParaRPr lang="en-US" altLang="ko-KR" sz="4000" b="1" dirty="0"/>
          </a:p>
          <a:p>
            <a:r>
              <a:rPr lang="ko-KR" altLang="en-US" sz="4000" b="1" dirty="0">
                <a:solidFill>
                  <a:srgbClr val="0070C0"/>
                </a:solidFill>
              </a:rPr>
              <a:t>최소 비용 </a:t>
            </a:r>
            <a:r>
              <a:rPr lang="ko-KR" altLang="en-US" sz="4000" b="1" dirty="0"/>
              <a:t>선택</a:t>
            </a:r>
            <a:endParaRPr lang="en-US" altLang="ko-KR" sz="4000" b="1" dirty="0"/>
          </a:p>
        </p:txBody>
      </p:sp>
    </p:spTree>
    <p:extLst>
      <p:ext uri="{BB962C8B-B14F-4D97-AF65-F5344CB8AC3E}">
        <p14:creationId xmlns:p14="http://schemas.microsoft.com/office/powerpoint/2010/main" val="39910189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3064">
        <p159:morph option="byObject"/>
      </p:transition>
    </mc:Choice>
    <mc:Fallback>
      <p:transition spd="med" advTm="30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5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"/>
                            </p:stCondLst>
                            <p:childTnLst>
                              <p:par>
                                <p:cTn id="10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3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35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4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450"/>
                            </p:stCondLst>
                            <p:childTnLst>
                              <p:par>
                                <p:cTn id="1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5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6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650"/>
                            </p:stCondLst>
                            <p:childTnLst>
                              <p:par>
                                <p:cTn id="1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50"/>
                            </p:stCondLst>
                            <p:childTnLst>
                              <p:par>
                                <p:cTn id="1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750"/>
                            </p:stCondLst>
                            <p:childTnLst>
                              <p:par>
                                <p:cTn id="1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750"/>
                            </p:stCondLst>
                            <p:childTnLst>
                              <p:par>
                                <p:cTn id="1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750"/>
                            </p:stCondLst>
                            <p:childTnLst>
                              <p:par>
                                <p:cTn id="18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750"/>
                            </p:stCondLst>
                            <p:childTnLst>
                              <p:par>
                                <p:cTn id="18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75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8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85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9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5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allAtOnce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57AC3-39F3-3ECE-CEFC-4A783521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506D543-7224-B9ED-714B-FA2E7E12B1DD}"/>
              </a:ext>
            </a:extLst>
          </p:cNvPr>
          <p:cNvSpPr txBox="1"/>
          <p:nvPr/>
        </p:nvSpPr>
        <p:spPr>
          <a:xfrm>
            <a:off x="676656" y="987552"/>
            <a:ext cx="316785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얼마나 적은 부호 정보로 복원이 가능한가</a:t>
            </a: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F5306A-9B9F-0F3B-4AF7-53F3E053342A}"/>
                  </a:ext>
                </a:extLst>
              </p:cNvPr>
              <p:cNvSpPr txBox="1"/>
              <p:nvPr/>
            </p:nvSpPr>
            <p:spPr>
              <a:xfrm>
                <a:off x="658368" y="384048"/>
                <a:ext cx="6488123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 latinLnBrk="0">
                  <a:defRPr sz="2800" b="1">
                    <a:solidFill>
                      <a:srgbClr val="18233A"/>
                    </a:solidFill>
                  </a:defRPr>
                </a:pP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2. </a:t>
                </a:r>
                <a:r>
                  <a:rPr lang="ko-KR" altLang="en-US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탐구 과정</a:t>
                </a:r>
                <a:r>
                  <a:rPr lang="en-US" altLang="ko-KR" sz="2800" b="1" noProof="0" dirty="0">
                    <a:solidFill>
                      <a:srgbClr val="18233A"/>
                    </a:solidFill>
                    <a:latin typeface="+mj-ea"/>
                    <a:ea typeface="+mj-ea"/>
                  </a:rPr>
                  <a:t>-3</a:t>
                </a:r>
                <a:r>
                  <a:rPr kumimoji="0" lang="en-US" altLang="ko-KR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233A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)</a:t>
                </a:r>
                <a:r>
                  <a:rPr lang="ko-KR" altLang="en-US" sz="2800" dirty="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800" b="1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ko-KR" altLang="en-US" sz="2800" b="1" i="1" smtClean="0">
                            <a:latin typeface="Cambria Math" panose="02040503050406030204" pitchFamily="18" charset="0"/>
                            <a:ea typeface="+mj-ea"/>
                          </a:rPr>
                          <m:t>𝒈</m:t>
                        </m:r>
                      </m:e>
                      <m:sub>
                        <m:r>
                          <a:rPr lang="en-US" altLang="ko-KR" sz="2800" b="1" i="1" smtClean="0">
                            <a:latin typeface="Cambria Math" panose="02040503050406030204" pitchFamily="18" charset="0"/>
                            <a:ea typeface="+mj-ea"/>
                          </a:rPr>
                          <m:t>𝟎𝟓</m:t>
                        </m:r>
                      </m:sub>
                    </m:sSub>
                  </m:oMath>
                </a14:m>
                <a:r>
                  <a:rPr kumimoji="0" lang="ko-KR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233A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정보량에 따른 비교</a:t>
                </a:r>
                <a:endParaRPr kumimoji="0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8233A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F5306A-9B9F-0F3B-4AF7-53F3E0533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384048"/>
                <a:ext cx="6488123" cy="523220"/>
              </a:xfrm>
              <a:prstGeom prst="rect">
                <a:avLst/>
              </a:prstGeom>
              <a:blipFill>
                <a:blip r:embed="rId3"/>
                <a:stretch>
                  <a:fillRect l="-1880" t="-11628" r="-846" b="-313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51248C5-1FA0-7EC6-C2B9-0C7FFCB395F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F23529-7B5B-8B9C-7F02-D2491B39C937}"/>
                  </a:ext>
                </a:extLst>
              </p:cNvPr>
              <p:cNvSpPr txBox="1"/>
              <p:nvPr/>
            </p:nvSpPr>
            <p:spPr>
              <a:xfrm>
                <a:off x="5461916" y="2998113"/>
                <a:ext cx="126816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5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5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F23529-7B5B-8B9C-7F02-D2491B39C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16" y="2998113"/>
                <a:ext cx="1268168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9E2AE2D-6583-159B-226A-FB2CCD1CAEB3}"/>
              </a:ext>
            </a:extLst>
          </p:cNvPr>
          <p:cNvSpPr txBox="1"/>
          <p:nvPr/>
        </p:nvSpPr>
        <p:spPr>
          <a:xfrm>
            <a:off x="1121249" y="3152001"/>
            <a:ext cx="740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4A22C-50B9-5277-802E-30C6764215A4}"/>
              </a:ext>
            </a:extLst>
          </p:cNvPr>
          <p:cNvSpPr txBox="1"/>
          <p:nvPr/>
        </p:nvSpPr>
        <p:spPr>
          <a:xfrm>
            <a:off x="1084027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10%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A9E62-E14F-6A83-88B3-6EAA0892CE5B}"/>
              </a:ext>
            </a:extLst>
          </p:cNvPr>
          <p:cNvSpPr txBox="1"/>
          <p:nvPr/>
        </p:nvSpPr>
        <p:spPr>
          <a:xfrm>
            <a:off x="1121249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25%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ECD9BF-740D-A956-89DB-F6027904E797}"/>
              </a:ext>
            </a:extLst>
          </p:cNvPr>
          <p:cNvSpPr txBox="1"/>
          <p:nvPr/>
        </p:nvSpPr>
        <p:spPr>
          <a:xfrm>
            <a:off x="1084642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50%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D60291-E3D1-6CB9-E25E-EF6EF34F49B1}"/>
              </a:ext>
            </a:extLst>
          </p:cNvPr>
          <p:cNvSpPr txBox="1"/>
          <p:nvPr/>
        </p:nvSpPr>
        <p:spPr>
          <a:xfrm>
            <a:off x="1120634" y="3152001"/>
            <a:ext cx="954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75%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1C70BC-741D-39B4-E31B-B4312E24AC33}"/>
              </a:ext>
            </a:extLst>
          </p:cNvPr>
          <p:cNvSpPr txBox="1"/>
          <p:nvPr/>
        </p:nvSpPr>
        <p:spPr>
          <a:xfrm>
            <a:off x="1014033" y="3152001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100%</a:t>
            </a:r>
            <a:endParaRPr lang="ko-KR" altLang="en-US" sz="3000" dirty="0"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27518-0171-0FF3-1CDC-D0C6F5C56804}"/>
              </a:ext>
            </a:extLst>
          </p:cNvPr>
          <p:cNvSpPr txBox="1"/>
          <p:nvPr/>
        </p:nvSpPr>
        <p:spPr>
          <a:xfrm>
            <a:off x="5254167" y="13533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5624A-E835-331C-BA9D-91993C22AD8F}"/>
              </a:ext>
            </a:extLst>
          </p:cNvPr>
          <p:cNvSpPr txBox="1"/>
          <p:nvPr/>
        </p:nvSpPr>
        <p:spPr>
          <a:xfrm>
            <a:off x="5254167" y="22542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615EF-F67D-ED3C-1F61-092BF3D9C034}"/>
              </a:ext>
            </a:extLst>
          </p:cNvPr>
          <p:cNvSpPr txBox="1"/>
          <p:nvPr/>
        </p:nvSpPr>
        <p:spPr>
          <a:xfrm>
            <a:off x="5254167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29F2D-1709-2818-FAF3-DA956E760892}"/>
              </a:ext>
            </a:extLst>
          </p:cNvPr>
          <p:cNvSpPr txBox="1"/>
          <p:nvPr/>
        </p:nvSpPr>
        <p:spPr>
          <a:xfrm>
            <a:off x="5254167" y="4224087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E1B58-C8FF-4318-0808-EC5A5150DADF}"/>
              </a:ext>
            </a:extLst>
          </p:cNvPr>
          <p:cNvSpPr txBox="1"/>
          <p:nvPr/>
        </p:nvSpPr>
        <p:spPr>
          <a:xfrm>
            <a:off x="5254167" y="5265395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2B5648-E4D2-FE0F-9252-28C8BC5AFE67}"/>
              </a:ext>
            </a:extLst>
          </p:cNvPr>
          <p:cNvSpPr txBox="1"/>
          <p:nvPr/>
        </p:nvSpPr>
        <p:spPr>
          <a:xfrm>
            <a:off x="5254167" y="6183593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AEBE-D4C3-8DA7-64E3-9C76BEE05870}"/>
                  </a:ext>
                </a:extLst>
              </p:cNvPr>
              <p:cNvSpPr txBox="1"/>
              <p:nvPr/>
            </p:nvSpPr>
            <p:spPr>
              <a:xfrm>
                <a:off x="3906939" y="2462070"/>
                <a:ext cx="4126258" cy="1035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3000" dirty="0"/>
                  <a:t>얼마나 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05</m:t>
                        </m:r>
                      </m:sub>
                    </m:sSub>
                    <m:r>
                      <a:rPr lang="en-US" altLang="ko-KR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3000" dirty="0"/>
                  <a:t>정보로</a:t>
                </a:r>
                <a:endParaRPr lang="en-US" altLang="ko-KR" sz="3000" dirty="0"/>
              </a:p>
              <a:p>
                <a:r>
                  <a:rPr lang="ko-KR" altLang="en-US" sz="3000" dirty="0"/>
                  <a:t>복원이 가능할까</a:t>
                </a:r>
                <a:r>
                  <a:rPr lang="en-US" altLang="ko-KR" sz="3000" dirty="0"/>
                  <a:t>?</a:t>
                </a:r>
                <a:endParaRPr lang="ko-KR" altLang="en-US" sz="3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9AEBE-D4C3-8DA7-64E3-9C76BEE05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939" y="2462070"/>
                <a:ext cx="4126258" cy="1035092"/>
              </a:xfrm>
              <a:prstGeom prst="rect">
                <a:avLst/>
              </a:prstGeom>
              <a:blipFill>
                <a:blip r:embed="rId5"/>
                <a:stretch>
                  <a:fillRect l="-3545" t="-7059" r="-2659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7D0C920-ADFE-6C83-38C0-9A5522B3B438}"/>
              </a:ext>
            </a:extLst>
          </p:cNvPr>
          <p:cNvSpPr txBox="1"/>
          <p:nvPr/>
        </p:nvSpPr>
        <p:spPr>
          <a:xfrm>
            <a:off x="4771598" y="1790094"/>
            <a:ext cx="17139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Hmm...</a:t>
            </a:r>
            <a:endParaRPr lang="ko-KR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0E3858-54F0-D07B-C365-19A170B0BFCB}"/>
                  </a:ext>
                </a:extLst>
              </p:cNvPr>
              <p:cNvSpPr txBox="1"/>
              <p:nvPr/>
            </p:nvSpPr>
            <p:spPr>
              <a:xfrm>
                <a:off x="5772150" y="4140200"/>
                <a:ext cx="37882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/>
                  <a:t>시드</a:t>
                </a:r>
                <a:r>
                  <a:rPr lang="ko-KR" altLang="en-US" dirty="0"/>
                  <a:t> 기반 학습 데이터 제공으로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05</m:t>
                        </m:r>
                      </m:sub>
                    </m:sSub>
                  </m:oMath>
                </a14:m>
                <a:endParaRPr lang="ko-KR" altLang="en-US" dirty="0"/>
              </a:p>
              <a:p>
                <a:r>
                  <a:rPr lang="ko-KR" altLang="en-US" dirty="0"/>
                  <a:t>비율만 변화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반복 실험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0E3858-54F0-D07B-C365-19A170B0B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150" y="4140200"/>
                <a:ext cx="3788281" cy="646331"/>
              </a:xfrm>
              <a:prstGeom prst="rect">
                <a:avLst/>
              </a:prstGeom>
              <a:blipFill>
                <a:blip r:embed="rId6"/>
                <a:stretch>
                  <a:fillRect l="-1449" t="-6604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42125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Tm="10091">
        <p159:morph option="byObject"/>
      </p:transition>
    </mc:Choice>
    <mc:Fallback>
      <p:transition spd="med" advTm="1009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8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3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3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3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19 0 " pathEditMode="relative" rAng="0" ptsTypes="AA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 L 0.2677 -0.27384 " pathEditMode="relative" rAng="0" ptsTypes="AA">
                                      <p:cBhvr>
                                        <p:cTn id="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85" y="-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89 0 L 0.26355 -0.14421 " pathEditMode="relative" rAng="0" ptsTypes="AA">
                                      <p:cBhvr>
                                        <p:cTn id="4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2" y="-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595 0 " pathEditMode="relative" rAng="0" ptsTypes="AA">
                                      <p:cBhvr>
                                        <p:cTn id="5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5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0.2625 0.14653 " pathEditMode="relative" rAng="0" ptsTypes="AA">
                                      <p:cBhvr>
                                        <p:cTn id="5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25" y="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400"/>
                            </p:stCondLst>
                            <p:childTnLst>
                              <p:par>
                                <p:cTn id="5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6159 0.29676 " pathEditMode="relative" rAng="0" ptsTypes="AA">
                                      <p:cBhvr>
                                        <p:cTn id="6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73" y="1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00"/>
                            </p:stCondLst>
                            <p:childTnLst>
                              <p:par>
                                <p:cTn id="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26003 0.43056 " pathEditMode="relative" rAng="0" ptsTypes="AA">
                                      <p:cBhvr>
                                        <p:cTn id="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95" y="2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  <p:bldP spid="19" grpId="0"/>
      <p:bldP spid="19" grpId="1"/>
      <p:bldP spid="21" grpId="0"/>
      <p:bldP spid="21" grpId="1"/>
      <p:bldP spid="24" grpId="0"/>
      <p:bldP spid="24" grpId="1"/>
      <p:bldP spid="26" grpId="0"/>
      <p:bldP spid="26" grpId="1"/>
      <p:bldP spid="28" grpId="0"/>
      <p:bldP spid="28" grpId="1"/>
      <p:bldP spid="10" grpId="0" uiExpand="1" build="allAtOnce"/>
      <p:bldP spid="10" grpId="1" uiExpand="1" build="allAtOnce"/>
      <p:bldP spid="11" grpId="0"/>
      <p:bldP spid="11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BC11EB-5664-BCE0-CAAD-AE2907DD6DEB}"/>
              </a:ext>
            </a:extLst>
          </p:cNvPr>
          <p:cNvSpPr txBox="1"/>
          <p:nvPr/>
        </p:nvSpPr>
        <p:spPr>
          <a:xfrm>
            <a:off x="658368" y="384048"/>
            <a:ext cx="21771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  <a:latin typeface="+mj-ea"/>
                <a:ea typeface="+mj-ea"/>
              </a:rPr>
              <a:t>3</a:t>
            </a:r>
            <a:r>
              <a:rPr lang="en-US" altLang="ko-KR" sz="2800" b="1" noProof="0" dirty="0">
                <a:solidFill>
                  <a:srgbClr val="18233A"/>
                </a:solidFill>
                <a:latin typeface="+mj-ea"/>
                <a:ea typeface="+mj-ea"/>
              </a:rPr>
              <a:t>. </a:t>
            </a:r>
            <a:r>
              <a:rPr lang="ko-KR" altLang="en-US" sz="2800" b="1" noProof="0" dirty="0">
                <a:solidFill>
                  <a:srgbClr val="18233A"/>
                </a:solidFill>
                <a:latin typeface="+mj-ea"/>
                <a:ea typeface="+mj-ea"/>
              </a:rPr>
              <a:t>탐구 결과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14268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73"/>
    </mc:Choice>
    <mc:Fallback>
      <p:transition spd="slow" advTm="1173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51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2"/>
    </mc:Choice>
    <mc:Fallback>
      <p:transition spd="slow" advTm="1112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5F3F8-E48C-53B9-B86B-4B9927BE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9A5E9731-4A82-3444-B26C-B3BEF85F13C3}"/>
              </a:ext>
            </a:extLst>
          </p:cNvPr>
          <p:cNvSpPr txBox="1"/>
          <p:nvPr/>
        </p:nvSpPr>
        <p:spPr>
          <a:xfrm>
            <a:off x="2026515" y="5501116"/>
            <a:ext cx="839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8F9FC"/>
                </a:solidFill>
              </a:rPr>
              <a:t>로런츠</a:t>
            </a:r>
            <a:r>
              <a:rPr lang="ko-KR" altLang="en-US" dirty="0">
                <a:solidFill>
                  <a:srgbClr val="F8F9FC"/>
                </a:solidFill>
              </a:rPr>
              <a:t> </a:t>
            </a:r>
            <a:r>
              <a:rPr lang="ko-KR" altLang="en-US" dirty="0" err="1">
                <a:solidFill>
                  <a:srgbClr val="F8F9FC"/>
                </a:solidFill>
              </a:rPr>
              <a:t>계량텐서</a:t>
            </a:r>
            <a:r>
              <a:rPr lang="en-US" altLang="ko-KR" dirty="0">
                <a:solidFill>
                  <a:srgbClr val="F8F9FC"/>
                </a:solidFill>
              </a:rPr>
              <a:t>: </a:t>
            </a:r>
            <a:r>
              <a:rPr lang="ko-KR" altLang="en-US" dirty="0">
                <a:solidFill>
                  <a:srgbClr val="F8F9FC"/>
                </a:solidFill>
              </a:rPr>
              <a:t>시간 방향 하나가 공간 방향들과 다른 부호를 가지는 </a:t>
            </a:r>
            <a:r>
              <a:rPr lang="ko-KR" altLang="en-US" dirty="0" err="1">
                <a:solidFill>
                  <a:srgbClr val="F8F9FC"/>
                </a:solidFill>
              </a:rPr>
              <a:t>계량텐서</a:t>
            </a:r>
            <a:endParaRPr lang="ko-KR" altLang="en-US" dirty="0">
              <a:solidFill>
                <a:srgbClr val="F8F9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CB08E-8CB8-E2E4-424A-9DEF6569BB18}"/>
              </a:ext>
            </a:extLst>
          </p:cNvPr>
          <p:cNvSpPr txBox="1"/>
          <p:nvPr/>
        </p:nvSpPr>
        <p:spPr>
          <a:xfrm>
            <a:off x="658368" y="384048"/>
            <a:ext cx="1297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8233A"/>
                </a:solidFill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823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18233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EA9DE-D405-12B4-70FF-DCE880A9B084}"/>
              </a:ext>
            </a:extLst>
          </p:cNvPr>
          <p:cNvSpPr txBox="1"/>
          <p:nvPr/>
        </p:nvSpPr>
        <p:spPr>
          <a:xfrm>
            <a:off x="676656" y="987552"/>
            <a:ext cx="118333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C657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5A3DA-2F07-2FB4-A41D-D391CC451FB9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CA7B5-9EA5-3666-30A6-B6BBDDFC6064}"/>
              </a:ext>
            </a:extLst>
          </p:cNvPr>
          <p:cNvSpPr txBox="1"/>
          <p:nvPr/>
        </p:nvSpPr>
        <p:spPr>
          <a:xfrm>
            <a:off x="1325880" y="1975104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315EBE"/>
                </a:solidFill>
                <a:latin typeface="Cambria Math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315EBE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G₀₀ ∝ V²</a:t>
            </a:r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2030E6F3-1205-D133-7B4D-554FC86901A2}"/>
              </a:ext>
            </a:extLst>
          </p:cNvPr>
          <p:cNvSpPr/>
          <p:nvPr/>
        </p:nvSpPr>
        <p:spPr>
          <a:xfrm>
            <a:off x="3879613" y="181143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627F2CF0-24EA-EDEA-8B20-7F1BBE5E75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093390"/>
                  </p:ext>
                </p:extLst>
              </p:nvPr>
            </p:nvGraphicFramePr>
            <p:xfrm>
              <a:off x="4156696" y="1755019"/>
              <a:ext cx="3878608" cy="3888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9652">
                      <a:extLst>
                        <a:ext uri="{9D8B030D-6E8A-4147-A177-3AD203B41FA5}">
                          <a16:colId xmlns:a16="http://schemas.microsoft.com/office/drawing/2014/main" val="3210524151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97934473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759925240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17084695"/>
                        </a:ext>
                      </a:extLst>
                    </a:gridCol>
                  </a:tblGrid>
                  <a:tr h="9720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17050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923781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836637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266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627F2CF0-24EA-EDEA-8B20-7F1BBE5E75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1093390"/>
                  </p:ext>
                </p:extLst>
              </p:nvPr>
            </p:nvGraphicFramePr>
            <p:xfrm>
              <a:off x="4156696" y="1755019"/>
              <a:ext cx="3878608" cy="3888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9652">
                      <a:extLst>
                        <a:ext uri="{9D8B030D-6E8A-4147-A177-3AD203B41FA5}">
                          <a16:colId xmlns:a16="http://schemas.microsoft.com/office/drawing/2014/main" val="3210524151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97934473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759925240"/>
                        </a:ext>
                      </a:extLst>
                    </a:gridCol>
                    <a:gridCol w="969652">
                      <a:extLst>
                        <a:ext uri="{9D8B030D-6E8A-4147-A177-3AD203B41FA5}">
                          <a16:colId xmlns:a16="http://schemas.microsoft.com/office/drawing/2014/main" val="4117084695"/>
                        </a:ext>
                      </a:extLst>
                    </a:gridCol>
                  </a:tblGrid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98750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r="-200629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r="-99375" b="-2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b="-2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17050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298750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100000" r="-200629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100000" r="-99375" b="-1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100000" b="-1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923781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258" r="-298750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201258" r="-200629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201258" r="-99375" b="-1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201258" b="-100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8366377"/>
                      </a:ext>
                    </a:extLst>
                  </a:tr>
                  <a:tr h="97203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99375" r="-2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29" t="-299375" r="-2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375" t="-299375" r="-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258" t="-29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266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F69B093C-689F-C25E-F47F-25EBDF298092}"/>
              </a:ext>
            </a:extLst>
          </p:cNvPr>
          <p:cNvSpPr/>
          <p:nvPr/>
        </p:nvSpPr>
        <p:spPr>
          <a:xfrm rot="10800000">
            <a:off x="8035304" y="181971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04CC22-89C5-1293-158B-1F6FF92F1153}"/>
              </a:ext>
            </a:extLst>
          </p:cNvPr>
          <p:cNvSpPr/>
          <p:nvPr/>
        </p:nvSpPr>
        <p:spPr>
          <a:xfrm>
            <a:off x="4262996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9337D7-9A27-E3F1-F31D-67D8334787A8}"/>
              </a:ext>
            </a:extLst>
          </p:cNvPr>
          <p:cNvSpPr/>
          <p:nvPr/>
        </p:nvSpPr>
        <p:spPr>
          <a:xfrm>
            <a:off x="5197196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9ABEEC4-6C5A-A74D-1B48-AFCA6C76B1A9}"/>
              </a:ext>
            </a:extLst>
          </p:cNvPr>
          <p:cNvSpPr/>
          <p:nvPr/>
        </p:nvSpPr>
        <p:spPr>
          <a:xfrm>
            <a:off x="6223337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789D8B-79AC-2093-574B-F4C3E67DC186}"/>
              </a:ext>
            </a:extLst>
          </p:cNvPr>
          <p:cNvSpPr/>
          <p:nvPr/>
        </p:nvSpPr>
        <p:spPr>
          <a:xfrm>
            <a:off x="7157537" y="2068873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2A0420-8D11-D2D7-62D8-860C676C8A09}"/>
              </a:ext>
            </a:extLst>
          </p:cNvPr>
          <p:cNvSpPr/>
          <p:nvPr/>
        </p:nvSpPr>
        <p:spPr>
          <a:xfrm>
            <a:off x="7157537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879D28-82AF-1213-137D-5B9BF1F9C5E0}"/>
              </a:ext>
            </a:extLst>
          </p:cNvPr>
          <p:cNvSpPr/>
          <p:nvPr/>
        </p:nvSpPr>
        <p:spPr>
          <a:xfrm>
            <a:off x="6223337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7AAD94B-1DF9-327E-9D62-76303A48B722}"/>
              </a:ext>
            </a:extLst>
          </p:cNvPr>
          <p:cNvSpPr/>
          <p:nvPr/>
        </p:nvSpPr>
        <p:spPr>
          <a:xfrm>
            <a:off x="5208919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FBBED1D-7EB7-F66A-9286-DF2961F20B0D}"/>
              </a:ext>
            </a:extLst>
          </p:cNvPr>
          <p:cNvSpPr/>
          <p:nvPr/>
        </p:nvSpPr>
        <p:spPr>
          <a:xfrm>
            <a:off x="4246341" y="30192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FF51EC-2337-2D4E-3A1F-74C3701CCB97}"/>
              </a:ext>
            </a:extLst>
          </p:cNvPr>
          <p:cNvSpPr/>
          <p:nvPr/>
        </p:nvSpPr>
        <p:spPr>
          <a:xfrm>
            <a:off x="4246341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9E2CCC-2BFB-EA94-3FA6-9027C42112BB}"/>
              </a:ext>
            </a:extLst>
          </p:cNvPr>
          <p:cNvSpPr/>
          <p:nvPr/>
        </p:nvSpPr>
        <p:spPr>
          <a:xfrm>
            <a:off x="52724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9DBB61-CAFA-8C63-DD4E-B2C46E893EC8}"/>
              </a:ext>
            </a:extLst>
          </p:cNvPr>
          <p:cNvSpPr/>
          <p:nvPr/>
        </p:nvSpPr>
        <p:spPr>
          <a:xfrm>
            <a:off x="62066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648C17-107B-16B8-95E4-5AC5EB9B4F75}"/>
              </a:ext>
            </a:extLst>
          </p:cNvPr>
          <p:cNvSpPr/>
          <p:nvPr/>
        </p:nvSpPr>
        <p:spPr>
          <a:xfrm>
            <a:off x="7137182" y="4034580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F4C7FB6-FB47-7E14-1AC6-4EC4C4A8E0AE}"/>
              </a:ext>
            </a:extLst>
          </p:cNvPr>
          <p:cNvSpPr/>
          <p:nvPr/>
        </p:nvSpPr>
        <p:spPr>
          <a:xfrm>
            <a:off x="7137182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E395085-2ECB-690C-C24A-0DC3E4E8F95C}"/>
              </a:ext>
            </a:extLst>
          </p:cNvPr>
          <p:cNvSpPr/>
          <p:nvPr/>
        </p:nvSpPr>
        <p:spPr>
          <a:xfrm>
            <a:off x="6210717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338867D-C54A-045E-6ABF-501D1EAED85E}"/>
              </a:ext>
            </a:extLst>
          </p:cNvPr>
          <p:cNvSpPr/>
          <p:nvPr/>
        </p:nvSpPr>
        <p:spPr>
          <a:xfrm>
            <a:off x="5208919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FCE936F-617B-8910-65E2-88A4A60FD5CD}"/>
              </a:ext>
            </a:extLst>
          </p:cNvPr>
          <p:cNvSpPr/>
          <p:nvPr/>
        </p:nvSpPr>
        <p:spPr>
          <a:xfrm>
            <a:off x="4272845" y="4965005"/>
            <a:ext cx="668458" cy="491884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958FEACA-6C5A-6E48-DE89-2749A93EF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679" y="1698997"/>
            <a:ext cx="2718993" cy="40648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083FE0B-9433-6B4E-AFB8-6744453A1D4E}"/>
              </a:ext>
            </a:extLst>
          </p:cNvPr>
          <p:cNvSpPr txBox="1"/>
          <p:nvPr/>
        </p:nvSpPr>
        <p:spPr>
          <a:xfrm>
            <a:off x="3915851" y="561689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리만의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시공간의 곡률을 나타냄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표 48">
                <a:extLst>
                  <a:ext uri="{FF2B5EF4-FFF2-40B4-BE49-F238E27FC236}">
                    <a16:creationId xmlns:a16="http://schemas.microsoft.com/office/drawing/2014/main" id="{21E41EB4-0CF5-6319-936E-FF5741C1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588212"/>
                  </p:ext>
                </p:extLst>
              </p:nvPr>
            </p:nvGraphicFramePr>
            <p:xfrm>
              <a:off x="3166917" y="809203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표 48">
                <a:extLst>
                  <a:ext uri="{FF2B5EF4-FFF2-40B4-BE49-F238E27FC236}">
                    <a16:creationId xmlns:a16="http://schemas.microsoft.com/office/drawing/2014/main" id="{21E41EB4-0CF5-6319-936E-FF5741C186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588212"/>
                  </p:ext>
                </p:extLst>
              </p:nvPr>
            </p:nvGraphicFramePr>
            <p:xfrm>
              <a:off x="3166917" y="809203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3" name="그래픽 52" descr="리만 다양체 - 나무위키">
            <a:extLst>
              <a:ext uri="{FF2B5EF4-FFF2-40B4-BE49-F238E27FC236}">
                <a16:creationId xmlns:a16="http://schemas.microsoft.com/office/drawing/2014/main" id="{31A4A46E-35AE-B131-8848-D595E108E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6722" y="689680"/>
            <a:ext cx="2739320" cy="27393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5106707-548F-E7DC-A034-58F650FC54FD}"/>
              </a:ext>
            </a:extLst>
          </p:cNvPr>
          <p:cNvSpPr txBox="1"/>
          <p:nvPr/>
        </p:nvSpPr>
        <p:spPr>
          <a:xfrm>
            <a:off x="9287125" y="3495561"/>
            <a:ext cx="2851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리만 다양체의 곡률을 </a:t>
            </a:r>
            <a:endParaRPr lang="en-US" altLang="ko-KR" dirty="0"/>
          </a:p>
          <a:p>
            <a:r>
              <a:rPr lang="ko-KR" altLang="en-US" dirty="0"/>
              <a:t>표시하기 위해 고안되었다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799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50"/>
    </mc:Choice>
    <mc:Fallback>
      <p:transition spd="slow" advTm="6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0.00046 L -0.32174 0.0004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"/>
                            </p:stCondLst>
                            <p:childTnLst>
                              <p:par>
                                <p:cTn id="4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"/>
                            </p:stCondLst>
                            <p:childTnLst>
                              <p:par>
                                <p:cTn id="6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"/>
                            </p:stCondLst>
                            <p:childTnLst>
                              <p:par>
                                <p:cTn id="7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"/>
                            </p:stCondLst>
                            <p:childTnLst>
                              <p:par>
                                <p:cTn id="7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851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5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D877B-86E1-B10A-7645-9A90B135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표 52">
                <a:extLst>
                  <a:ext uri="{FF2B5EF4-FFF2-40B4-BE49-F238E27FC236}">
                    <a16:creationId xmlns:a16="http://schemas.microsoft.com/office/drawing/2014/main" id="{C51CD332-6A5B-117C-ECED-B8E971D36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400460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표 52">
                <a:extLst>
                  <a:ext uri="{FF2B5EF4-FFF2-40B4-BE49-F238E27FC236}">
                    <a16:creationId xmlns:a16="http://schemas.microsoft.com/office/drawing/2014/main" id="{C51CD332-6A5B-117C-ECED-B8E971D36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400460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01DDFD1-8A95-8C8E-2BCC-B46A5D21FD88}"/>
              </a:ext>
            </a:extLst>
          </p:cNvPr>
          <p:cNvSpPr txBox="1"/>
          <p:nvPr/>
        </p:nvSpPr>
        <p:spPr>
          <a:xfrm>
            <a:off x="658368" y="384048"/>
            <a:ext cx="1297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KK</a:t>
            </a:r>
            <a:r>
              <a:rPr lang="ko-KR" altLang="en-US" sz="2800" b="1" dirty="0">
                <a:solidFill>
                  <a:srgbClr val="18233A"/>
                </a:solidFill>
              </a:rPr>
              <a:t>계량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302E8-4FE2-74DE-E92B-4712BD6EA03F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618AE-C051-E77E-FDF3-7C1B14B377C5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23473E1F-0B5E-F7ED-471A-345A9643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2F97BE8-2B48-11AE-2E92-309C2A23FD03}"/>
              </a:ext>
            </a:extLst>
          </p:cNvPr>
          <p:cNvSpPr/>
          <p:nvPr/>
        </p:nvSpPr>
        <p:spPr>
          <a:xfrm>
            <a:off x="6198326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C34E14-9E14-97AE-0E2B-6C46AF5225D7}"/>
              </a:ext>
            </a:extLst>
          </p:cNvPr>
          <p:cNvSpPr/>
          <p:nvPr/>
        </p:nvSpPr>
        <p:spPr>
          <a:xfrm>
            <a:off x="7184157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C0959-A7BB-1AF2-0351-5E83C1D03933}"/>
              </a:ext>
            </a:extLst>
          </p:cNvPr>
          <p:cNvSpPr/>
          <p:nvPr/>
        </p:nvSpPr>
        <p:spPr>
          <a:xfrm>
            <a:off x="6198326" y="163239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E735D9-3D0A-72C4-3A30-BFEBD2E2E5F0}"/>
              </a:ext>
            </a:extLst>
          </p:cNvPr>
          <p:cNvSpPr/>
          <p:nvPr/>
        </p:nvSpPr>
        <p:spPr>
          <a:xfrm>
            <a:off x="6198326" y="263380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33F854-D0F2-D5B7-5800-AA9DD54D7EED}"/>
              </a:ext>
            </a:extLst>
          </p:cNvPr>
          <p:cNvSpPr/>
          <p:nvPr/>
        </p:nvSpPr>
        <p:spPr>
          <a:xfrm>
            <a:off x="8169988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A002CB-98AF-4582-A27D-59CF679A5C33}"/>
              </a:ext>
            </a:extLst>
          </p:cNvPr>
          <p:cNvSpPr/>
          <p:nvPr/>
        </p:nvSpPr>
        <p:spPr>
          <a:xfrm>
            <a:off x="6198326" y="3608089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3128B2-7C96-F214-4515-85DB96CA841D}"/>
              </a:ext>
            </a:extLst>
          </p:cNvPr>
          <p:cNvSpPr/>
          <p:nvPr/>
        </p:nvSpPr>
        <p:spPr>
          <a:xfrm>
            <a:off x="9165125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4974C1-9B0B-EDE7-3805-1B7FB13DD306}"/>
              </a:ext>
            </a:extLst>
          </p:cNvPr>
          <p:cNvSpPr/>
          <p:nvPr/>
        </p:nvSpPr>
        <p:spPr>
          <a:xfrm>
            <a:off x="6198326" y="458237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7A9CDE-DE61-766D-38C1-2CBFD31A3BBF}"/>
              </a:ext>
            </a:extLst>
          </p:cNvPr>
          <p:cNvSpPr/>
          <p:nvPr/>
        </p:nvSpPr>
        <p:spPr>
          <a:xfrm>
            <a:off x="10091788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1793A0-49B6-510B-DD15-C5360BBA081D}"/>
              </a:ext>
            </a:extLst>
          </p:cNvPr>
          <p:cNvSpPr/>
          <p:nvPr/>
        </p:nvSpPr>
        <p:spPr>
          <a:xfrm>
            <a:off x="619832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B83DF8-7B54-3779-B682-5AA4FA6BDA8B}"/>
              </a:ext>
            </a:extLst>
          </p:cNvPr>
          <p:cNvSpPr/>
          <p:nvPr/>
        </p:nvSpPr>
        <p:spPr>
          <a:xfrm>
            <a:off x="11018451" y="726761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FB6DAB-7644-DF8D-4B21-7761FC26B012}"/>
              </a:ext>
            </a:extLst>
          </p:cNvPr>
          <p:cNvSpPr/>
          <p:nvPr/>
        </p:nvSpPr>
        <p:spPr>
          <a:xfrm>
            <a:off x="7184157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1DF0C5-4881-EFF5-1919-F75CEDB3CC3B}"/>
              </a:ext>
            </a:extLst>
          </p:cNvPr>
          <p:cNvSpPr/>
          <p:nvPr/>
        </p:nvSpPr>
        <p:spPr>
          <a:xfrm>
            <a:off x="11018451" y="166420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2E8D25-1D1E-AD8C-AF48-CA038FBBD252}"/>
              </a:ext>
            </a:extLst>
          </p:cNvPr>
          <p:cNvSpPr/>
          <p:nvPr/>
        </p:nvSpPr>
        <p:spPr>
          <a:xfrm>
            <a:off x="8169988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68D8D2C-32AC-7532-71BE-901FCA73F637}"/>
              </a:ext>
            </a:extLst>
          </p:cNvPr>
          <p:cNvSpPr/>
          <p:nvPr/>
        </p:nvSpPr>
        <p:spPr>
          <a:xfrm>
            <a:off x="11018451" y="2670089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ED849F9-F7EE-A28D-F1DB-D82421CD2E83}"/>
              </a:ext>
            </a:extLst>
          </p:cNvPr>
          <p:cNvSpPr/>
          <p:nvPr/>
        </p:nvSpPr>
        <p:spPr>
          <a:xfrm>
            <a:off x="907624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49AAB51-3169-CDD1-08F4-8DB7688F8069}"/>
              </a:ext>
            </a:extLst>
          </p:cNvPr>
          <p:cNvSpPr/>
          <p:nvPr/>
        </p:nvSpPr>
        <p:spPr>
          <a:xfrm>
            <a:off x="11018451" y="3567892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98292E-43DC-98AA-8B07-200FF8732E3B}"/>
              </a:ext>
            </a:extLst>
          </p:cNvPr>
          <p:cNvSpPr/>
          <p:nvPr/>
        </p:nvSpPr>
        <p:spPr>
          <a:xfrm>
            <a:off x="10036366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16B175-B912-4735-5139-AD7E9C8AEBAD}"/>
              </a:ext>
            </a:extLst>
          </p:cNvPr>
          <p:cNvSpPr/>
          <p:nvPr/>
        </p:nvSpPr>
        <p:spPr>
          <a:xfrm>
            <a:off x="11018451" y="453955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2E34E6-F2EB-201C-8620-974E41AD3571}"/>
              </a:ext>
            </a:extLst>
          </p:cNvPr>
          <p:cNvSpPr/>
          <p:nvPr/>
        </p:nvSpPr>
        <p:spPr>
          <a:xfrm>
            <a:off x="11018451" y="551122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12CC68-D342-13FC-4AC1-B3178A554A29}"/>
              </a:ext>
            </a:extLst>
          </p:cNvPr>
          <p:cNvSpPr/>
          <p:nvPr/>
        </p:nvSpPr>
        <p:spPr>
          <a:xfrm>
            <a:off x="4251960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55AE5F1-22C6-C6E5-6A3A-6DCB1045E433}"/>
              </a:ext>
            </a:extLst>
          </p:cNvPr>
          <p:cNvSpPr/>
          <p:nvPr/>
        </p:nvSpPr>
        <p:spPr>
          <a:xfrm>
            <a:off x="5237791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AA8C65-26C5-BFBE-2D97-91C1ADCDF18E}"/>
              </a:ext>
            </a:extLst>
          </p:cNvPr>
          <p:cNvSpPr/>
          <p:nvPr/>
        </p:nvSpPr>
        <p:spPr>
          <a:xfrm>
            <a:off x="4251960" y="203211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02FC78F-62AC-EC6B-2B1A-3EC360722AFA}"/>
              </a:ext>
            </a:extLst>
          </p:cNvPr>
          <p:cNvSpPr/>
          <p:nvPr/>
        </p:nvSpPr>
        <p:spPr>
          <a:xfrm>
            <a:off x="4251960" y="3033528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8682186-950F-D9EE-49C3-577C54E78FF1}"/>
              </a:ext>
            </a:extLst>
          </p:cNvPr>
          <p:cNvSpPr/>
          <p:nvPr/>
        </p:nvSpPr>
        <p:spPr>
          <a:xfrm>
            <a:off x="62236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2A9534B-FDF9-1805-49DD-9C37EB9762BB}"/>
              </a:ext>
            </a:extLst>
          </p:cNvPr>
          <p:cNvSpPr/>
          <p:nvPr/>
        </p:nvSpPr>
        <p:spPr>
          <a:xfrm>
            <a:off x="4251960" y="4007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0E607B3-A569-0254-E496-D3824CAC8CE8}"/>
              </a:ext>
            </a:extLst>
          </p:cNvPr>
          <p:cNvSpPr/>
          <p:nvPr/>
        </p:nvSpPr>
        <p:spPr>
          <a:xfrm>
            <a:off x="7218759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DBC678-A236-1DDA-11F1-4A158F4ECA64}"/>
              </a:ext>
            </a:extLst>
          </p:cNvPr>
          <p:cNvSpPr/>
          <p:nvPr/>
        </p:nvSpPr>
        <p:spPr>
          <a:xfrm>
            <a:off x="4251960" y="498209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C755150-B17D-53C1-3246-AEED39784643}"/>
              </a:ext>
            </a:extLst>
          </p:cNvPr>
          <p:cNvSpPr/>
          <p:nvPr/>
        </p:nvSpPr>
        <p:spPr>
          <a:xfrm>
            <a:off x="81454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9635ACD-27E2-DC99-A355-65720E4FA472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6305EB2-5762-1AC6-E264-77FDAB9C3BE6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85D0141-62D6-B067-0B3C-B6156DAA02F2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7B5A67B-0139-E63F-AF54-124F2001AFCE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F757A47-5570-4775-7CDC-08E1A0969BF0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79FB30-7DA4-FF6E-F439-50EDA763B32F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6C1E8B-C450-0B1A-AC05-3A89B8E10E94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8532430-9F71-BA3B-ADB9-CC5384B2540D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DF2032F-504F-BCD5-7BD3-2403EBB6818D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F49BC03-8DF6-2046-1C0A-4474013ED57B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B513E1-937E-5E6D-A8CE-575517D7C650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0CEF84-0614-CB93-F71F-43C9E309F9DA}"/>
              </a:ext>
            </a:extLst>
          </p:cNvPr>
          <p:cNvSpPr txBox="1"/>
          <p:nvPr/>
        </p:nvSpPr>
        <p:spPr>
          <a:xfrm>
            <a:off x="4882084" y="426638"/>
            <a:ext cx="4604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로런츠</a:t>
            </a:r>
            <a:r>
              <a:rPr lang="ko-KR" altLang="en-US" dirty="0"/>
              <a:t>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시간 방향 하나가 </a:t>
            </a:r>
            <a:endParaRPr lang="en-US" altLang="ko-KR" dirty="0"/>
          </a:p>
          <a:p>
            <a:r>
              <a:rPr lang="ko-KR" altLang="en-US" dirty="0"/>
              <a:t>공간 방향들과 다른 부호를 가지는 </a:t>
            </a:r>
            <a:r>
              <a:rPr lang="ko-KR" altLang="en-US" dirty="0" err="1"/>
              <a:t>계량텐서</a:t>
            </a:r>
            <a:endParaRPr lang="ko-KR" altLang="en-US" dirty="0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3796FBF-7B83-495B-31B3-60CD67A28F2A}"/>
              </a:ext>
            </a:extLst>
          </p:cNvPr>
          <p:cNvSpPr/>
          <p:nvPr/>
        </p:nvSpPr>
        <p:spPr>
          <a:xfrm rot="10800000">
            <a:off x="8773030" y="1787366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E4EA7A4F-F017-FB86-A1E2-42B826001C6C}"/>
              </a:ext>
            </a:extLst>
          </p:cNvPr>
          <p:cNvSpPr/>
          <p:nvPr/>
        </p:nvSpPr>
        <p:spPr>
          <a:xfrm>
            <a:off x="4918067" y="1761935"/>
            <a:ext cx="263478" cy="3823455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044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0" advTm="1414">
        <p159:morph option="byObject"/>
      </p:transition>
    </mc:Choice>
    <mc:Fallback>
      <p:transition advTm="1414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1D2F-295F-75E9-CD96-FBA3D29B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3820937-E10D-DED0-8DED-C59795FF2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337558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3820937-E10D-DED0-8DED-C59795FF2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337558"/>
                  </p:ext>
                </p:extLst>
              </p:nvPr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70003C4-A10D-6B4D-8BDF-601816C4DE07}"/>
              </a:ext>
            </a:extLst>
          </p:cNvPr>
          <p:cNvSpPr txBox="1"/>
          <p:nvPr/>
        </p:nvSpPr>
        <p:spPr>
          <a:xfrm>
            <a:off x="658368" y="384048"/>
            <a:ext cx="1297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KK</a:t>
            </a:r>
            <a:r>
              <a:rPr lang="ko-KR" altLang="en-US" sz="2800" b="1" dirty="0">
                <a:solidFill>
                  <a:srgbClr val="18233A"/>
                </a:solidFill>
              </a:rPr>
              <a:t>계량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A7374-E046-31B0-0E4B-C7719CEAE00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DB9AEB84-60C2-49A2-8EF9-7BCD1857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141EF49-A00C-A19D-9D24-5FB255116F17}"/>
              </a:ext>
            </a:extLst>
          </p:cNvPr>
          <p:cNvSpPr/>
          <p:nvPr/>
        </p:nvSpPr>
        <p:spPr>
          <a:xfrm>
            <a:off x="4251960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2D81D-7A63-256E-91A8-534999E4CD16}"/>
              </a:ext>
            </a:extLst>
          </p:cNvPr>
          <p:cNvSpPr/>
          <p:nvPr/>
        </p:nvSpPr>
        <p:spPr>
          <a:xfrm>
            <a:off x="5237791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0EBDC7-2A6E-4BC0-6791-382114264D6C}"/>
              </a:ext>
            </a:extLst>
          </p:cNvPr>
          <p:cNvSpPr/>
          <p:nvPr/>
        </p:nvSpPr>
        <p:spPr>
          <a:xfrm>
            <a:off x="4251960" y="203211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DC6131-B81D-EC1A-A1E4-5C2CC58E9395}"/>
              </a:ext>
            </a:extLst>
          </p:cNvPr>
          <p:cNvSpPr/>
          <p:nvPr/>
        </p:nvSpPr>
        <p:spPr>
          <a:xfrm>
            <a:off x="4251960" y="3033528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9FDC98-AFB9-6438-2ECF-21A37DB4E609}"/>
              </a:ext>
            </a:extLst>
          </p:cNvPr>
          <p:cNvSpPr/>
          <p:nvPr/>
        </p:nvSpPr>
        <p:spPr>
          <a:xfrm>
            <a:off x="62236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8B0416-33F8-C6B6-4604-0981D966551C}"/>
              </a:ext>
            </a:extLst>
          </p:cNvPr>
          <p:cNvSpPr/>
          <p:nvPr/>
        </p:nvSpPr>
        <p:spPr>
          <a:xfrm>
            <a:off x="4251960" y="4007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458E02-AEC6-7CAC-D0EE-996A309AB50D}"/>
              </a:ext>
            </a:extLst>
          </p:cNvPr>
          <p:cNvSpPr/>
          <p:nvPr/>
        </p:nvSpPr>
        <p:spPr>
          <a:xfrm>
            <a:off x="7218759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5A23C7-0163-39C0-148D-98777C79F7A7}"/>
              </a:ext>
            </a:extLst>
          </p:cNvPr>
          <p:cNvSpPr/>
          <p:nvPr/>
        </p:nvSpPr>
        <p:spPr>
          <a:xfrm>
            <a:off x="4251960" y="498209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8DAC0C-CABD-16AB-8101-82E4A838061A}"/>
              </a:ext>
            </a:extLst>
          </p:cNvPr>
          <p:cNvSpPr/>
          <p:nvPr/>
        </p:nvSpPr>
        <p:spPr>
          <a:xfrm>
            <a:off x="8145422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9D11DC-C639-6F0F-1059-AFDBC3AD9DB7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9CAAF9-E525-0089-BE5A-F63DE81BB04D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515D30-8099-F516-DB81-97E995D85576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185BAC-D7B2-2610-F31D-D0680FFD68B5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667FFD-6341-020F-BDE3-A3373C4D70E6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F096C47-DE62-856E-1E4D-359FED66174A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03D0C90-64FE-25AE-6F8E-FD81101BF26D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C812BF8-BF18-7407-1579-DCD644BEFEF0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5A2F90-2459-FC3A-08F0-3FBAA9A7140D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C346638-7CC6-8A18-A4EF-112156D92B0C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17C5AEC-56CF-0300-C6B7-1F045AACF9DD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AFAE3-F87E-1D9F-E1F7-8053E8200720}"/>
              </a:ext>
            </a:extLst>
          </p:cNvPr>
          <p:cNvSpPr txBox="1"/>
          <p:nvPr/>
        </p:nvSpPr>
        <p:spPr>
          <a:xfrm>
            <a:off x="4607349" y="211295"/>
            <a:ext cx="4604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로런츠</a:t>
            </a:r>
            <a:r>
              <a:rPr lang="ko-KR" altLang="en-US" dirty="0"/>
              <a:t> </a:t>
            </a:r>
            <a:r>
              <a:rPr lang="ko-KR" altLang="en-US" dirty="0" err="1"/>
              <a:t>계량텐서</a:t>
            </a:r>
            <a:r>
              <a:rPr lang="en-US" altLang="ko-KR" dirty="0"/>
              <a:t>: </a:t>
            </a:r>
            <a:r>
              <a:rPr lang="ko-KR" altLang="en-US" dirty="0"/>
              <a:t>시간 방향 하나가 </a:t>
            </a:r>
            <a:endParaRPr lang="en-US" altLang="ko-KR" dirty="0"/>
          </a:p>
          <a:p>
            <a:r>
              <a:rPr lang="ko-KR" altLang="en-US" dirty="0"/>
              <a:t>공간 방향들과 다른 부호를 가지는 </a:t>
            </a:r>
            <a:r>
              <a:rPr lang="ko-KR" altLang="en-US" dirty="0" err="1"/>
              <a:t>계량텐서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8FEDFE5-2DD7-19F1-186E-0CAD41E46CAE}"/>
              </a:ext>
            </a:extLst>
          </p:cNvPr>
          <p:cNvSpPr/>
          <p:nvPr/>
        </p:nvSpPr>
        <p:spPr>
          <a:xfrm>
            <a:off x="3902127" y="1001457"/>
            <a:ext cx="317542" cy="4608004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F310E753-1541-940F-D926-2B716CECA1D1}"/>
              </a:ext>
            </a:extLst>
          </p:cNvPr>
          <p:cNvSpPr/>
          <p:nvPr/>
        </p:nvSpPr>
        <p:spPr>
          <a:xfrm rot="10800000">
            <a:off x="8963957" y="1009736"/>
            <a:ext cx="317542" cy="4608004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4D26DE-401F-573F-20E7-379C2E32E455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pic>
        <p:nvPicPr>
          <p:cNvPr id="32" name="그림 31" descr="아인슈타인 표기법 - 나무위키">
            <a:extLst>
              <a:ext uri="{FF2B5EF4-FFF2-40B4-BE49-F238E27FC236}">
                <a16:creationId xmlns:a16="http://schemas.microsoft.com/office/drawing/2014/main" id="{26702DC7-F47C-E712-D307-ECE4BCFC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257" y="1935849"/>
            <a:ext cx="1822677" cy="19006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49FEB7-0212-BACC-8859-061C5418EF75}"/>
                  </a:ext>
                </a:extLst>
              </p:cNvPr>
              <p:cNvSpPr txBox="1"/>
              <p:nvPr/>
            </p:nvSpPr>
            <p:spPr>
              <a:xfrm>
                <a:off x="9687188" y="3991632"/>
                <a:ext cx="2149193" cy="508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ko-KR" altLang="en-US" sz="2500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ko-KR" altLang="en-US" sz="25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ko-KR" sz="2500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500" b="0" i="1" smtClean="0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ko-KR" altLang="en-US" sz="25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49FEB7-0212-BACC-8859-061C5418E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188" y="3991632"/>
                <a:ext cx="2149193" cy="508024"/>
              </a:xfrm>
              <a:prstGeom prst="rect">
                <a:avLst/>
              </a:prstGeom>
              <a:blipFill>
                <a:blip r:embed="rId5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217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477">
        <p159:morph option="byObject"/>
      </p:transition>
    </mc:Choice>
    <mc:Fallback>
      <p:transition advTm="14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"/>
                            </p:stCondLst>
                            <p:childTnLst>
                              <p:par>
                                <p:cTn id="3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3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7C5DB-1C72-85C5-C739-EDB8A41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E237C-7FAB-65DC-A259-5029D904F5A1}"/>
                  </a:ext>
                </a:extLst>
              </p:cNvPr>
              <p:cNvSpPr txBox="1"/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7E237C-7FAB-65DC-A259-5029D904F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7B643-2F6E-463E-0530-BE10586F09B3}"/>
                  </a:ext>
                </a:extLst>
              </p:cNvPr>
              <p:cNvSpPr txBox="1"/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47B643-2F6E-463E-0530-BE10586F0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51FDD4D-6169-13D4-BD42-E81C5D3FC67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3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en-US" altLang="ko-KR" sz="3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55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3000" dirty="0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8F9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151FDD4D-6169-13D4-BD42-E81C5D3FC67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49634" y="783772"/>
              <a:ext cx="5858166" cy="577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6361">
                      <a:extLst>
                        <a:ext uri="{9D8B030D-6E8A-4147-A177-3AD203B41FA5}">
                          <a16:colId xmlns:a16="http://schemas.microsoft.com/office/drawing/2014/main" val="1869280964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322392675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01291983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3166245656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2754483447"/>
                        </a:ext>
                      </a:extLst>
                    </a:gridCol>
                    <a:gridCol w="976361">
                      <a:extLst>
                        <a:ext uri="{9D8B030D-6E8A-4147-A177-3AD203B41FA5}">
                          <a16:colId xmlns:a16="http://schemas.microsoft.com/office/drawing/2014/main" val="1259960200"/>
                        </a:ext>
                      </a:extLst>
                    </a:gridCol>
                  </a:tblGrid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501250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r="-398137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r="-3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r="-200625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r="-99379" b="-5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b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5575296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501250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100000" r="-398137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100000" r="-3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100000" r="-200625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100000" r="-99379" b="-400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100000" b="-4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6389151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98742" r="-501250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198742" r="-398137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198742" r="-3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198742" r="-200625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198742" r="-99379" b="-2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198742" b="-2981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478089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0633" r="-5012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300633" r="-39813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300633" r="-3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300633" r="-20062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300633" r="-9937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3006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75834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0633" r="-5012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400633" r="-39813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400633" r="-3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400633" r="-20062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400633" r="-993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4006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153430"/>
                      </a:ext>
                    </a:extLst>
                  </a:tr>
                  <a:tr h="96329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00633" r="-5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379" t="-500633" r="-398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25" t="-500633" r="-3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25" t="-500633" r="-20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137" t="-500633" r="-99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86950" marR="86950" marT="43475" marB="4347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1250" t="-500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736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DCEBA27-63B0-1988-DBAC-3684B7827426}"/>
              </a:ext>
            </a:extLst>
          </p:cNvPr>
          <p:cNvSpPr txBox="1"/>
          <p:nvPr/>
        </p:nvSpPr>
        <p:spPr>
          <a:xfrm>
            <a:off x="658368" y="384048"/>
            <a:ext cx="1297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KK</a:t>
            </a:r>
            <a:r>
              <a:rPr lang="ko-KR" altLang="en-US" sz="2800" b="1" dirty="0">
                <a:solidFill>
                  <a:srgbClr val="18233A"/>
                </a:solidFill>
              </a:rPr>
              <a:t>계량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468E6-2B99-80A3-BBF5-FAFAA44BCE51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0804EEB0-41F3-6EA2-DFB4-9CE4BD6DE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A52BF0-2780-5496-FDA6-E85313EAFAA4}"/>
              </a:ext>
            </a:extLst>
          </p:cNvPr>
          <p:cNvSpPr/>
          <p:nvPr/>
        </p:nvSpPr>
        <p:spPr>
          <a:xfrm>
            <a:off x="425196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75AC38-C1EF-4532-5A5D-C97225D9FF25}"/>
              </a:ext>
            </a:extLst>
          </p:cNvPr>
          <p:cNvSpPr/>
          <p:nvPr/>
        </p:nvSpPr>
        <p:spPr>
          <a:xfrm>
            <a:off x="9072085" y="1126485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D64E4B3-8321-BE1F-B31B-27219CDE4294}"/>
              </a:ext>
            </a:extLst>
          </p:cNvPr>
          <p:cNvSpPr/>
          <p:nvPr/>
        </p:nvSpPr>
        <p:spPr>
          <a:xfrm>
            <a:off x="5237791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52AEA5-698F-62C8-0705-1591D9701CCF}"/>
              </a:ext>
            </a:extLst>
          </p:cNvPr>
          <p:cNvSpPr/>
          <p:nvPr/>
        </p:nvSpPr>
        <p:spPr>
          <a:xfrm>
            <a:off x="9072085" y="2063927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8AD4925-6A9C-B5AB-4E01-E0FDAFE13FE9}"/>
              </a:ext>
            </a:extLst>
          </p:cNvPr>
          <p:cNvSpPr/>
          <p:nvPr/>
        </p:nvSpPr>
        <p:spPr>
          <a:xfrm>
            <a:off x="6223622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457EF5-0652-16CA-707C-D15F8B3E5CD5}"/>
              </a:ext>
            </a:extLst>
          </p:cNvPr>
          <p:cNvSpPr/>
          <p:nvPr/>
        </p:nvSpPr>
        <p:spPr>
          <a:xfrm>
            <a:off x="9072085" y="3069813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16414FC-23CE-02EC-120F-97D0B6443955}"/>
              </a:ext>
            </a:extLst>
          </p:cNvPr>
          <p:cNvSpPr/>
          <p:nvPr/>
        </p:nvSpPr>
        <p:spPr>
          <a:xfrm>
            <a:off x="712988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E42158F-C3BE-E3B0-CE41-285EB8AA25E7}"/>
              </a:ext>
            </a:extLst>
          </p:cNvPr>
          <p:cNvSpPr/>
          <p:nvPr/>
        </p:nvSpPr>
        <p:spPr>
          <a:xfrm>
            <a:off x="9072085" y="3967616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ACC9CF9-255E-AF63-5FAD-9B10107B06F7}"/>
              </a:ext>
            </a:extLst>
          </p:cNvPr>
          <p:cNvSpPr/>
          <p:nvPr/>
        </p:nvSpPr>
        <p:spPr>
          <a:xfrm>
            <a:off x="8090000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CD5F273-7142-CE6A-70A3-52C75A10C8D4}"/>
              </a:ext>
            </a:extLst>
          </p:cNvPr>
          <p:cNvSpPr/>
          <p:nvPr/>
        </p:nvSpPr>
        <p:spPr>
          <a:xfrm>
            <a:off x="9072085" y="4939280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B3BFA2-1FAB-7844-16BA-74A3AEEBD1C9}"/>
              </a:ext>
            </a:extLst>
          </p:cNvPr>
          <p:cNvSpPr/>
          <p:nvPr/>
        </p:nvSpPr>
        <p:spPr>
          <a:xfrm>
            <a:off x="9072085" y="5910944"/>
            <a:ext cx="685800" cy="475662"/>
          </a:xfrm>
          <a:prstGeom prst="rect">
            <a:avLst/>
          </a:prstGeom>
          <a:solidFill>
            <a:srgbClr val="F8F9FC"/>
          </a:solidFill>
          <a:ln>
            <a:solidFill>
              <a:srgbClr val="F8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4DC0F-D1E2-889F-11DC-164CB5986CA7}"/>
              </a:ext>
            </a:extLst>
          </p:cNvPr>
          <p:cNvSpPr txBox="1"/>
          <p:nvPr/>
        </p:nvSpPr>
        <p:spPr>
          <a:xfrm>
            <a:off x="4722413" y="229927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KK</a:t>
            </a:r>
            <a:r>
              <a:rPr lang="ko-KR" altLang="en-US" dirty="0"/>
              <a:t>계량</a:t>
            </a:r>
            <a:r>
              <a:rPr lang="en-US" altLang="ko-KR" dirty="0"/>
              <a:t>(Kaluza-Klein metric): </a:t>
            </a:r>
            <a:r>
              <a:rPr lang="ko-KR" altLang="en-US" dirty="0" err="1"/>
              <a:t>로런츠</a:t>
            </a:r>
            <a:r>
              <a:rPr lang="ko-KR" altLang="en-US" dirty="0"/>
              <a:t>  </a:t>
            </a:r>
            <a:r>
              <a:rPr lang="en-US" altLang="ko-KR" dirty="0"/>
              <a:t>+ 1</a:t>
            </a:r>
            <a:r>
              <a:rPr lang="ko-KR" altLang="en-US" dirty="0"/>
              <a:t>차원 </a:t>
            </a:r>
            <a:r>
              <a:rPr lang="ko-KR" altLang="en-US" dirty="0" err="1"/>
              <a:t>계량텐서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중력</a:t>
            </a:r>
            <a:r>
              <a:rPr lang="en-US" altLang="ko-KR" dirty="0"/>
              <a:t>-</a:t>
            </a:r>
            <a:r>
              <a:rPr lang="ko-KR" altLang="en-US" dirty="0"/>
              <a:t>전자기 퍼텐셜 통합 시도에서 탄생한 계량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6E638B75-0D97-F2C6-1A98-01D8F34B49D6}"/>
              </a:ext>
            </a:extLst>
          </p:cNvPr>
          <p:cNvSpPr/>
          <p:nvPr/>
        </p:nvSpPr>
        <p:spPr>
          <a:xfrm>
            <a:off x="3902127" y="1001456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F7F5BD22-4EE7-88C8-FFE8-7C38F9F9119B}"/>
              </a:ext>
            </a:extLst>
          </p:cNvPr>
          <p:cNvSpPr/>
          <p:nvPr/>
        </p:nvSpPr>
        <p:spPr>
          <a:xfrm rot="10800000">
            <a:off x="9740506" y="1009735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4D7CA2-25C3-BC0F-58C3-0853E998CD26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384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915">
        <p159:morph option="byObject"/>
      </p:transition>
    </mc:Choice>
    <mc:Fallback>
      <p:transition advTm="191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"/>
                            </p:stCondLst>
                            <p:childTnLst>
                              <p:par>
                                <p:cTn id="1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E37D5-B793-5D9E-415D-0CD96D45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646912-CA46-F99E-BFC3-DF2F4E1A988C}"/>
                  </a:ext>
                </a:extLst>
              </p:cNvPr>
              <p:cNvSpPr txBox="1"/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646912-CA46-F99E-BFC3-DF2F4E1A9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24" y="5644083"/>
                <a:ext cx="83349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F436B2-9771-BD92-2A70-DD87DC1E5567}"/>
                  </a:ext>
                </a:extLst>
              </p:cNvPr>
              <p:cNvSpPr txBox="1"/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F436B2-9771-BD92-2A70-DD87DC1E5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515" y="994292"/>
                <a:ext cx="83349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46099B2-9460-C656-15FC-763DAD1BC21F}"/>
              </a:ext>
            </a:extLst>
          </p:cNvPr>
          <p:cNvSpPr txBox="1"/>
          <p:nvPr/>
        </p:nvSpPr>
        <p:spPr>
          <a:xfrm>
            <a:off x="658368" y="384048"/>
            <a:ext cx="1297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 latinLnBrk="0">
              <a:defRPr sz="2800" b="1">
                <a:solidFill>
                  <a:srgbClr val="18233A"/>
                </a:solidFill>
              </a:defRPr>
            </a:pPr>
            <a:r>
              <a:rPr lang="en-US" altLang="ko-KR" sz="2800" b="1" dirty="0">
                <a:solidFill>
                  <a:srgbClr val="18233A"/>
                </a:solidFill>
              </a:rPr>
              <a:t>KK</a:t>
            </a:r>
            <a:r>
              <a:rPr lang="ko-KR" altLang="en-US" sz="2800" b="1" dirty="0">
                <a:solidFill>
                  <a:srgbClr val="18233A"/>
                </a:solidFill>
              </a:rPr>
              <a:t>계량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260E1-FA45-C14C-0867-EE82579DAB5A}"/>
              </a:ext>
            </a:extLst>
          </p:cNvPr>
          <p:cNvSpPr/>
          <p:nvPr/>
        </p:nvSpPr>
        <p:spPr>
          <a:xfrm>
            <a:off x="676656" y="1353312"/>
            <a:ext cx="566928" cy="41148"/>
          </a:xfrm>
          <a:prstGeom prst="rect">
            <a:avLst/>
          </a:prstGeom>
          <a:solidFill>
            <a:srgbClr val="315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그림 21" descr="초공간 - 교보문고">
            <a:extLst>
              <a:ext uri="{FF2B5EF4-FFF2-40B4-BE49-F238E27FC236}">
                <a16:creationId xmlns:a16="http://schemas.microsoft.com/office/drawing/2014/main" id="{A38393E0-9326-36DD-C1A7-FE14B38AA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666647"/>
            <a:ext cx="2718993" cy="4064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1B9216-9EF0-B9B6-8DDD-115976230AF8}"/>
              </a:ext>
            </a:extLst>
          </p:cNvPr>
          <p:cNvSpPr txBox="1"/>
          <p:nvPr/>
        </p:nvSpPr>
        <p:spPr>
          <a:xfrm>
            <a:off x="4722413" y="229927"/>
            <a:ext cx="5515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KK</a:t>
            </a:r>
            <a:r>
              <a:rPr lang="ko-KR" altLang="en-US" dirty="0"/>
              <a:t>계량</a:t>
            </a:r>
            <a:r>
              <a:rPr lang="en-US" altLang="ko-KR" dirty="0"/>
              <a:t>(Kaluza-Klein metric): </a:t>
            </a:r>
            <a:r>
              <a:rPr lang="ko-KR" altLang="en-US" dirty="0" err="1"/>
              <a:t>로런츠</a:t>
            </a:r>
            <a:r>
              <a:rPr lang="ko-KR" altLang="en-US" dirty="0"/>
              <a:t>  </a:t>
            </a:r>
            <a:r>
              <a:rPr lang="en-US" altLang="ko-KR" dirty="0"/>
              <a:t>+ 1</a:t>
            </a:r>
            <a:r>
              <a:rPr lang="ko-KR" altLang="en-US" dirty="0"/>
              <a:t>차원 </a:t>
            </a:r>
            <a:r>
              <a:rPr lang="ko-KR" altLang="en-US" dirty="0" err="1"/>
              <a:t>계량텐서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중력</a:t>
            </a:r>
            <a:r>
              <a:rPr lang="en-US" altLang="ko-KR" dirty="0"/>
              <a:t>-</a:t>
            </a:r>
            <a:r>
              <a:rPr lang="ko-KR" altLang="en-US" dirty="0"/>
              <a:t>전자기 퍼텐셜 통합 시도에서 탄생한 계량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A757ED41-657E-E7BC-A963-2E271A0FC310}"/>
              </a:ext>
            </a:extLst>
          </p:cNvPr>
          <p:cNvSpPr/>
          <p:nvPr/>
        </p:nvSpPr>
        <p:spPr>
          <a:xfrm>
            <a:off x="3902127" y="1001456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왼쪽 대괄호 16">
            <a:extLst>
              <a:ext uri="{FF2B5EF4-FFF2-40B4-BE49-F238E27FC236}">
                <a16:creationId xmlns:a16="http://schemas.microsoft.com/office/drawing/2014/main" id="{D5D00B8A-F36A-F53B-86B5-E9CDA8F7D9A9}"/>
              </a:ext>
            </a:extLst>
          </p:cNvPr>
          <p:cNvSpPr/>
          <p:nvPr/>
        </p:nvSpPr>
        <p:spPr>
          <a:xfrm rot="10800000">
            <a:off x="9740506" y="1009735"/>
            <a:ext cx="369620" cy="5363733"/>
          </a:xfrm>
          <a:prstGeom prst="leftBracket">
            <a:avLst>
              <a:gd name="adj" fmla="val 16124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5D563-F1D7-B392-0536-F4F293445DAA}"/>
              </a:ext>
            </a:extLst>
          </p:cNvPr>
          <p:cNvSpPr txBox="1"/>
          <p:nvPr/>
        </p:nvSpPr>
        <p:spPr>
          <a:xfrm>
            <a:off x="676656" y="876258"/>
            <a:ext cx="30854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C6574"/>
                </a:solidFill>
              </a:defRPr>
            </a:pP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전자기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퍼텐셜을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고차원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계량의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성분으로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해석해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서로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다른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정보량을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만든다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C657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0737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021">
        <p:fade/>
      </p:transition>
    </mc:Choice>
    <mc:Fallback>
      <p:transition spd="med" advClick="0" advTm="1021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3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|2.1|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.8|2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3|1.5|3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4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|1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12191</TotalTime>
  <Words>1203</Words>
  <Application>Microsoft Office PowerPoint</Application>
  <PresentationFormat>와이드스크린</PresentationFormat>
  <Paragraphs>383</Paragraphs>
  <Slides>45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맑은 고딕</vt:lpstr>
      <vt:lpstr>Arial</vt:lpstr>
      <vt:lpstr>Calibri</vt:lpstr>
      <vt:lpstr>Cambria Math</vt:lpstr>
      <vt:lpstr>Office 테마</vt:lpstr>
      <vt:lpstr>Office Theme</vt:lpstr>
      <vt:lpstr>AI를 활용한 전하 분포 역추정</vt:lpstr>
      <vt:lpstr>목차</vt:lpstr>
      <vt:lpstr>탐구 정체성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연우 오</dc:creator>
  <cp:lastModifiedBy>연우 오</cp:lastModifiedBy>
  <cp:revision>442</cp:revision>
  <dcterms:created xsi:type="dcterms:W3CDTF">2026-08-20T04:49:28Z</dcterms:created>
  <dcterms:modified xsi:type="dcterms:W3CDTF">2026-08-31T01:25:46Z</dcterms:modified>
</cp:coreProperties>
</file>